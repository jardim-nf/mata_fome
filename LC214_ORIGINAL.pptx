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rawing1.xml" ContentType="application/vnd.ms-office.drawingml.diagramDrawing+xml"/>
  <Override PartName="/ppt/diagrams/data1.xml" ContentType="application/vnd.openxmlformats-officedocument.drawingml.diagramData+xml"/>
  <Override PartName="/ppt/diagrams/colors1.xml" ContentType="application/vnd.openxmlformats-officedocument.drawingml.diagramColors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2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813431-1CFB-49C1-9933-7361E6FABE9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EEE8B984-1014-45A8-8488-7A2576EA135B}">
      <dgm:prSet phldrT="[Texto]" phldr="0"/>
      <dgm:spPr/>
      <dgm:t>
        <a:bodyPr/>
        <a:lstStyle/>
        <a:p>
          <a:r>
            <a:rPr lang="pt-BR" dirty="0"/>
            <a:t>Reforma Tributária</a:t>
          </a:r>
        </a:p>
      </dgm:t>
    </dgm:pt>
    <dgm:pt modelId="{C8BC7226-5224-4379-AA1B-6BF0708D6A1C}" type="parTrans" cxnId="{F0CBC757-2041-4187-A501-338319A49A83}">
      <dgm:prSet/>
      <dgm:spPr/>
      <dgm:t>
        <a:bodyPr/>
        <a:lstStyle/>
        <a:p>
          <a:endParaRPr lang="pt-BR"/>
        </a:p>
      </dgm:t>
    </dgm:pt>
    <dgm:pt modelId="{1A4A40AA-AD10-493A-AD91-C2FA3B02BCA5}" type="sibTrans" cxnId="{F0CBC757-2041-4187-A501-338319A49A83}">
      <dgm:prSet/>
      <dgm:spPr/>
      <dgm:t>
        <a:bodyPr/>
        <a:lstStyle/>
        <a:p>
          <a:endParaRPr lang="pt-BR"/>
        </a:p>
      </dgm:t>
    </dgm:pt>
    <dgm:pt modelId="{EF7BD026-52A2-43C2-95CF-2BCE5FAD5A22}" type="asst">
      <dgm:prSet phldrT="[Texto]" phldr="0"/>
      <dgm:spPr/>
      <dgm:t>
        <a:bodyPr/>
        <a:lstStyle/>
        <a:p>
          <a:r>
            <a:rPr lang="pt-BR" dirty="0"/>
            <a:t>Diretoria</a:t>
          </a:r>
        </a:p>
      </dgm:t>
    </dgm:pt>
    <dgm:pt modelId="{2CDB837F-57E5-4F6D-98A2-21721FFAB0B6}" type="parTrans" cxnId="{12C9563F-02E9-49BC-A753-7807A5ED9B51}">
      <dgm:prSet/>
      <dgm:spPr/>
      <dgm:t>
        <a:bodyPr/>
        <a:lstStyle/>
        <a:p>
          <a:endParaRPr lang="pt-BR"/>
        </a:p>
      </dgm:t>
    </dgm:pt>
    <dgm:pt modelId="{2C8A216A-15C9-494E-9894-4D7D5A1A8869}" type="sibTrans" cxnId="{12C9563F-02E9-49BC-A753-7807A5ED9B51}">
      <dgm:prSet/>
      <dgm:spPr/>
      <dgm:t>
        <a:bodyPr/>
        <a:lstStyle/>
        <a:p>
          <a:endParaRPr lang="pt-BR"/>
        </a:p>
      </dgm:t>
    </dgm:pt>
    <dgm:pt modelId="{28F0FC7D-5C2A-45CE-8341-242849F466E3}">
      <dgm:prSet phldrT="[Texto]" phldr="0"/>
      <dgm:spPr/>
      <dgm:t>
        <a:bodyPr/>
        <a:lstStyle/>
        <a:p>
          <a:r>
            <a:rPr lang="pt-BR" dirty="0"/>
            <a:t>Frente de implementação (Sistemas, Tecnologia, Faturamento)</a:t>
          </a:r>
        </a:p>
      </dgm:t>
    </dgm:pt>
    <dgm:pt modelId="{97CF8807-840B-4C3C-8935-31B9B06FE550}" type="parTrans" cxnId="{F332BD20-6DCB-4438-BDA1-CB53366EF878}">
      <dgm:prSet/>
      <dgm:spPr/>
      <dgm:t>
        <a:bodyPr/>
        <a:lstStyle/>
        <a:p>
          <a:endParaRPr lang="pt-BR"/>
        </a:p>
      </dgm:t>
    </dgm:pt>
    <dgm:pt modelId="{0D595BC0-A831-42F4-9A8A-C9E5E71D3E63}" type="sibTrans" cxnId="{F332BD20-6DCB-4438-BDA1-CB53366EF878}">
      <dgm:prSet/>
      <dgm:spPr/>
      <dgm:t>
        <a:bodyPr/>
        <a:lstStyle/>
        <a:p>
          <a:endParaRPr lang="pt-BR"/>
        </a:p>
      </dgm:t>
    </dgm:pt>
    <dgm:pt modelId="{FEFC531E-3759-42D5-AEB0-B329AB2B6168}">
      <dgm:prSet phldrT="[Texto]" phldr="0"/>
      <dgm:spPr/>
      <dgm:t>
        <a:bodyPr/>
        <a:lstStyle/>
        <a:p>
          <a:r>
            <a:rPr lang="pt-BR" dirty="0"/>
            <a:t>Frente de Cálculo de Impacto</a:t>
          </a:r>
        </a:p>
      </dgm:t>
    </dgm:pt>
    <dgm:pt modelId="{4EC4C19F-5A72-49CA-9F55-9B340F759939}" type="parTrans" cxnId="{62FA48BD-49AD-4CC5-BA34-DD139AD20407}">
      <dgm:prSet/>
      <dgm:spPr/>
      <dgm:t>
        <a:bodyPr/>
        <a:lstStyle/>
        <a:p>
          <a:endParaRPr lang="pt-BR"/>
        </a:p>
      </dgm:t>
    </dgm:pt>
    <dgm:pt modelId="{9C02F776-0C98-4820-9990-024CCBF66868}" type="sibTrans" cxnId="{62FA48BD-49AD-4CC5-BA34-DD139AD20407}">
      <dgm:prSet/>
      <dgm:spPr/>
      <dgm:t>
        <a:bodyPr/>
        <a:lstStyle/>
        <a:p>
          <a:endParaRPr lang="pt-BR"/>
        </a:p>
      </dgm:t>
    </dgm:pt>
    <dgm:pt modelId="{B69AF4CD-4B39-4082-AECF-EDADCCF0DB9E}">
      <dgm:prSet phldrT="[Texto]" phldr="0"/>
      <dgm:spPr/>
      <dgm:t>
        <a:bodyPr/>
        <a:lstStyle/>
        <a:p>
          <a:r>
            <a:rPr lang="pt-BR" dirty="0"/>
            <a:t>Frente de Reestruturação (Contratos, suprimentos, precificação, </a:t>
          </a:r>
          <a:r>
            <a:rPr lang="pt-BR" dirty="0" err="1"/>
            <a:t>etc</a:t>
          </a:r>
          <a:r>
            <a:rPr lang="pt-BR" dirty="0"/>
            <a:t>)</a:t>
          </a:r>
        </a:p>
      </dgm:t>
    </dgm:pt>
    <dgm:pt modelId="{E739AB07-0712-40A1-96E8-AD37913B2A21}" type="parTrans" cxnId="{33469C36-B6E6-41C6-9E10-65A379612B93}">
      <dgm:prSet/>
      <dgm:spPr/>
      <dgm:t>
        <a:bodyPr/>
        <a:lstStyle/>
        <a:p>
          <a:endParaRPr lang="pt-BR"/>
        </a:p>
      </dgm:t>
    </dgm:pt>
    <dgm:pt modelId="{8B4E78DB-88C3-4F7A-BE2D-991755474203}" type="sibTrans" cxnId="{33469C36-B6E6-41C6-9E10-65A379612B93}">
      <dgm:prSet/>
      <dgm:spPr/>
      <dgm:t>
        <a:bodyPr/>
        <a:lstStyle/>
        <a:p>
          <a:endParaRPr lang="pt-BR"/>
        </a:p>
      </dgm:t>
    </dgm:pt>
    <dgm:pt modelId="{A8C71A1A-7CEF-40B3-A8E9-2378B9335BB9}" type="pres">
      <dgm:prSet presAssocID="{97813431-1CFB-49C1-9933-7361E6FABE9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5C0E03B-AB4A-4893-BC62-DCD15E9799B2}" type="pres">
      <dgm:prSet presAssocID="{EEE8B984-1014-45A8-8488-7A2576EA135B}" presName="hierRoot1" presStyleCnt="0">
        <dgm:presLayoutVars>
          <dgm:hierBranch val="init"/>
        </dgm:presLayoutVars>
      </dgm:prSet>
      <dgm:spPr/>
    </dgm:pt>
    <dgm:pt modelId="{F927588B-4911-4F45-A0B3-649CB1EEFD99}" type="pres">
      <dgm:prSet presAssocID="{EEE8B984-1014-45A8-8488-7A2576EA135B}" presName="rootComposite1" presStyleCnt="0"/>
      <dgm:spPr/>
    </dgm:pt>
    <dgm:pt modelId="{7FBC8C3D-FD9F-4D95-B6EC-808959C66D98}" type="pres">
      <dgm:prSet presAssocID="{EEE8B984-1014-45A8-8488-7A2576EA135B}" presName="rootText1" presStyleLbl="node0" presStyleIdx="0" presStyleCnt="1">
        <dgm:presLayoutVars>
          <dgm:chPref val="3"/>
        </dgm:presLayoutVars>
      </dgm:prSet>
      <dgm:spPr/>
    </dgm:pt>
    <dgm:pt modelId="{1CC32FF3-3896-4338-9B07-4540BF52BC28}" type="pres">
      <dgm:prSet presAssocID="{EEE8B984-1014-45A8-8488-7A2576EA135B}" presName="rootConnector1" presStyleLbl="node1" presStyleIdx="0" presStyleCnt="0"/>
      <dgm:spPr/>
    </dgm:pt>
    <dgm:pt modelId="{7ED8703A-4942-4A70-851F-557A2022B623}" type="pres">
      <dgm:prSet presAssocID="{EEE8B984-1014-45A8-8488-7A2576EA135B}" presName="hierChild2" presStyleCnt="0"/>
      <dgm:spPr/>
    </dgm:pt>
    <dgm:pt modelId="{60AB320E-2C72-4B5E-AA7C-018A5DD9C562}" type="pres">
      <dgm:prSet presAssocID="{97CF8807-840B-4C3C-8935-31B9B06FE550}" presName="Name37" presStyleLbl="parChTrans1D2" presStyleIdx="0" presStyleCnt="4"/>
      <dgm:spPr/>
    </dgm:pt>
    <dgm:pt modelId="{6EE51246-B8D8-4410-9F48-2FEECBEE2D6A}" type="pres">
      <dgm:prSet presAssocID="{28F0FC7D-5C2A-45CE-8341-242849F466E3}" presName="hierRoot2" presStyleCnt="0">
        <dgm:presLayoutVars>
          <dgm:hierBranch val="init"/>
        </dgm:presLayoutVars>
      </dgm:prSet>
      <dgm:spPr/>
    </dgm:pt>
    <dgm:pt modelId="{93E1BC3B-84E9-401A-8246-8E0445E9EF06}" type="pres">
      <dgm:prSet presAssocID="{28F0FC7D-5C2A-45CE-8341-242849F466E3}" presName="rootComposite" presStyleCnt="0"/>
      <dgm:spPr/>
    </dgm:pt>
    <dgm:pt modelId="{C86AA5E6-F4F0-4E25-9265-54C76FB1FC4D}" type="pres">
      <dgm:prSet presAssocID="{28F0FC7D-5C2A-45CE-8341-242849F466E3}" presName="rootText" presStyleLbl="node2" presStyleIdx="0" presStyleCnt="3">
        <dgm:presLayoutVars>
          <dgm:chPref val="3"/>
        </dgm:presLayoutVars>
      </dgm:prSet>
      <dgm:spPr/>
    </dgm:pt>
    <dgm:pt modelId="{25CD4772-2A38-47FD-B523-9A83EAB84A00}" type="pres">
      <dgm:prSet presAssocID="{28F0FC7D-5C2A-45CE-8341-242849F466E3}" presName="rootConnector" presStyleLbl="node2" presStyleIdx="0" presStyleCnt="3"/>
      <dgm:spPr/>
    </dgm:pt>
    <dgm:pt modelId="{316C649F-33EB-4878-A6AD-959A6E0E971F}" type="pres">
      <dgm:prSet presAssocID="{28F0FC7D-5C2A-45CE-8341-242849F466E3}" presName="hierChild4" presStyleCnt="0"/>
      <dgm:spPr/>
    </dgm:pt>
    <dgm:pt modelId="{7A7D441C-A403-455F-A369-568E1F1FF84F}" type="pres">
      <dgm:prSet presAssocID="{28F0FC7D-5C2A-45CE-8341-242849F466E3}" presName="hierChild5" presStyleCnt="0"/>
      <dgm:spPr/>
    </dgm:pt>
    <dgm:pt modelId="{E0A3B4B6-E8DC-4BF8-8B5A-3833E1CA8C32}" type="pres">
      <dgm:prSet presAssocID="{4EC4C19F-5A72-49CA-9F55-9B340F759939}" presName="Name37" presStyleLbl="parChTrans1D2" presStyleIdx="1" presStyleCnt="4"/>
      <dgm:spPr/>
    </dgm:pt>
    <dgm:pt modelId="{920D29F1-4A01-4B93-9FC9-E83EA491C34C}" type="pres">
      <dgm:prSet presAssocID="{FEFC531E-3759-42D5-AEB0-B329AB2B6168}" presName="hierRoot2" presStyleCnt="0">
        <dgm:presLayoutVars>
          <dgm:hierBranch val="init"/>
        </dgm:presLayoutVars>
      </dgm:prSet>
      <dgm:spPr/>
    </dgm:pt>
    <dgm:pt modelId="{237F49DA-E6B0-471C-800E-B24465363843}" type="pres">
      <dgm:prSet presAssocID="{FEFC531E-3759-42D5-AEB0-B329AB2B6168}" presName="rootComposite" presStyleCnt="0"/>
      <dgm:spPr/>
    </dgm:pt>
    <dgm:pt modelId="{E49D5564-96E0-4576-BF22-228A8B58E2FE}" type="pres">
      <dgm:prSet presAssocID="{FEFC531E-3759-42D5-AEB0-B329AB2B6168}" presName="rootText" presStyleLbl="node2" presStyleIdx="1" presStyleCnt="3">
        <dgm:presLayoutVars>
          <dgm:chPref val="3"/>
        </dgm:presLayoutVars>
      </dgm:prSet>
      <dgm:spPr/>
    </dgm:pt>
    <dgm:pt modelId="{F2A0A35D-E95C-443A-A130-575FFBC23C9E}" type="pres">
      <dgm:prSet presAssocID="{FEFC531E-3759-42D5-AEB0-B329AB2B6168}" presName="rootConnector" presStyleLbl="node2" presStyleIdx="1" presStyleCnt="3"/>
      <dgm:spPr/>
    </dgm:pt>
    <dgm:pt modelId="{11935F5E-ACCB-48E1-8CDE-2E29594FA5BA}" type="pres">
      <dgm:prSet presAssocID="{FEFC531E-3759-42D5-AEB0-B329AB2B6168}" presName="hierChild4" presStyleCnt="0"/>
      <dgm:spPr/>
    </dgm:pt>
    <dgm:pt modelId="{DD9FEB80-3467-44F2-802B-4BFB3ED6A982}" type="pres">
      <dgm:prSet presAssocID="{FEFC531E-3759-42D5-AEB0-B329AB2B6168}" presName="hierChild5" presStyleCnt="0"/>
      <dgm:spPr/>
    </dgm:pt>
    <dgm:pt modelId="{534C2444-0245-49EA-A616-B8A6774A2D0F}" type="pres">
      <dgm:prSet presAssocID="{E739AB07-0712-40A1-96E8-AD37913B2A21}" presName="Name37" presStyleLbl="parChTrans1D2" presStyleIdx="2" presStyleCnt="4"/>
      <dgm:spPr/>
    </dgm:pt>
    <dgm:pt modelId="{D8621D4B-A8DC-4C77-9418-6019CFB9F9B7}" type="pres">
      <dgm:prSet presAssocID="{B69AF4CD-4B39-4082-AECF-EDADCCF0DB9E}" presName="hierRoot2" presStyleCnt="0">
        <dgm:presLayoutVars>
          <dgm:hierBranch val="init"/>
        </dgm:presLayoutVars>
      </dgm:prSet>
      <dgm:spPr/>
    </dgm:pt>
    <dgm:pt modelId="{2711AAC8-367F-4D8D-9C1D-C9AAE31BB8D3}" type="pres">
      <dgm:prSet presAssocID="{B69AF4CD-4B39-4082-AECF-EDADCCF0DB9E}" presName="rootComposite" presStyleCnt="0"/>
      <dgm:spPr/>
    </dgm:pt>
    <dgm:pt modelId="{DA76CABD-ADD0-4CB1-8491-9A128135B216}" type="pres">
      <dgm:prSet presAssocID="{B69AF4CD-4B39-4082-AECF-EDADCCF0DB9E}" presName="rootText" presStyleLbl="node2" presStyleIdx="2" presStyleCnt="3">
        <dgm:presLayoutVars>
          <dgm:chPref val="3"/>
        </dgm:presLayoutVars>
      </dgm:prSet>
      <dgm:spPr/>
    </dgm:pt>
    <dgm:pt modelId="{83E72100-FB8B-49F2-A6B0-15CDE58C1AA7}" type="pres">
      <dgm:prSet presAssocID="{B69AF4CD-4B39-4082-AECF-EDADCCF0DB9E}" presName="rootConnector" presStyleLbl="node2" presStyleIdx="2" presStyleCnt="3"/>
      <dgm:spPr/>
    </dgm:pt>
    <dgm:pt modelId="{AF9C338C-B637-4E0E-8EFA-CEB017FC1A61}" type="pres">
      <dgm:prSet presAssocID="{B69AF4CD-4B39-4082-AECF-EDADCCF0DB9E}" presName="hierChild4" presStyleCnt="0"/>
      <dgm:spPr/>
    </dgm:pt>
    <dgm:pt modelId="{61B8CA7B-7D87-486B-AC8E-F8569F2E2209}" type="pres">
      <dgm:prSet presAssocID="{B69AF4CD-4B39-4082-AECF-EDADCCF0DB9E}" presName="hierChild5" presStyleCnt="0"/>
      <dgm:spPr/>
    </dgm:pt>
    <dgm:pt modelId="{D9BFC090-C0AE-42D5-B4A7-8ACEDBA59A7E}" type="pres">
      <dgm:prSet presAssocID="{EEE8B984-1014-45A8-8488-7A2576EA135B}" presName="hierChild3" presStyleCnt="0"/>
      <dgm:spPr/>
    </dgm:pt>
    <dgm:pt modelId="{8CB11082-1EF1-4340-B156-2CC680274E71}" type="pres">
      <dgm:prSet presAssocID="{2CDB837F-57E5-4F6D-98A2-21721FFAB0B6}" presName="Name111" presStyleLbl="parChTrans1D2" presStyleIdx="3" presStyleCnt="4"/>
      <dgm:spPr/>
    </dgm:pt>
    <dgm:pt modelId="{997CA120-0D21-4E32-9F5E-FEC9B1E57F8D}" type="pres">
      <dgm:prSet presAssocID="{EF7BD026-52A2-43C2-95CF-2BCE5FAD5A22}" presName="hierRoot3" presStyleCnt="0">
        <dgm:presLayoutVars>
          <dgm:hierBranch val="init"/>
        </dgm:presLayoutVars>
      </dgm:prSet>
      <dgm:spPr/>
    </dgm:pt>
    <dgm:pt modelId="{FDB7B713-2358-432C-AD6B-6B5A1C9CCB5E}" type="pres">
      <dgm:prSet presAssocID="{EF7BD026-52A2-43C2-95CF-2BCE5FAD5A22}" presName="rootComposite3" presStyleCnt="0"/>
      <dgm:spPr/>
    </dgm:pt>
    <dgm:pt modelId="{4B63DDC3-5376-4312-A17B-4439605CF3BE}" type="pres">
      <dgm:prSet presAssocID="{EF7BD026-52A2-43C2-95CF-2BCE5FAD5A22}" presName="rootText3" presStyleLbl="asst1" presStyleIdx="0" presStyleCnt="1">
        <dgm:presLayoutVars>
          <dgm:chPref val="3"/>
        </dgm:presLayoutVars>
      </dgm:prSet>
      <dgm:spPr/>
    </dgm:pt>
    <dgm:pt modelId="{1AC4C588-8ECF-4EC0-A973-2A3DA8D59873}" type="pres">
      <dgm:prSet presAssocID="{EF7BD026-52A2-43C2-95CF-2BCE5FAD5A22}" presName="rootConnector3" presStyleLbl="asst1" presStyleIdx="0" presStyleCnt="1"/>
      <dgm:spPr/>
    </dgm:pt>
    <dgm:pt modelId="{494ED1CD-0524-43C2-8CAC-0D0B23DA2005}" type="pres">
      <dgm:prSet presAssocID="{EF7BD026-52A2-43C2-95CF-2BCE5FAD5A22}" presName="hierChild6" presStyleCnt="0"/>
      <dgm:spPr/>
    </dgm:pt>
    <dgm:pt modelId="{FD1F287B-90BA-4CC7-8179-7549D4105D4B}" type="pres">
      <dgm:prSet presAssocID="{EF7BD026-52A2-43C2-95CF-2BCE5FAD5A22}" presName="hierChild7" presStyleCnt="0"/>
      <dgm:spPr/>
    </dgm:pt>
  </dgm:ptLst>
  <dgm:cxnLst>
    <dgm:cxn modelId="{7A886E0E-770A-465E-B027-944A4A0B288A}" type="presOf" srcId="{EF7BD026-52A2-43C2-95CF-2BCE5FAD5A22}" destId="{1AC4C588-8ECF-4EC0-A973-2A3DA8D59873}" srcOrd="1" destOrd="0" presId="urn:microsoft.com/office/officeart/2005/8/layout/orgChart1"/>
    <dgm:cxn modelId="{F332BD20-6DCB-4438-BDA1-CB53366EF878}" srcId="{EEE8B984-1014-45A8-8488-7A2576EA135B}" destId="{28F0FC7D-5C2A-45CE-8341-242849F466E3}" srcOrd="1" destOrd="0" parTransId="{97CF8807-840B-4C3C-8935-31B9B06FE550}" sibTransId="{0D595BC0-A831-42F4-9A8A-C9E5E71D3E63}"/>
    <dgm:cxn modelId="{5C92D324-CC4E-433B-B18A-88C40DDEF6A6}" type="presOf" srcId="{EEE8B984-1014-45A8-8488-7A2576EA135B}" destId="{1CC32FF3-3896-4338-9B07-4540BF52BC28}" srcOrd="1" destOrd="0" presId="urn:microsoft.com/office/officeart/2005/8/layout/orgChart1"/>
    <dgm:cxn modelId="{F084DB2A-D171-41C5-B538-8123D550DB2B}" type="presOf" srcId="{FEFC531E-3759-42D5-AEB0-B329AB2B6168}" destId="{E49D5564-96E0-4576-BF22-228A8B58E2FE}" srcOrd="0" destOrd="0" presId="urn:microsoft.com/office/officeart/2005/8/layout/orgChart1"/>
    <dgm:cxn modelId="{AE13C034-D91B-4BF1-8E19-ABB2DA2325AA}" type="presOf" srcId="{B69AF4CD-4B39-4082-AECF-EDADCCF0DB9E}" destId="{DA76CABD-ADD0-4CB1-8491-9A128135B216}" srcOrd="0" destOrd="0" presId="urn:microsoft.com/office/officeart/2005/8/layout/orgChart1"/>
    <dgm:cxn modelId="{33469C36-B6E6-41C6-9E10-65A379612B93}" srcId="{EEE8B984-1014-45A8-8488-7A2576EA135B}" destId="{B69AF4CD-4B39-4082-AECF-EDADCCF0DB9E}" srcOrd="3" destOrd="0" parTransId="{E739AB07-0712-40A1-96E8-AD37913B2A21}" sibTransId="{8B4E78DB-88C3-4F7A-BE2D-991755474203}"/>
    <dgm:cxn modelId="{12C9563F-02E9-49BC-A753-7807A5ED9B51}" srcId="{EEE8B984-1014-45A8-8488-7A2576EA135B}" destId="{EF7BD026-52A2-43C2-95CF-2BCE5FAD5A22}" srcOrd="0" destOrd="0" parTransId="{2CDB837F-57E5-4F6D-98A2-21721FFAB0B6}" sibTransId="{2C8A216A-15C9-494E-9894-4D7D5A1A8869}"/>
    <dgm:cxn modelId="{D04F5940-64AC-4CA2-959E-FB7450792C62}" type="presOf" srcId="{E739AB07-0712-40A1-96E8-AD37913B2A21}" destId="{534C2444-0245-49EA-A616-B8A6774A2D0F}" srcOrd="0" destOrd="0" presId="urn:microsoft.com/office/officeart/2005/8/layout/orgChart1"/>
    <dgm:cxn modelId="{5D2A025C-D795-4A0A-896F-2B708FD35179}" type="presOf" srcId="{EEE8B984-1014-45A8-8488-7A2576EA135B}" destId="{7FBC8C3D-FD9F-4D95-B6EC-808959C66D98}" srcOrd="0" destOrd="0" presId="urn:microsoft.com/office/officeart/2005/8/layout/orgChart1"/>
    <dgm:cxn modelId="{CDF2E55D-4DC8-4329-9418-C11657CD282C}" type="presOf" srcId="{97813431-1CFB-49C1-9933-7361E6FABE9F}" destId="{A8C71A1A-7CEF-40B3-A8E9-2378B9335BB9}" srcOrd="0" destOrd="0" presId="urn:microsoft.com/office/officeart/2005/8/layout/orgChart1"/>
    <dgm:cxn modelId="{30395069-57AE-4049-8A1E-277A9735A5F1}" type="presOf" srcId="{4EC4C19F-5A72-49CA-9F55-9B340F759939}" destId="{E0A3B4B6-E8DC-4BF8-8B5A-3833E1CA8C32}" srcOrd="0" destOrd="0" presId="urn:microsoft.com/office/officeart/2005/8/layout/orgChart1"/>
    <dgm:cxn modelId="{F0CBC757-2041-4187-A501-338319A49A83}" srcId="{97813431-1CFB-49C1-9933-7361E6FABE9F}" destId="{EEE8B984-1014-45A8-8488-7A2576EA135B}" srcOrd="0" destOrd="0" parTransId="{C8BC7226-5224-4379-AA1B-6BF0708D6A1C}" sibTransId="{1A4A40AA-AD10-493A-AD91-C2FA3B02BCA5}"/>
    <dgm:cxn modelId="{4D25C977-071A-4CD2-92B6-0E65DF4AF561}" type="presOf" srcId="{2CDB837F-57E5-4F6D-98A2-21721FFAB0B6}" destId="{8CB11082-1EF1-4340-B156-2CC680274E71}" srcOrd="0" destOrd="0" presId="urn:microsoft.com/office/officeart/2005/8/layout/orgChart1"/>
    <dgm:cxn modelId="{C22BA359-8238-4817-8BC7-285226D8478C}" type="presOf" srcId="{28F0FC7D-5C2A-45CE-8341-242849F466E3}" destId="{C86AA5E6-F4F0-4E25-9265-54C76FB1FC4D}" srcOrd="0" destOrd="0" presId="urn:microsoft.com/office/officeart/2005/8/layout/orgChart1"/>
    <dgm:cxn modelId="{05EB5D7B-3514-4AFD-88B8-01FC80E61214}" type="presOf" srcId="{28F0FC7D-5C2A-45CE-8341-242849F466E3}" destId="{25CD4772-2A38-47FD-B523-9A83EAB84A00}" srcOrd="1" destOrd="0" presId="urn:microsoft.com/office/officeart/2005/8/layout/orgChart1"/>
    <dgm:cxn modelId="{60FCF987-1D6C-46A8-9423-2F716A44AFC9}" type="presOf" srcId="{97CF8807-840B-4C3C-8935-31B9B06FE550}" destId="{60AB320E-2C72-4B5E-AA7C-018A5DD9C562}" srcOrd="0" destOrd="0" presId="urn:microsoft.com/office/officeart/2005/8/layout/orgChart1"/>
    <dgm:cxn modelId="{04D3E3A2-E42F-4E09-AA4A-3EF60DF0BF77}" type="presOf" srcId="{B69AF4CD-4B39-4082-AECF-EDADCCF0DB9E}" destId="{83E72100-FB8B-49F2-A6B0-15CDE58C1AA7}" srcOrd="1" destOrd="0" presId="urn:microsoft.com/office/officeart/2005/8/layout/orgChart1"/>
    <dgm:cxn modelId="{074307BD-46B9-4587-B771-4B6A116A2E65}" type="presOf" srcId="{FEFC531E-3759-42D5-AEB0-B329AB2B6168}" destId="{F2A0A35D-E95C-443A-A130-575FFBC23C9E}" srcOrd="1" destOrd="0" presId="urn:microsoft.com/office/officeart/2005/8/layout/orgChart1"/>
    <dgm:cxn modelId="{62FA48BD-49AD-4CC5-BA34-DD139AD20407}" srcId="{EEE8B984-1014-45A8-8488-7A2576EA135B}" destId="{FEFC531E-3759-42D5-AEB0-B329AB2B6168}" srcOrd="2" destOrd="0" parTransId="{4EC4C19F-5A72-49CA-9F55-9B340F759939}" sibTransId="{9C02F776-0C98-4820-9990-024CCBF66868}"/>
    <dgm:cxn modelId="{28FB4CCD-FE07-41A8-89A9-AD875995BB1F}" type="presOf" srcId="{EF7BD026-52A2-43C2-95CF-2BCE5FAD5A22}" destId="{4B63DDC3-5376-4312-A17B-4439605CF3BE}" srcOrd="0" destOrd="0" presId="urn:microsoft.com/office/officeart/2005/8/layout/orgChart1"/>
    <dgm:cxn modelId="{A99A5293-095B-4345-BBDC-10E6DEF55C0A}" type="presParOf" srcId="{A8C71A1A-7CEF-40B3-A8E9-2378B9335BB9}" destId="{35C0E03B-AB4A-4893-BC62-DCD15E9799B2}" srcOrd="0" destOrd="0" presId="urn:microsoft.com/office/officeart/2005/8/layout/orgChart1"/>
    <dgm:cxn modelId="{D88E4A9D-AD31-4300-A1AB-9186683D6DDB}" type="presParOf" srcId="{35C0E03B-AB4A-4893-BC62-DCD15E9799B2}" destId="{F927588B-4911-4F45-A0B3-649CB1EEFD99}" srcOrd="0" destOrd="0" presId="urn:microsoft.com/office/officeart/2005/8/layout/orgChart1"/>
    <dgm:cxn modelId="{ADFA0BC1-BB26-4AD4-A62A-1B76732F088C}" type="presParOf" srcId="{F927588B-4911-4F45-A0B3-649CB1EEFD99}" destId="{7FBC8C3D-FD9F-4D95-B6EC-808959C66D98}" srcOrd="0" destOrd="0" presId="urn:microsoft.com/office/officeart/2005/8/layout/orgChart1"/>
    <dgm:cxn modelId="{15D161CD-02BC-430C-B572-3CBD90027A6A}" type="presParOf" srcId="{F927588B-4911-4F45-A0B3-649CB1EEFD99}" destId="{1CC32FF3-3896-4338-9B07-4540BF52BC28}" srcOrd="1" destOrd="0" presId="urn:microsoft.com/office/officeart/2005/8/layout/orgChart1"/>
    <dgm:cxn modelId="{87D72EEC-EFEF-41BD-BEC6-9F22B3CCCC1E}" type="presParOf" srcId="{35C0E03B-AB4A-4893-BC62-DCD15E9799B2}" destId="{7ED8703A-4942-4A70-851F-557A2022B623}" srcOrd="1" destOrd="0" presId="urn:microsoft.com/office/officeart/2005/8/layout/orgChart1"/>
    <dgm:cxn modelId="{97EA074D-A71D-4F9C-A3DF-1B464A6295E7}" type="presParOf" srcId="{7ED8703A-4942-4A70-851F-557A2022B623}" destId="{60AB320E-2C72-4B5E-AA7C-018A5DD9C562}" srcOrd="0" destOrd="0" presId="urn:microsoft.com/office/officeart/2005/8/layout/orgChart1"/>
    <dgm:cxn modelId="{D9658E4E-9DD2-4AF8-90A0-73A1F9C54827}" type="presParOf" srcId="{7ED8703A-4942-4A70-851F-557A2022B623}" destId="{6EE51246-B8D8-4410-9F48-2FEECBEE2D6A}" srcOrd="1" destOrd="0" presId="urn:microsoft.com/office/officeart/2005/8/layout/orgChart1"/>
    <dgm:cxn modelId="{BB32B672-1A29-469D-B4DB-B41848485C2D}" type="presParOf" srcId="{6EE51246-B8D8-4410-9F48-2FEECBEE2D6A}" destId="{93E1BC3B-84E9-401A-8246-8E0445E9EF06}" srcOrd="0" destOrd="0" presId="urn:microsoft.com/office/officeart/2005/8/layout/orgChart1"/>
    <dgm:cxn modelId="{9A9E34B3-D4CE-40A5-A297-675ADDE11231}" type="presParOf" srcId="{93E1BC3B-84E9-401A-8246-8E0445E9EF06}" destId="{C86AA5E6-F4F0-4E25-9265-54C76FB1FC4D}" srcOrd="0" destOrd="0" presId="urn:microsoft.com/office/officeart/2005/8/layout/orgChart1"/>
    <dgm:cxn modelId="{25031BC2-BA2B-47E2-BF2D-5E877A158968}" type="presParOf" srcId="{93E1BC3B-84E9-401A-8246-8E0445E9EF06}" destId="{25CD4772-2A38-47FD-B523-9A83EAB84A00}" srcOrd="1" destOrd="0" presId="urn:microsoft.com/office/officeart/2005/8/layout/orgChart1"/>
    <dgm:cxn modelId="{0D686EC7-5CAD-4B7B-83FC-922D17C00982}" type="presParOf" srcId="{6EE51246-B8D8-4410-9F48-2FEECBEE2D6A}" destId="{316C649F-33EB-4878-A6AD-959A6E0E971F}" srcOrd="1" destOrd="0" presId="urn:microsoft.com/office/officeart/2005/8/layout/orgChart1"/>
    <dgm:cxn modelId="{CCC06EBA-40C8-438D-AD2C-B3F342D07CBF}" type="presParOf" srcId="{6EE51246-B8D8-4410-9F48-2FEECBEE2D6A}" destId="{7A7D441C-A403-455F-A369-568E1F1FF84F}" srcOrd="2" destOrd="0" presId="urn:microsoft.com/office/officeart/2005/8/layout/orgChart1"/>
    <dgm:cxn modelId="{0FC17C32-99E3-4F3C-94D1-2D026E81E87A}" type="presParOf" srcId="{7ED8703A-4942-4A70-851F-557A2022B623}" destId="{E0A3B4B6-E8DC-4BF8-8B5A-3833E1CA8C32}" srcOrd="2" destOrd="0" presId="urn:microsoft.com/office/officeart/2005/8/layout/orgChart1"/>
    <dgm:cxn modelId="{A1DE7F58-9F12-4CED-B9E0-2B0C4C292CF5}" type="presParOf" srcId="{7ED8703A-4942-4A70-851F-557A2022B623}" destId="{920D29F1-4A01-4B93-9FC9-E83EA491C34C}" srcOrd="3" destOrd="0" presId="urn:microsoft.com/office/officeart/2005/8/layout/orgChart1"/>
    <dgm:cxn modelId="{9FDCEB4C-DA38-49A1-82B1-9E694A6ECE3B}" type="presParOf" srcId="{920D29F1-4A01-4B93-9FC9-E83EA491C34C}" destId="{237F49DA-E6B0-471C-800E-B24465363843}" srcOrd="0" destOrd="0" presId="urn:microsoft.com/office/officeart/2005/8/layout/orgChart1"/>
    <dgm:cxn modelId="{5867CFCE-DC81-4BDA-BE5B-2661C7F0E568}" type="presParOf" srcId="{237F49DA-E6B0-471C-800E-B24465363843}" destId="{E49D5564-96E0-4576-BF22-228A8B58E2FE}" srcOrd="0" destOrd="0" presId="urn:microsoft.com/office/officeart/2005/8/layout/orgChart1"/>
    <dgm:cxn modelId="{79E1B7AD-5622-4E12-9A0B-085D36633079}" type="presParOf" srcId="{237F49DA-E6B0-471C-800E-B24465363843}" destId="{F2A0A35D-E95C-443A-A130-575FFBC23C9E}" srcOrd="1" destOrd="0" presId="urn:microsoft.com/office/officeart/2005/8/layout/orgChart1"/>
    <dgm:cxn modelId="{E4981D8C-1EF0-4E36-8A30-FACDCB4854F3}" type="presParOf" srcId="{920D29F1-4A01-4B93-9FC9-E83EA491C34C}" destId="{11935F5E-ACCB-48E1-8CDE-2E29594FA5BA}" srcOrd="1" destOrd="0" presId="urn:microsoft.com/office/officeart/2005/8/layout/orgChart1"/>
    <dgm:cxn modelId="{02B6EDBE-F189-4091-B47C-48B1A4CD65A6}" type="presParOf" srcId="{920D29F1-4A01-4B93-9FC9-E83EA491C34C}" destId="{DD9FEB80-3467-44F2-802B-4BFB3ED6A982}" srcOrd="2" destOrd="0" presId="urn:microsoft.com/office/officeart/2005/8/layout/orgChart1"/>
    <dgm:cxn modelId="{DCD94F2B-F2E0-4023-A829-CF1C86EFA0BB}" type="presParOf" srcId="{7ED8703A-4942-4A70-851F-557A2022B623}" destId="{534C2444-0245-49EA-A616-B8A6774A2D0F}" srcOrd="4" destOrd="0" presId="urn:microsoft.com/office/officeart/2005/8/layout/orgChart1"/>
    <dgm:cxn modelId="{04EF4998-3010-4B80-BCDB-47E165F120DE}" type="presParOf" srcId="{7ED8703A-4942-4A70-851F-557A2022B623}" destId="{D8621D4B-A8DC-4C77-9418-6019CFB9F9B7}" srcOrd="5" destOrd="0" presId="urn:microsoft.com/office/officeart/2005/8/layout/orgChart1"/>
    <dgm:cxn modelId="{24ACDBDF-FC84-40FC-BB92-6660B9AB71C6}" type="presParOf" srcId="{D8621D4B-A8DC-4C77-9418-6019CFB9F9B7}" destId="{2711AAC8-367F-4D8D-9C1D-C9AAE31BB8D3}" srcOrd="0" destOrd="0" presId="urn:microsoft.com/office/officeart/2005/8/layout/orgChart1"/>
    <dgm:cxn modelId="{9EBFF294-D4ED-4135-BF04-23C3460127C0}" type="presParOf" srcId="{2711AAC8-367F-4D8D-9C1D-C9AAE31BB8D3}" destId="{DA76CABD-ADD0-4CB1-8491-9A128135B216}" srcOrd="0" destOrd="0" presId="urn:microsoft.com/office/officeart/2005/8/layout/orgChart1"/>
    <dgm:cxn modelId="{DBE16CC2-E003-4E3F-A51C-F29156E124E8}" type="presParOf" srcId="{2711AAC8-367F-4D8D-9C1D-C9AAE31BB8D3}" destId="{83E72100-FB8B-49F2-A6B0-15CDE58C1AA7}" srcOrd="1" destOrd="0" presId="urn:microsoft.com/office/officeart/2005/8/layout/orgChart1"/>
    <dgm:cxn modelId="{1DEDE404-4C59-4DBD-8619-2A8B87AB3932}" type="presParOf" srcId="{D8621D4B-A8DC-4C77-9418-6019CFB9F9B7}" destId="{AF9C338C-B637-4E0E-8EFA-CEB017FC1A61}" srcOrd="1" destOrd="0" presId="urn:microsoft.com/office/officeart/2005/8/layout/orgChart1"/>
    <dgm:cxn modelId="{07C4C326-E6C6-437B-A03D-2B6A19B430C6}" type="presParOf" srcId="{D8621D4B-A8DC-4C77-9418-6019CFB9F9B7}" destId="{61B8CA7B-7D87-486B-AC8E-F8569F2E2209}" srcOrd="2" destOrd="0" presId="urn:microsoft.com/office/officeart/2005/8/layout/orgChart1"/>
    <dgm:cxn modelId="{E1CDFB83-9621-480A-926B-C2680C86F688}" type="presParOf" srcId="{35C0E03B-AB4A-4893-BC62-DCD15E9799B2}" destId="{D9BFC090-C0AE-42D5-B4A7-8ACEDBA59A7E}" srcOrd="2" destOrd="0" presId="urn:microsoft.com/office/officeart/2005/8/layout/orgChart1"/>
    <dgm:cxn modelId="{DD72D0FF-0682-4A64-994C-EC6DE631EFEF}" type="presParOf" srcId="{D9BFC090-C0AE-42D5-B4A7-8ACEDBA59A7E}" destId="{8CB11082-1EF1-4340-B156-2CC680274E71}" srcOrd="0" destOrd="0" presId="urn:microsoft.com/office/officeart/2005/8/layout/orgChart1"/>
    <dgm:cxn modelId="{C3DEA094-C6D9-4CC5-8B56-FEB662D3DF70}" type="presParOf" srcId="{D9BFC090-C0AE-42D5-B4A7-8ACEDBA59A7E}" destId="{997CA120-0D21-4E32-9F5E-FEC9B1E57F8D}" srcOrd="1" destOrd="0" presId="urn:microsoft.com/office/officeart/2005/8/layout/orgChart1"/>
    <dgm:cxn modelId="{483E53BE-550B-4B86-AB05-97F7CB1B3D3A}" type="presParOf" srcId="{997CA120-0D21-4E32-9F5E-FEC9B1E57F8D}" destId="{FDB7B713-2358-432C-AD6B-6B5A1C9CCB5E}" srcOrd="0" destOrd="0" presId="urn:microsoft.com/office/officeart/2005/8/layout/orgChart1"/>
    <dgm:cxn modelId="{4CC71B46-7D0D-406C-8C37-AA88F5FAFD9E}" type="presParOf" srcId="{FDB7B713-2358-432C-AD6B-6B5A1C9CCB5E}" destId="{4B63DDC3-5376-4312-A17B-4439605CF3BE}" srcOrd="0" destOrd="0" presId="urn:microsoft.com/office/officeart/2005/8/layout/orgChart1"/>
    <dgm:cxn modelId="{8983E5E5-D45C-4AEF-9D5E-C69AD6F971CD}" type="presParOf" srcId="{FDB7B713-2358-432C-AD6B-6B5A1C9CCB5E}" destId="{1AC4C588-8ECF-4EC0-A973-2A3DA8D59873}" srcOrd="1" destOrd="0" presId="urn:microsoft.com/office/officeart/2005/8/layout/orgChart1"/>
    <dgm:cxn modelId="{B87D85CC-ECA3-4583-8C7A-3AB7902C8204}" type="presParOf" srcId="{997CA120-0D21-4E32-9F5E-FEC9B1E57F8D}" destId="{494ED1CD-0524-43C2-8CAC-0D0B23DA2005}" srcOrd="1" destOrd="0" presId="urn:microsoft.com/office/officeart/2005/8/layout/orgChart1"/>
    <dgm:cxn modelId="{B94F5E41-833C-4DA9-9B00-F5B153EEB1B0}" type="presParOf" srcId="{997CA120-0D21-4E32-9F5E-FEC9B1E57F8D}" destId="{FD1F287B-90BA-4CC7-8179-7549D4105D4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B11082-1EF1-4340-B156-2CC680274E71}">
      <dsp:nvSpPr>
        <dsp:cNvPr id="0" name=""/>
        <dsp:cNvSpPr/>
      </dsp:nvSpPr>
      <dsp:spPr>
        <a:xfrm>
          <a:off x="4077765" y="1084957"/>
          <a:ext cx="227342" cy="995976"/>
        </a:xfrm>
        <a:custGeom>
          <a:avLst/>
          <a:gdLst/>
          <a:ahLst/>
          <a:cxnLst/>
          <a:rect l="0" t="0" r="0" b="0"/>
          <a:pathLst>
            <a:path>
              <a:moveTo>
                <a:pt x="227342" y="0"/>
              </a:moveTo>
              <a:lnTo>
                <a:pt x="227342" y="995976"/>
              </a:lnTo>
              <a:lnTo>
                <a:pt x="0" y="99597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4C2444-0245-49EA-A616-B8A6774A2D0F}">
      <dsp:nvSpPr>
        <dsp:cNvPr id="0" name=""/>
        <dsp:cNvSpPr/>
      </dsp:nvSpPr>
      <dsp:spPr>
        <a:xfrm>
          <a:off x="4305108" y="1084957"/>
          <a:ext cx="2619851" cy="19919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4610"/>
              </a:lnTo>
              <a:lnTo>
                <a:pt x="2619851" y="1764610"/>
              </a:lnTo>
              <a:lnTo>
                <a:pt x="2619851" y="199195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A3B4B6-E8DC-4BF8-8B5A-3833E1CA8C32}">
      <dsp:nvSpPr>
        <dsp:cNvPr id="0" name=""/>
        <dsp:cNvSpPr/>
      </dsp:nvSpPr>
      <dsp:spPr>
        <a:xfrm>
          <a:off x="4259388" y="1084957"/>
          <a:ext cx="91440" cy="19919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9195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AB320E-2C72-4B5E-AA7C-018A5DD9C562}">
      <dsp:nvSpPr>
        <dsp:cNvPr id="0" name=""/>
        <dsp:cNvSpPr/>
      </dsp:nvSpPr>
      <dsp:spPr>
        <a:xfrm>
          <a:off x="1685256" y="1084957"/>
          <a:ext cx="2619851" cy="1991953"/>
        </a:xfrm>
        <a:custGeom>
          <a:avLst/>
          <a:gdLst/>
          <a:ahLst/>
          <a:cxnLst/>
          <a:rect l="0" t="0" r="0" b="0"/>
          <a:pathLst>
            <a:path>
              <a:moveTo>
                <a:pt x="2619851" y="0"/>
              </a:moveTo>
              <a:lnTo>
                <a:pt x="2619851" y="1764610"/>
              </a:lnTo>
              <a:lnTo>
                <a:pt x="0" y="1764610"/>
              </a:lnTo>
              <a:lnTo>
                <a:pt x="0" y="199195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BC8C3D-FD9F-4D95-B6EC-808959C66D98}">
      <dsp:nvSpPr>
        <dsp:cNvPr id="0" name=""/>
        <dsp:cNvSpPr/>
      </dsp:nvSpPr>
      <dsp:spPr>
        <a:xfrm>
          <a:off x="3222524" y="2374"/>
          <a:ext cx="2165166" cy="1082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Reforma Tributária</a:t>
          </a:r>
        </a:p>
      </dsp:txBody>
      <dsp:txXfrm>
        <a:off x="3222524" y="2374"/>
        <a:ext cx="2165166" cy="1082583"/>
      </dsp:txXfrm>
    </dsp:sp>
    <dsp:sp modelId="{C86AA5E6-F4F0-4E25-9265-54C76FB1FC4D}">
      <dsp:nvSpPr>
        <dsp:cNvPr id="0" name=""/>
        <dsp:cNvSpPr/>
      </dsp:nvSpPr>
      <dsp:spPr>
        <a:xfrm>
          <a:off x="602673" y="3076911"/>
          <a:ext cx="2165166" cy="1082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Frente de implementação (Sistemas, Tecnologia, Faturamento)</a:t>
          </a:r>
        </a:p>
      </dsp:txBody>
      <dsp:txXfrm>
        <a:off x="602673" y="3076911"/>
        <a:ext cx="2165166" cy="1082583"/>
      </dsp:txXfrm>
    </dsp:sp>
    <dsp:sp modelId="{E49D5564-96E0-4576-BF22-228A8B58E2FE}">
      <dsp:nvSpPr>
        <dsp:cNvPr id="0" name=""/>
        <dsp:cNvSpPr/>
      </dsp:nvSpPr>
      <dsp:spPr>
        <a:xfrm>
          <a:off x="3222524" y="3076911"/>
          <a:ext cx="2165166" cy="1082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Frente de Cálculo de Impacto</a:t>
          </a:r>
        </a:p>
      </dsp:txBody>
      <dsp:txXfrm>
        <a:off x="3222524" y="3076911"/>
        <a:ext cx="2165166" cy="1082583"/>
      </dsp:txXfrm>
    </dsp:sp>
    <dsp:sp modelId="{DA76CABD-ADD0-4CB1-8491-9A128135B216}">
      <dsp:nvSpPr>
        <dsp:cNvPr id="0" name=""/>
        <dsp:cNvSpPr/>
      </dsp:nvSpPr>
      <dsp:spPr>
        <a:xfrm>
          <a:off x="5842376" y="3076911"/>
          <a:ext cx="2165166" cy="1082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Frente de Reestruturação (Contratos, suprimentos, precificação, </a:t>
          </a:r>
          <a:r>
            <a:rPr lang="pt-BR" sz="1500" kern="1200" dirty="0" err="1"/>
            <a:t>etc</a:t>
          </a:r>
          <a:r>
            <a:rPr lang="pt-BR" sz="1500" kern="1200" dirty="0"/>
            <a:t>)</a:t>
          </a:r>
        </a:p>
      </dsp:txBody>
      <dsp:txXfrm>
        <a:off x="5842376" y="3076911"/>
        <a:ext cx="2165166" cy="1082583"/>
      </dsp:txXfrm>
    </dsp:sp>
    <dsp:sp modelId="{4B63DDC3-5376-4312-A17B-4439605CF3BE}">
      <dsp:nvSpPr>
        <dsp:cNvPr id="0" name=""/>
        <dsp:cNvSpPr/>
      </dsp:nvSpPr>
      <dsp:spPr>
        <a:xfrm>
          <a:off x="1912598" y="1539642"/>
          <a:ext cx="2165166" cy="1082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Diretoria</a:t>
          </a:r>
        </a:p>
      </dsp:txBody>
      <dsp:txXfrm>
        <a:off x="1912598" y="1539642"/>
        <a:ext cx="2165166" cy="10825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A118BA4-A7F7-481C-8BF3-9AE0D77C21D5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E40F25-7CFB-4AE3-841B-B3772FA5513B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55AAF7-5176-4C9A-BFB9-AB06B6F22F1E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448822B-BB54-4485-AC9A-35F1B043C2B3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B5ABC1-5C27-4151-AE79-3A744117EF5C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F02996D-1F7A-405E-916F-25AF673D4207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ADB77AD-3105-4557-97B2-1D340CA012C0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0E5CC86-7425-4B1E-BA30-A13B7A331FA9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FD0958D-986A-41B0-8FDA-12A4BAC2E6AC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DD96960-1B31-4E0A-86B2-CB5CC2C868B4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EDA9038-0E0D-4AD1-B10E-00E5C0BDDF82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3F72723-285D-444E-B437-313D322D54C3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DE3E45-EF90-4C7F-832B-A06FD502E918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C5ED8BC-CA2A-4954-B721-63465D953EA5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0F2D4D1-52CE-4893-9550-0ADF553A373F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CEA3F50-86E5-46A6-98C7-0F73D9FD3139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C2D050-8586-44D9-B1EE-9E4A464FD219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621E1A-1DD5-4E56-8F28-BF360CAFAF7D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F4A6A9-459C-4884-91E2-0EAA36E7463E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6C03EE3-42EB-41BD-AEC5-BA4FFE15D648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037D24A-31B7-4DD1-AD77-3C24B0275994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15161A5-A054-47EE-8212-97CFF0151F7E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07A5A5-FA7F-4AFF-9F06-9E245E0DF553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8217EC3-3244-422A-9F62-8E0B0E521D0C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B1D655B-75F3-40D2-A617-74FC1658E71D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8777702-B768-478C-ABFD-7F41BF52F52D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Comentar com enfoque na materialidade ampliada de serviços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1112E3C-5B16-428E-BC25-556057A295F9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B1C4E3-DF1C-4693-88F9-3DE66590F3AE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FB6B5F-B5CE-4CA7-9677-706AF7545BDB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4A3E94-1C8F-4A23-A111-68EF80BB5668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exto e Títul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094294-89CC-493D-BCC5-6A534153D1F1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17D12B-5450-4092-BA66-B6E395D9297A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C5EEEA-0395-4432-87A0-22E756D36DD9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02FB88-7EBB-4799-8EDD-F6887E376A7F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6A94E2-2489-4AFB-9EA6-B222D2F64F29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1DD2FF-43DE-4FF1-99C6-41478CB6DB78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6FA9C2-32B9-4296-82CA-927C9CD6A55C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357536-0825-4B29-B46E-2A34F305A38A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FCBD10-F460-49A9-BD5E-25559E116F18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hyperlink" Target="https://valor.globo.com/legislacao/noticia/2025/02/09/projeto-de-lei-quer-excluir-ibscbs-do-calculo-do-icms.g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563280"/>
            <a:ext cx="7267680" cy="175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Segoe UI Light"/>
              </a:rPr>
              <a:t>Reforma tributária e aspectos da LC 214/2025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838080" y="5384880"/>
            <a:ext cx="7314840" cy="77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Segoe UI Light"/>
              </a:rPr>
              <a:t>Conceitos gerais da reforma sobre o consumo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Freeform: 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72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  <a:gd name="GluePoint1X" fmla="*/ 0 w 12192000"/>
              <a:gd name="GluePoint1Y" fmla="*/ 0 h 6858000"/>
              <a:gd name="GluePoint2X" fmla="*/ 3852070 w 12192000"/>
              <a:gd name="GluePoint2Y" fmla="*/ 0 h 6858000"/>
              <a:gd name="GluePoint3X" fmla="*/ 3878367 w 12192000"/>
              <a:gd name="GluePoint3Y" fmla="*/ 23504 h 6858000"/>
              <a:gd name="GluePoint4X" fmla="*/ 3885324 w 12192000"/>
              <a:gd name="GluePoint4Y" fmla="*/ 84795 h 6858000"/>
              <a:gd name="GluePoint5X" fmla="*/ 3820400 w 12192000"/>
              <a:gd name="GluePoint5Y" fmla="*/ 131127 h 6858000"/>
              <a:gd name="GluePoint6X" fmla="*/ 3631811 w 12192000"/>
              <a:gd name="GluePoint6Y" fmla="*/ 219929 h 6858000"/>
              <a:gd name="GluePoint7X" fmla="*/ 4327428 w 12192000"/>
              <a:gd name="GluePoint7Y" fmla="*/ 351201 h 6858000"/>
              <a:gd name="GluePoint8X" fmla="*/ 4080099 w 12192000"/>
              <a:gd name="GluePoint8Y" fmla="*/ 432279 h 6858000"/>
              <a:gd name="GluePoint9X" fmla="*/ 3823492 w 12192000"/>
              <a:gd name="GluePoint9Y" fmla="*/ 490194 h 6858000"/>
              <a:gd name="GluePoint10X" fmla="*/ 3545246 w 12192000"/>
              <a:gd name="GluePoint10Y" fmla="*/ 532664 h 6858000"/>
              <a:gd name="GluePoint11X" fmla="*/ 3291732 w 12192000"/>
              <a:gd name="GluePoint11Y" fmla="*/ 617605 h 6858000"/>
              <a:gd name="GluePoint12X" fmla="*/ 3953340 w 12192000"/>
              <a:gd name="GluePoint12Y" fmla="*/ 652353 h 6858000"/>
              <a:gd name="GluePoint13X" fmla="*/ 3610170 w 12192000"/>
              <a:gd name="GluePoint13Y" fmla="*/ 729572 h 6858000"/>
              <a:gd name="GluePoint14X" fmla="*/ 3328832 w 12192000"/>
              <a:gd name="GluePoint14Y" fmla="*/ 829957 h 6858000"/>
              <a:gd name="GluePoint15X" fmla="*/ 3130966 w 12192000"/>
              <a:gd name="GluePoint15Y" fmla="*/ 876288 h 6858000"/>
              <a:gd name="GluePoint16X" fmla="*/ 2920736 w 12192000"/>
              <a:gd name="GluePoint16Y" fmla="*/ 887872 h 6858000"/>
              <a:gd name="GluePoint17X" fmla="*/ 2871269 w 12192000"/>
              <a:gd name="GluePoint17Y" fmla="*/ 961228 h 6858000"/>
              <a:gd name="GluePoint18X" fmla="*/ 2936195 w 12192000"/>
              <a:gd name="GluePoint18Y" fmla="*/ 1038448 h 6858000"/>
              <a:gd name="GluePoint19X" fmla="*/ 3035126 w 12192000"/>
              <a:gd name="GluePoint19Y" fmla="*/ 1046168 h 6858000"/>
              <a:gd name="GluePoint20X" fmla="*/ 3625627 w 12192000"/>
              <a:gd name="GluePoint20Y" fmla="*/ 1065474 h 6858000"/>
              <a:gd name="GluePoint21X" fmla="*/ 1733551 w 12192000"/>
              <a:gd name="GluePoint21Y" fmla="*/ 1235355 h 6858000"/>
              <a:gd name="GluePoint22X" fmla="*/ 1990156 w 12192000"/>
              <a:gd name="GluePoint22Y" fmla="*/ 1339602 h 6858000"/>
              <a:gd name="GluePoint23X" fmla="*/ 2076722 w 12192000"/>
              <a:gd name="GluePoint23Y" fmla="*/ 1625311 h 6858000"/>
              <a:gd name="GluePoint24X" fmla="*/ 2392067 w 12192000"/>
              <a:gd name="GluePoint24Y" fmla="*/ 1787470 h 6858000"/>
              <a:gd name="GluePoint25X" fmla="*/ 2596115 w 12192000"/>
              <a:gd name="GluePoint25Y" fmla="*/ 1845385 h 6858000"/>
              <a:gd name="GluePoint26X" fmla="*/ 3062950 w 12192000"/>
              <a:gd name="GluePoint26Y" fmla="*/ 1930326 h 6858000"/>
              <a:gd name="GluePoint27X" fmla="*/ 3130966 w 12192000"/>
              <a:gd name="GluePoint27Y" fmla="*/ 2069319 h 6858000"/>
              <a:gd name="GluePoint28X" fmla="*/ 3189708 w 12192000"/>
              <a:gd name="GluePoint28Y" fmla="*/ 2223754 h 6858000"/>
              <a:gd name="GluePoint29X" fmla="*/ 3313373 w 12192000"/>
              <a:gd name="GluePoint29Y" fmla="*/ 2324141 h 6858000"/>
              <a:gd name="GluePoint30X" fmla="*/ 2351877 w 12192000"/>
              <a:gd name="GluePoint30Y" fmla="*/ 2308697 h 6858000"/>
              <a:gd name="GluePoint31X" fmla="*/ 3437038 w 12192000"/>
              <a:gd name="GluePoint31Y" fmla="*/ 2633017 h 6858000"/>
              <a:gd name="GluePoint32X" fmla="*/ 3341198 w 12192000"/>
              <a:gd name="GluePoint32Y" fmla="*/ 2760427 h 6858000"/>
              <a:gd name="GluePoint33X" fmla="*/ 3934791 w 12192000"/>
              <a:gd name="GluePoint33Y" fmla="*/ 2934169 h 6858000"/>
              <a:gd name="GluePoint34X" fmla="*/ 3616352 w 12192000"/>
              <a:gd name="GluePoint34Y" fmla="*/ 2953473 h 6858000"/>
              <a:gd name="GluePoint35X" fmla="*/ 5468240 w 12192000"/>
              <a:gd name="GluePoint35Y" fmla="*/ 3679329 h 6858000"/>
              <a:gd name="GluePoint36X" fmla="*/ 8111582 w 12192000"/>
              <a:gd name="GluePoint36Y" fmla="*/ 4204418 h 6858000"/>
              <a:gd name="GluePoint37X" fmla="*/ 9144186 w 12192000"/>
              <a:gd name="GluePoint37Y" fmla="*/ 4304802 h 6858000"/>
              <a:gd name="GluePoint38X" fmla="*/ 10319004 w 12192000"/>
              <a:gd name="GluePoint38Y" fmla="*/ 4273915 h 6858000"/>
              <a:gd name="GluePoint39X" fmla="*/ 12053408 w 12192000"/>
              <a:gd name="GluePoint39Y" fmla="*/ 3907125 h 6858000"/>
              <a:gd name="GluePoint40X" fmla="*/ 12192000 w 12192000"/>
              <a:gd name="GluePoint40Y" fmla="*/ 3841157 h 6858000"/>
              <a:gd name="GluePoint41X" fmla="*/ 12192000 w 12192000"/>
              <a:gd name="GluePoint41Y" fmla="*/ 6858000 h 6858000"/>
              <a:gd name="GluePoint42X" fmla="*/ 0 w 12192000"/>
              <a:gd name="GluePoint42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</a:cxnLst>
            <a:rect l="textAreaLeft" t="textAreaTop" r="textAreaRight" b="textAreaBottom"/>
            <a:pathLst>
              <a:path w="12192000" h="6858000">
                <a:moveTo>
                  <a:pt x="0" y="0"/>
                </a:moveTo>
                <a:lnTo>
                  <a:pt x="3852070" y="0"/>
                </a:lnTo>
                <a:lnTo>
                  <a:pt x="3878367" y="23504"/>
                </a:lnTo>
                <a:cubicBezTo>
                  <a:pt x="3887642" y="39430"/>
                  <a:pt x="3891507" y="59700"/>
                  <a:pt x="3885324" y="84795"/>
                </a:cubicBezTo>
                <a:cubicBezTo>
                  <a:pt x="3876049" y="123406"/>
                  <a:pt x="3845133" y="123406"/>
                  <a:pt x="3820400" y="131127"/>
                </a:cubicBezTo>
                <a:cubicBezTo>
                  <a:pt x="3764751" y="154292"/>
                  <a:pt x="3696735" y="138849"/>
                  <a:pt x="3631811" y="219929"/>
                </a:cubicBezTo>
                <a:cubicBezTo>
                  <a:pt x="3879141" y="262399"/>
                  <a:pt x="4117198" y="181318"/>
                  <a:pt x="4327428" y="351201"/>
                </a:cubicBezTo>
                <a:cubicBezTo>
                  <a:pt x="4250138" y="436142"/>
                  <a:pt x="4163572" y="416836"/>
                  <a:pt x="4080099" y="432279"/>
                </a:cubicBezTo>
                <a:cubicBezTo>
                  <a:pt x="3993533" y="447725"/>
                  <a:pt x="3910058" y="474751"/>
                  <a:pt x="3823492" y="490194"/>
                </a:cubicBezTo>
                <a:cubicBezTo>
                  <a:pt x="3730743" y="509498"/>
                  <a:pt x="3637993" y="513360"/>
                  <a:pt x="3545246" y="532664"/>
                </a:cubicBezTo>
                <a:cubicBezTo>
                  <a:pt x="3467954" y="548109"/>
                  <a:pt x="3384480" y="521081"/>
                  <a:pt x="3291732" y="617605"/>
                </a:cubicBezTo>
                <a:cubicBezTo>
                  <a:pt x="3520513" y="687103"/>
                  <a:pt x="3727651" y="582857"/>
                  <a:pt x="3953340" y="652353"/>
                </a:cubicBezTo>
                <a:cubicBezTo>
                  <a:pt x="3820400" y="714129"/>
                  <a:pt x="3712194" y="694824"/>
                  <a:pt x="3610170" y="729572"/>
                </a:cubicBezTo>
                <a:cubicBezTo>
                  <a:pt x="3517420" y="764322"/>
                  <a:pt x="3406122" y="725712"/>
                  <a:pt x="3328832" y="829957"/>
                </a:cubicBezTo>
                <a:cubicBezTo>
                  <a:pt x="3270090" y="911035"/>
                  <a:pt x="3208258" y="922618"/>
                  <a:pt x="3130966" y="876288"/>
                </a:cubicBezTo>
                <a:cubicBezTo>
                  <a:pt x="3062950" y="833818"/>
                  <a:pt x="2988752" y="845400"/>
                  <a:pt x="2920736" y="887872"/>
                </a:cubicBezTo>
                <a:cubicBezTo>
                  <a:pt x="2896004" y="903315"/>
                  <a:pt x="2871269" y="922618"/>
                  <a:pt x="2871269" y="961228"/>
                </a:cubicBezTo>
                <a:cubicBezTo>
                  <a:pt x="2871269" y="1015283"/>
                  <a:pt x="2902186" y="1030726"/>
                  <a:pt x="2936195" y="1038448"/>
                </a:cubicBezTo>
                <a:cubicBezTo>
                  <a:pt x="2967111" y="1046168"/>
                  <a:pt x="3004210" y="1053891"/>
                  <a:pt x="3035126" y="1046168"/>
                </a:cubicBezTo>
                <a:cubicBezTo>
                  <a:pt x="3232990" y="1003700"/>
                  <a:pt x="3427764" y="1073194"/>
                  <a:pt x="3625627" y="1065474"/>
                </a:cubicBezTo>
                <a:cubicBezTo>
                  <a:pt x="3004210" y="1231494"/>
                  <a:pt x="2376610" y="1177441"/>
                  <a:pt x="1733551" y="1235355"/>
                </a:cubicBezTo>
                <a:cubicBezTo>
                  <a:pt x="1817025" y="1351183"/>
                  <a:pt x="1925232" y="1254661"/>
                  <a:pt x="1990156" y="1339602"/>
                </a:cubicBezTo>
                <a:cubicBezTo>
                  <a:pt x="1928323" y="1517205"/>
                  <a:pt x="1953057" y="1613728"/>
                  <a:pt x="2076722" y="1625311"/>
                </a:cubicBezTo>
                <a:cubicBezTo>
                  <a:pt x="2197295" y="1636894"/>
                  <a:pt x="2327143" y="1575118"/>
                  <a:pt x="2392067" y="1787470"/>
                </a:cubicBezTo>
                <a:cubicBezTo>
                  <a:pt x="2410617" y="1853106"/>
                  <a:pt x="2525008" y="1833802"/>
                  <a:pt x="2596115" y="1845385"/>
                </a:cubicBezTo>
                <a:cubicBezTo>
                  <a:pt x="2750696" y="1872411"/>
                  <a:pt x="2914554" y="1845385"/>
                  <a:pt x="3062950" y="1930326"/>
                </a:cubicBezTo>
                <a:cubicBezTo>
                  <a:pt x="3121692" y="1961213"/>
                  <a:pt x="3161883" y="1984378"/>
                  <a:pt x="3130966" y="2069319"/>
                </a:cubicBezTo>
                <a:cubicBezTo>
                  <a:pt x="3100050" y="2158121"/>
                  <a:pt x="3140242" y="2189008"/>
                  <a:pt x="3189708" y="2223754"/>
                </a:cubicBezTo>
                <a:cubicBezTo>
                  <a:pt x="3226808" y="2250784"/>
                  <a:pt x="3282457" y="2243060"/>
                  <a:pt x="3313373" y="2324141"/>
                </a:cubicBezTo>
                <a:cubicBezTo>
                  <a:pt x="2988752" y="2312558"/>
                  <a:pt x="2673405" y="2246923"/>
                  <a:pt x="2351877" y="2308697"/>
                </a:cubicBezTo>
                <a:cubicBezTo>
                  <a:pt x="2704323" y="2463134"/>
                  <a:pt x="3090776" y="2455412"/>
                  <a:pt x="3437038" y="2633017"/>
                </a:cubicBezTo>
                <a:cubicBezTo>
                  <a:pt x="3424671" y="2694791"/>
                  <a:pt x="3344289" y="2667764"/>
                  <a:pt x="3341198" y="2760427"/>
                </a:cubicBezTo>
                <a:cubicBezTo>
                  <a:pt x="3523603" y="2856951"/>
                  <a:pt x="3743110" y="2791314"/>
                  <a:pt x="3934791" y="2934169"/>
                </a:cubicBezTo>
                <a:cubicBezTo>
                  <a:pt x="3823492" y="2999805"/>
                  <a:pt x="3721469" y="2891699"/>
                  <a:pt x="3616352" y="2953473"/>
                </a:cubicBezTo>
                <a:cubicBezTo>
                  <a:pt x="3650361" y="3046136"/>
                  <a:pt x="5189993" y="3617555"/>
                  <a:pt x="5468240" y="3679329"/>
                </a:cubicBezTo>
                <a:cubicBezTo>
                  <a:pt x="6034007" y="3806740"/>
                  <a:pt x="7663296" y="4131059"/>
                  <a:pt x="8111582" y="4204418"/>
                </a:cubicBezTo>
                <a:cubicBezTo>
                  <a:pt x="8457844" y="4258470"/>
                  <a:pt x="8801016" y="4300942"/>
                  <a:pt x="9144186" y="4304802"/>
                </a:cubicBezTo>
                <a:cubicBezTo>
                  <a:pt x="9536822" y="4308663"/>
                  <a:pt x="9926368" y="4289359"/>
                  <a:pt x="10319004" y="4273915"/>
                </a:cubicBezTo>
                <a:cubicBezTo>
                  <a:pt x="10906415" y="4250750"/>
                  <a:pt x="11484549" y="4158087"/>
                  <a:pt x="12053408" y="3907125"/>
                </a:cubicBezTo>
                <a:lnTo>
                  <a:pt x="12192000" y="3841157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b506">
              <a:alpha val="11000"/>
            </a:srgbClr>
          </a:solidFill>
          <a:ln w="32707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4680000" y="-180000"/>
            <a:ext cx="7380000" cy="3874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m 2"/>
          <p:cNvPicPr/>
          <p:nvPr/>
        </p:nvPicPr>
        <p:blipFill>
          <a:blip r:embed="rId1"/>
          <a:stretch/>
        </p:blipFill>
        <p:spPr>
          <a:xfrm>
            <a:off x="180000" y="6126840"/>
            <a:ext cx="1800000" cy="64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Picture 1"/>
          <p:cNvPicPr/>
          <p:nvPr/>
        </p:nvPicPr>
        <p:blipFill>
          <a:blip r:embed="rId2"/>
          <a:stretch/>
        </p:blipFill>
        <p:spPr>
          <a:xfrm>
            <a:off x="540000" y="1440000"/>
            <a:ext cx="1908000" cy="2340000"/>
          </a:xfrm>
          <a:prstGeom prst="rect">
            <a:avLst/>
          </a:prstGeom>
          <a:noFill/>
          <a:ln cap="rnd" w="12600">
            <a:solidFill>
              <a:srgbClr val="3465a4"/>
            </a:solidFill>
            <a:prstDash val="sysDash"/>
            <a:round/>
          </a:ln>
        </p:spPr>
      </p:pic>
      <p:sp>
        <p:nvSpPr>
          <p:cNvPr id="73" name=""/>
          <p:cNvSpPr txBox="1"/>
          <p:nvPr/>
        </p:nvSpPr>
        <p:spPr>
          <a:xfrm>
            <a:off x="3240000" y="0"/>
            <a:ext cx="5162760" cy="56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Apresentação – Eduardo Oliveira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Espaço Reservado para Conteúdo 1"/>
          <p:cNvSpPr/>
          <p:nvPr/>
        </p:nvSpPr>
        <p:spPr>
          <a:xfrm>
            <a:off x="2880000" y="900000"/>
            <a:ext cx="9000000" cy="30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85840" indent="-285840" algn="just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156082"/>
              </a:buClr>
              <a:buFont typeface="Wingdings" charset="2"/>
              <a:buChar char=""/>
            </a:pPr>
            <a:r>
              <a:rPr lang="pt-BR" sz="2000" b="0" u="none" strike="noStrike">
                <a:solidFill>
                  <a:srgbClr val="555555"/>
                </a:solidFill>
                <a:effectLst/>
                <a:uFillTx/>
                <a:latin typeface="Arial"/>
                <a:ea typeface="Verdana"/>
              </a:rPr>
              <a:t>Contador, Graduado em Ciências Contábeis pela Universidade 7 de Setembro;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156082"/>
              </a:buClr>
              <a:buFont typeface="Wingdings" charset="2"/>
              <a:buChar char=""/>
            </a:pPr>
            <a:r>
              <a:rPr lang="pt-BR" sz="2000" b="0" u="none" strike="noStrike">
                <a:solidFill>
                  <a:srgbClr val="555555"/>
                </a:solidFill>
                <a:effectLst/>
                <a:uFillTx/>
                <a:latin typeface="Arial"/>
                <a:ea typeface="Verdana"/>
              </a:rPr>
              <a:t>Especializado em Direito, Processo e Planejamento Tributário pela UNIFOR;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156082"/>
              </a:buClr>
              <a:buFont typeface="Wingdings" charset="2"/>
              <a:buChar char=""/>
            </a:pPr>
            <a:r>
              <a:rPr lang="pt-BR" sz="2000" b="0" u="none" strike="noStrike">
                <a:solidFill>
                  <a:srgbClr val="555555"/>
                </a:solidFill>
                <a:effectLst/>
                <a:uFillTx/>
                <a:latin typeface="Arial"/>
                <a:ea typeface="Verdana"/>
              </a:rPr>
              <a:t>Sócio da CEO Consultoria Tributária;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156082"/>
              </a:buClr>
              <a:buFont typeface="Wingdings" charset="2"/>
              <a:buChar char=""/>
            </a:pPr>
            <a:r>
              <a:rPr lang="pt-BR" sz="2000" b="0" u="none" strike="noStrike">
                <a:solidFill>
                  <a:srgbClr val="555555"/>
                </a:solidFill>
                <a:effectLst/>
                <a:uFillTx/>
                <a:latin typeface="Arial"/>
                <a:ea typeface="Verdana"/>
              </a:rPr>
              <a:t>Experiência como gestor de planejamento tributário de indústria de grande porte, e ex-Consultor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156082"/>
              </a:buClr>
              <a:buFont typeface="Wingdings" charset="2"/>
              <a:buChar char=""/>
            </a:pPr>
            <a:r>
              <a:rPr lang="pt-BR" sz="2000" b="0" u="none" strike="noStrike">
                <a:solidFill>
                  <a:srgbClr val="555555"/>
                </a:solidFill>
                <a:effectLst/>
                <a:uFillTx/>
                <a:latin typeface="Arial"/>
                <a:ea typeface="Verdana"/>
              </a:rPr>
              <a:t>Tributos com atuação em big four - EY (uma das maiores empresas do mundo na área de auditoria,impostos e transações corporativas);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Imagem 9"/>
          <p:cNvPicPr/>
          <p:nvPr/>
        </p:nvPicPr>
        <p:blipFill>
          <a:blip r:embed="rId1"/>
          <a:stretch/>
        </p:blipFill>
        <p:spPr>
          <a:xfrm>
            <a:off x="10260000" y="6120000"/>
            <a:ext cx="1800000" cy="64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CaixaDeTexto 1"/>
          <p:cNvSpPr/>
          <p:nvPr/>
        </p:nvSpPr>
        <p:spPr>
          <a:xfrm>
            <a:off x="519840" y="1039320"/>
            <a:ext cx="10924920" cy="60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marL="343080" indent="-343080" algn="ctr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Introdução – O novo sistema tributário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Por que a Reforma foi criada: objetivos, princípios e cronograma de transição;</a:t>
            </a:r>
            <a:br>
              <a:rPr sz="1800"/>
            </a:b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Regras gerais do IBS e CBS (estrutura, base de cálculo e fato gerador);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br>
              <a:rPr sz="2400"/>
            </a:b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 Impactos no setor de prestação de serviços;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Impactos em preço e em créditos;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Cesta básica, alíquota reduzida e redução de 100%: quando o setor de serviços se enquadra (ou não);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Cálculo estimado de alíquotas e cenários para empresas de serviços;</a:t>
            </a:r>
            <a:br>
              <a:rPr sz="1800"/>
            </a:b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 Não cumulatividade e Split Payment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Como funcionará a apuração assistida do IBS/CBS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Obrigações acessórias e transmissões de dados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Fiscalização eletrônica automática: riscos e responsabilidades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Como se preparar para a contabilidade digital integrada;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Freeform: 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72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  <a:gd name="GluePoint1X" fmla="*/ 0 w 12192000"/>
              <a:gd name="GluePoint1Y" fmla="*/ 0 h 6858000"/>
              <a:gd name="GluePoint2X" fmla="*/ 3852070 w 12192000"/>
              <a:gd name="GluePoint2Y" fmla="*/ 0 h 6858000"/>
              <a:gd name="GluePoint3X" fmla="*/ 3878367 w 12192000"/>
              <a:gd name="GluePoint3Y" fmla="*/ 23504 h 6858000"/>
              <a:gd name="GluePoint4X" fmla="*/ 3885324 w 12192000"/>
              <a:gd name="GluePoint4Y" fmla="*/ 84795 h 6858000"/>
              <a:gd name="GluePoint5X" fmla="*/ 3820400 w 12192000"/>
              <a:gd name="GluePoint5Y" fmla="*/ 131127 h 6858000"/>
              <a:gd name="GluePoint6X" fmla="*/ 3631811 w 12192000"/>
              <a:gd name="GluePoint6Y" fmla="*/ 219929 h 6858000"/>
              <a:gd name="GluePoint7X" fmla="*/ 4327428 w 12192000"/>
              <a:gd name="GluePoint7Y" fmla="*/ 351201 h 6858000"/>
              <a:gd name="GluePoint8X" fmla="*/ 4080099 w 12192000"/>
              <a:gd name="GluePoint8Y" fmla="*/ 432279 h 6858000"/>
              <a:gd name="GluePoint9X" fmla="*/ 3823492 w 12192000"/>
              <a:gd name="GluePoint9Y" fmla="*/ 490194 h 6858000"/>
              <a:gd name="GluePoint10X" fmla="*/ 3545246 w 12192000"/>
              <a:gd name="GluePoint10Y" fmla="*/ 532664 h 6858000"/>
              <a:gd name="GluePoint11X" fmla="*/ 3291732 w 12192000"/>
              <a:gd name="GluePoint11Y" fmla="*/ 617605 h 6858000"/>
              <a:gd name="GluePoint12X" fmla="*/ 3953340 w 12192000"/>
              <a:gd name="GluePoint12Y" fmla="*/ 652353 h 6858000"/>
              <a:gd name="GluePoint13X" fmla="*/ 3610170 w 12192000"/>
              <a:gd name="GluePoint13Y" fmla="*/ 729572 h 6858000"/>
              <a:gd name="GluePoint14X" fmla="*/ 3328832 w 12192000"/>
              <a:gd name="GluePoint14Y" fmla="*/ 829957 h 6858000"/>
              <a:gd name="GluePoint15X" fmla="*/ 3130966 w 12192000"/>
              <a:gd name="GluePoint15Y" fmla="*/ 876288 h 6858000"/>
              <a:gd name="GluePoint16X" fmla="*/ 2920736 w 12192000"/>
              <a:gd name="GluePoint16Y" fmla="*/ 887872 h 6858000"/>
              <a:gd name="GluePoint17X" fmla="*/ 2871269 w 12192000"/>
              <a:gd name="GluePoint17Y" fmla="*/ 961228 h 6858000"/>
              <a:gd name="GluePoint18X" fmla="*/ 2936195 w 12192000"/>
              <a:gd name="GluePoint18Y" fmla="*/ 1038448 h 6858000"/>
              <a:gd name="GluePoint19X" fmla="*/ 3035126 w 12192000"/>
              <a:gd name="GluePoint19Y" fmla="*/ 1046168 h 6858000"/>
              <a:gd name="GluePoint20X" fmla="*/ 3625627 w 12192000"/>
              <a:gd name="GluePoint20Y" fmla="*/ 1065474 h 6858000"/>
              <a:gd name="GluePoint21X" fmla="*/ 1733551 w 12192000"/>
              <a:gd name="GluePoint21Y" fmla="*/ 1235355 h 6858000"/>
              <a:gd name="GluePoint22X" fmla="*/ 1990156 w 12192000"/>
              <a:gd name="GluePoint22Y" fmla="*/ 1339602 h 6858000"/>
              <a:gd name="GluePoint23X" fmla="*/ 2076722 w 12192000"/>
              <a:gd name="GluePoint23Y" fmla="*/ 1625311 h 6858000"/>
              <a:gd name="GluePoint24X" fmla="*/ 2392067 w 12192000"/>
              <a:gd name="GluePoint24Y" fmla="*/ 1787470 h 6858000"/>
              <a:gd name="GluePoint25X" fmla="*/ 2596115 w 12192000"/>
              <a:gd name="GluePoint25Y" fmla="*/ 1845385 h 6858000"/>
              <a:gd name="GluePoint26X" fmla="*/ 3062950 w 12192000"/>
              <a:gd name="GluePoint26Y" fmla="*/ 1930326 h 6858000"/>
              <a:gd name="GluePoint27X" fmla="*/ 3130966 w 12192000"/>
              <a:gd name="GluePoint27Y" fmla="*/ 2069319 h 6858000"/>
              <a:gd name="GluePoint28X" fmla="*/ 3189708 w 12192000"/>
              <a:gd name="GluePoint28Y" fmla="*/ 2223754 h 6858000"/>
              <a:gd name="GluePoint29X" fmla="*/ 3313373 w 12192000"/>
              <a:gd name="GluePoint29Y" fmla="*/ 2324141 h 6858000"/>
              <a:gd name="GluePoint30X" fmla="*/ 2351877 w 12192000"/>
              <a:gd name="GluePoint30Y" fmla="*/ 2308697 h 6858000"/>
              <a:gd name="GluePoint31X" fmla="*/ 3437038 w 12192000"/>
              <a:gd name="GluePoint31Y" fmla="*/ 2633017 h 6858000"/>
              <a:gd name="GluePoint32X" fmla="*/ 3341198 w 12192000"/>
              <a:gd name="GluePoint32Y" fmla="*/ 2760427 h 6858000"/>
              <a:gd name="GluePoint33X" fmla="*/ 3934791 w 12192000"/>
              <a:gd name="GluePoint33Y" fmla="*/ 2934169 h 6858000"/>
              <a:gd name="GluePoint34X" fmla="*/ 3616352 w 12192000"/>
              <a:gd name="GluePoint34Y" fmla="*/ 2953473 h 6858000"/>
              <a:gd name="GluePoint35X" fmla="*/ 5468240 w 12192000"/>
              <a:gd name="GluePoint35Y" fmla="*/ 3679329 h 6858000"/>
              <a:gd name="GluePoint36X" fmla="*/ 8111582 w 12192000"/>
              <a:gd name="GluePoint36Y" fmla="*/ 4204418 h 6858000"/>
              <a:gd name="GluePoint37X" fmla="*/ 9144186 w 12192000"/>
              <a:gd name="GluePoint37Y" fmla="*/ 4304802 h 6858000"/>
              <a:gd name="GluePoint38X" fmla="*/ 10319004 w 12192000"/>
              <a:gd name="GluePoint38Y" fmla="*/ 4273915 h 6858000"/>
              <a:gd name="GluePoint39X" fmla="*/ 12053408 w 12192000"/>
              <a:gd name="GluePoint39Y" fmla="*/ 3907125 h 6858000"/>
              <a:gd name="GluePoint40X" fmla="*/ 12192000 w 12192000"/>
              <a:gd name="GluePoint40Y" fmla="*/ 3841157 h 6858000"/>
              <a:gd name="GluePoint41X" fmla="*/ 12192000 w 12192000"/>
              <a:gd name="GluePoint41Y" fmla="*/ 6858000 h 6858000"/>
              <a:gd name="GluePoint42X" fmla="*/ 0 w 12192000"/>
              <a:gd name="GluePoint42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</a:cxnLst>
            <a:rect l="textAreaLeft" t="textAreaTop" r="textAreaRight" b="textAreaBottom"/>
            <a:pathLst>
              <a:path w="12192000" h="6858000">
                <a:moveTo>
                  <a:pt x="0" y="0"/>
                </a:moveTo>
                <a:lnTo>
                  <a:pt x="3852070" y="0"/>
                </a:lnTo>
                <a:lnTo>
                  <a:pt x="3878367" y="23504"/>
                </a:lnTo>
                <a:cubicBezTo>
                  <a:pt x="3887642" y="39430"/>
                  <a:pt x="3891507" y="59700"/>
                  <a:pt x="3885324" y="84795"/>
                </a:cubicBezTo>
                <a:cubicBezTo>
                  <a:pt x="3876049" y="123406"/>
                  <a:pt x="3845133" y="123406"/>
                  <a:pt x="3820400" y="131127"/>
                </a:cubicBezTo>
                <a:cubicBezTo>
                  <a:pt x="3764751" y="154292"/>
                  <a:pt x="3696735" y="138849"/>
                  <a:pt x="3631811" y="219929"/>
                </a:cubicBezTo>
                <a:cubicBezTo>
                  <a:pt x="3879141" y="262399"/>
                  <a:pt x="4117198" y="181318"/>
                  <a:pt x="4327428" y="351201"/>
                </a:cubicBezTo>
                <a:cubicBezTo>
                  <a:pt x="4250138" y="436142"/>
                  <a:pt x="4163572" y="416836"/>
                  <a:pt x="4080099" y="432279"/>
                </a:cubicBezTo>
                <a:cubicBezTo>
                  <a:pt x="3993533" y="447725"/>
                  <a:pt x="3910058" y="474751"/>
                  <a:pt x="3823492" y="490194"/>
                </a:cubicBezTo>
                <a:cubicBezTo>
                  <a:pt x="3730743" y="509498"/>
                  <a:pt x="3637993" y="513360"/>
                  <a:pt x="3545246" y="532664"/>
                </a:cubicBezTo>
                <a:cubicBezTo>
                  <a:pt x="3467954" y="548109"/>
                  <a:pt x="3384480" y="521081"/>
                  <a:pt x="3291732" y="617605"/>
                </a:cubicBezTo>
                <a:cubicBezTo>
                  <a:pt x="3520513" y="687103"/>
                  <a:pt x="3727651" y="582857"/>
                  <a:pt x="3953340" y="652353"/>
                </a:cubicBezTo>
                <a:cubicBezTo>
                  <a:pt x="3820400" y="714129"/>
                  <a:pt x="3712194" y="694824"/>
                  <a:pt x="3610170" y="729572"/>
                </a:cubicBezTo>
                <a:cubicBezTo>
                  <a:pt x="3517420" y="764322"/>
                  <a:pt x="3406122" y="725712"/>
                  <a:pt x="3328832" y="829957"/>
                </a:cubicBezTo>
                <a:cubicBezTo>
                  <a:pt x="3270090" y="911035"/>
                  <a:pt x="3208258" y="922618"/>
                  <a:pt x="3130966" y="876288"/>
                </a:cubicBezTo>
                <a:cubicBezTo>
                  <a:pt x="3062950" y="833818"/>
                  <a:pt x="2988752" y="845400"/>
                  <a:pt x="2920736" y="887872"/>
                </a:cubicBezTo>
                <a:cubicBezTo>
                  <a:pt x="2896004" y="903315"/>
                  <a:pt x="2871269" y="922618"/>
                  <a:pt x="2871269" y="961228"/>
                </a:cubicBezTo>
                <a:cubicBezTo>
                  <a:pt x="2871269" y="1015283"/>
                  <a:pt x="2902186" y="1030726"/>
                  <a:pt x="2936195" y="1038448"/>
                </a:cubicBezTo>
                <a:cubicBezTo>
                  <a:pt x="2967111" y="1046168"/>
                  <a:pt x="3004210" y="1053891"/>
                  <a:pt x="3035126" y="1046168"/>
                </a:cubicBezTo>
                <a:cubicBezTo>
                  <a:pt x="3232990" y="1003700"/>
                  <a:pt x="3427764" y="1073194"/>
                  <a:pt x="3625627" y="1065474"/>
                </a:cubicBezTo>
                <a:cubicBezTo>
                  <a:pt x="3004210" y="1231494"/>
                  <a:pt x="2376610" y="1177441"/>
                  <a:pt x="1733551" y="1235355"/>
                </a:cubicBezTo>
                <a:cubicBezTo>
                  <a:pt x="1817025" y="1351183"/>
                  <a:pt x="1925232" y="1254661"/>
                  <a:pt x="1990156" y="1339602"/>
                </a:cubicBezTo>
                <a:cubicBezTo>
                  <a:pt x="1928323" y="1517205"/>
                  <a:pt x="1953057" y="1613728"/>
                  <a:pt x="2076722" y="1625311"/>
                </a:cubicBezTo>
                <a:cubicBezTo>
                  <a:pt x="2197295" y="1636894"/>
                  <a:pt x="2327143" y="1575118"/>
                  <a:pt x="2392067" y="1787470"/>
                </a:cubicBezTo>
                <a:cubicBezTo>
                  <a:pt x="2410617" y="1853106"/>
                  <a:pt x="2525008" y="1833802"/>
                  <a:pt x="2596115" y="1845385"/>
                </a:cubicBezTo>
                <a:cubicBezTo>
                  <a:pt x="2750696" y="1872411"/>
                  <a:pt x="2914554" y="1845385"/>
                  <a:pt x="3062950" y="1930326"/>
                </a:cubicBezTo>
                <a:cubicBezTo>
                  <a:pt x="3121692" y="1961213"/>
                  <a:pt x="3161883" y="1984378"/>
                  <a:pt x="3130966" y="2069319"/>
                </a:cubicBezTo>
                <a:cubicBezTo>
                  <a:pt x="3100050" y="2158121"/>
                  <a:pt x="3140242" y="2189008"/>
                  <a:pt x="3189708" y="2223754"/>
                </a:cubicBezTo>
                <a:cubicBezTo>
                  <a:pt x="3226808" y="2250784"/>
                  <a:pt x="3282457" y="2243060"/>
                  <a:pt x="3313373" y="2324141"/>
                </a:cubicBezTo>
                <a:cubicBezTo>
                  <a:pt x="2988752" y="2312558"/>
                  <a:pt x="2673405" y="2246923"/>
                  <a:pt x="2351877" y="2308697"/>
                </a:cubicBezTo>
                <a:cubicBezTo>
                  <a:pt x="2704323" y="2463134"/>
                  <a:pt x="3090776" y="2455412"/>
                  <a:pt x="3437038" y="2633017"/>
                </a:cubicBezTo>
                <a:cubicBezTo>
                  <a:pt x="3424671" y="2694791"/>
                  <a:pt x="3344289" y="2667764"/>
                  <a:pt x="3341198" y="2760427"/>
                </a:cubicBezTo>
                <a:cubicBezTo>
                  <a:pt x="3523603" y="2856951"/>
                  <a:pt x="3743110" y="2791314"/>
                  <a:pt x="3934791" y="2934169"/>
                </a:cubicBezTo>
                <a:cubicBezTo>
                  <a:pt x="3823492" y="2999805"/>
                  <a:pt x="3721469" y="2891699"/>
                  <a:pt x="3616352" y="2953473"/>
                </a:cubicBezTo>
                <a:cubicBezTo>
                  <a:pt x="3650361" y="3046136"/>
                  <a:pt x="5189993" y="3617555"/>
                  <a:pt x="5468240" y="3679329"/>
                </a:cubicBezTo>
                <a:cubicBezTo>
                  <a:pt x="6034007" y="3806740"/>
                  <a:pt x="7663296" y="4131059"/>
                  <a:pt x="8111582" y="4204418"/>
                </a:cubicBezTo>
                <a:cubicBezTo>
                  <a:pt x="8457844" y="4258470"/>
                  <a:pt x="8801016" y="4300942"/>
                  <a:pt x="9144186" y="4304802"/>
                </a:cubicBezTo>
                <a:cubicBezTo>
                  <a:pt x="9536822" y="4308663"/>
                  <a:pt x="9926368" y="4289359"/>
                  <a:pt x="10319004" y="4273915"/>
                </a:cubicBezTo>
                <a:cubicBezTo>
                  <a:pt x="10906415" y="4250750"/>
                  <a:pt x="11484549" y="4158087"/>
                  <a:pt x="12053408" y="3907125"/>
                </a:cubicBezTo>
                <a:lnTo>
                  <a:pt x="12192000" y="3841157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b506">
              <a:alpha val="11000"/>
            </a:srgbClr>
          </a:solidFill>
          <a:ln w="32707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m 11"/>
          <p:cNvPicPr/>
          <p:nvPr/>
        </p:nvPicPr>
        <p:blipFill>
          <a:blip r:embed="rId1"/>
          <a:stretch/>
        </p:blipFill>
        <p:spPr>
          <a:xfrm>
            <a:off x="10260000" y="6120000"/>
            <a:ext cx="1800000" cy="64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CaixaDeTexto 6"/>
          <p:cNvSpPr/>
          <p:nvPr/>
        </p:nvSpPr>
        <p:spPr>
          <a:xfrm>
            <a:off x="519840" y="1039320"/>
            <a:ext cx="10924920" cy="60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marL="343080" indent="-343080" algn="ctr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Introdução – O novo sistema tributário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Por que a Reforma foi criada: objetivos, princípios e cronograma de transição;</a:t>
            </a:r>
            <a:br>
              <a:rPr sz="1800"/>
            </a:b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Regras gerais do IBS e CBS (estrutura, base de cálculo e fato gerador);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br>
              <a:rPr sz="2400"/>
            </a:b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 Impactos no setor de prestação de serviços;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Impactos em preço e em créditos;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Cesta básica, alíquota reduzida e redução de 100%: quando o setor de serviços se enquadra (ou não);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Cálculo estimado de alíquotas e cenários para empresas de serviços;</a:t>
            </a:r>
            <a:br>
              <a:rPr sz="1800"/>
            </a:b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 Não cumulatividade e Split Payment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Como funcionará a apuração assistida do IBS/CBS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Obrigações acessórias e transmissões de dados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Fiscalização eletrônica automática: riscos e responsabilidades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Como se preparar para a contabilidade digital integrada;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Freeform: 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72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  <a:gd name="GluePoint1X" fmla="*/ 0 w 12192000"/>
              <a:gd name="GluePoint1Y" fmla="*/ 0 h 6858000"/>
              <a:gd name="GluePoint2X" fmla="*/ 3852070 w 12192000"/>
              <a:gd name="GluePoint2Y" fmla="*/ 0 h 6858000"/>
              <a:gd name="GluePoint3X" fmla="*/ 3878367 w 12192000"/>
              <a:gd name="GluePoint3Y" fmla="*/ 23504 h 6858000"/>
              <a:gd name="GluePoint4X" fmla="*/ 3885324 w 12192000"/>
              <a:gd name="GluePoint4Y" fmla="*/ 84795 h 6858000"/>
              <a:gd name="GluePoint5X" fmla="*/ 3820400 w 12192000"/>
              <a:gd name="GluePoint5Y" fmla="*/ 131127 h 6858000"/>
              <a:gd name="GluePoint6X" fmla="*/ 3631811 w 12192000"/>
              <a:gd name="GluePoint6Y" fmla="*/ 219929 h 6858000"/>
              <a:gd name="GluePoint7X" fmla="*/ 4327428 w 12192000"/>
              <a:gd name="GluePoint7Y" fmla="*/ 351201 h 6858000"/>
              <a:gd name="GluePoint8X" fmla="*/ 4080099 w 12192000"/>
              <a:gd name="GluePoint8Y" fmla="*/ 432279 h 6858000"/>
              <a:gd name="GluePoint9X" fmla="*/ 3823492 w 12192000"/>
              <a:gd name="GluePoint9Y" fmla="*/ 490194 h 6858000"/>
              <a:gd name="GluePoint10X" fmla="*/ 3545246 w 12192000"/>
              <a:gd name="GluePoint10Y" fmla="*/ 532664 h 6858000"/>
              <a:gd name="GluePoint11X" fmla="*/ 3291732 w 12192000"/>
              <a:gd name="GluePoint11Y" fmla="*/ 617605 h 6858000"/>
              <a:gd name="GluePoint12X" fmla="*/ 3953340 w 12192000"/>
              <a:gd name="GluePoint12Y" fmla="*/ 652353 h 6858000"/>
              <a:gd name="GluePoint13X" fmla="*/ 3610170 w 12192000"/>
              <a:gd name="GluePoint13Y" fmla="*/ 729572 h 6858000"/>
              <a:gd name="GluePoint14X" fmla="*/ 3328832 w 12192000"/>
              <a:gd name="GluePoint14Y" fmla="*/ 829957 h 6858000"/>
              <a:gd name="GluePoint15X" fmla="*/ 3130966 w 12192000"/>
              <a:gd name="GluePoint15Y" fmla="*/ 876288 h 6858000"/>
              <a:gd name="GluePoint16X" fmla="*/ 2920736 w 12192000"/>
              <a:gd name="GluePoint16Y" fmla="*/ 887872 h 6858000"/>
              <a:gd name="GluePoint17X" fmla="*/ 2871269 w 12192000"/>
              <a:gd name="GluePoint17Y" fmla="*/ 961228 h 6858000"/>
              <a:gd name="GluePoint18X" fmla="*/ 2936195 w 12192000"/>
              <a:gd name="GluePoint18Y" fmla="*/ 1038448 h 6858000"/>
              <a:gd name="GluePoint19X" fmla="*/ 3035126 w 12192000"/>
              <a:gd name="GluePoint19Y" fmla="*/ 1046168 h 6858000"/>
              <a:gd name="GluePoint20X" fmla="*/ 3625627 w 12192000"/>
              <a:gd name="GluePoint20Y" fmla="*/ 1065474 h 6858000"/>
              <a:gd name="GluePoint21X" fmla="*/ 1733551 w 12192000"/>
              <a:gd name="GluePoint21Y" fmla="*/ 1235355 h 6858000"/>
              <a:gd name="GluePoint22X" fmla="*/ 1990156 w 12192000"/>
              <a:gd name="GluePoint22Y" fmla="*/ 1339602 h 6858000"/>
              <a:gd name="GluePoint23X" fmla="*/ 2076722 w 12192000"/>
              <a:gd name="GluePoint23Y" fmla="*/ 1625311 h 6858000"/>
              <a:gd name="GluePoint24X" fmla="*/ 2392067 w 12192000"/>
              <a:gd name="GluePoint24Y" fmla="*/ 1787470 h 6858000"/>
              <a:gd name="GluePoint25X" fmla="*/ 2596115 w 12192000"/>
              <a:gd name="GluePoint25Y" fmla="*/ 1845385 h 6858000"/>
              <a:gd name="GluePoint26X" fmla="*/ 3062950 w 12192000"/>
              <a:gd name="GluePoint26Y" fmla="*/ 1930326 h 6858000"/>
              <a:gd name="GluePoint27X" fmla="*/ 3130966 w 12192000"/>
              <a:gd name="GluePoint27Y" fmla="*/ 2069319 h 6858000"/>
              <a:gd name="GluePoint28X" fmla="*/ 3189708 w 12192000"/>
              <a:gd name="GluePoint28Y" fmla="*/ 2223754 h 6858000"/>
              <a:gd name="GluePoint29X" fmla="*/ 3313373 w 12192000"/>
              <a:gd name="GluePoint29Y" fmla="*/ 2324141 h 6858000"/>
              <a:gd name="GluePoint30X" fmla="*/ 2351877 w 12192000"/>
              <a:gd name="GluePoint30Y" fmla="*/ 2308697 h 6858000"/>
              <a:gd name="GluePoint31X" fmla="*/ 3437038 w 12192000"/>
              <a:gd name="GluePoint31Y" fmla="*/ 2633017 h 6858000"/>
              <a:gd name="GluePoint32X" fmla="*/ 3341198 w 12192000"/>
              <a:gd name="GluePoint32Y" fmla="*/ 2760427 h 6858000"/>
              <a:gd name="GluePoint33X" fmla="*/ 3934791 w 12192000"/>
              <a:gd name="GluePoint33Y" fmla="*/ 2934169 h 6858000"/>
              <a:gd name="GluePoint34X" fmla="*/ 3616352 w 12192000"/>
              <a:gd name="GluePoint34Y" fmla="*/ 2953473 h 6858000"/>
              <a:gd name="GluePoint35X" fmla="*/ 5468240 w 12192000"/>
              <a:gd name="GluePoint35Y" fmla="*/ 3679329 h 6858000"/>
              <a:gd name="GluePoint36X" fmla="*/ 8111582 w 12192000"/>
              <a:gd name="GluePoint36Y" fmla="*/ 4204418 h 6858000"/>
              <a:gd name="GluePoint37X" fmla="*/ 9144186 w 12192000"/>
              <a:gd name="GluePoint37Y" fmla="*/ 4304802 h 6858000"/>
              <a:gd name="GluePoint38X" fmla="*/ 10319004 w 12192000"/>
              <a:gd name="GluePoint38Y" fmla="*/ 4273915 h 6858000"/>
              <a:gd name="GluePoint39X" fmla="*/ 12053408 w 12192000"/>
              <a:gd name="GluePoint39Y" fmla="*/ 3907125 h 6858000"/>
              <a:gd name="GluePoint40X" fmla="*/ 12192000 w 12192000"/>
              <a:gd name="GluePoint40Y" fmla="*/ 3841157 h 6858000"/>
              <a:gd name="GluePoint41X" fmla="*/ 12192000 w 12192000"/>
              <a:gd name="GluePoint41Y" fmla="*/ 6858000 h 6858000"/>
              <a:gd name="GluePoint42X" fmla="*/ 0 w 12192000"/>
              <a:gd name="GluePoint42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</a:cxnLst>
            <a:rect l="textAreaLeft" t="textAreaTop" r="textAreaRight" b="textAreaBottom"/>
            <a:pathLst>
              <a:path w="12192000" h="6858000">
                <a:moveTo>
                  <a:pt x="0" y="0"/>
                </a:moveTo>
                <a:lnTo>
                  <a:pt x="3852070" y="0"/>
                </a:lnTo>
                <a:lnTo>
                  <a:pt x="3878367" y="23504"/>
                </a:lnTo>
                <a:cubicBezTo>
                  <a:pt x="3887642" y="39430"/>
                  <a:pt x="3891507" y="59700"/>
                  <a:pt x="3885324" y="84795"/>
                </a:cubicBezTo>
                <a:cubicBezTo>
                  <a:pt x="3876049" y="123406"/>
                  <a:pt x="3845133" y="123406"/>
                  <a:pt x="3820400" y="131127"/>
                </a:cubicBezTo>
                <a:cubicBezTo>
                  <a:pt x="3764751" y="154292"/>
                  <a:pt x="3696735" y="138849"/>
                  <a:pt x="3631811" y="219929"/>
                </a:cubicBezTo>
                <a:cubicBezTo>
                  <a:pt x="3879141" y="262399"/>
                  <a:pt x="4117198" y="181318"/>
                  <a:pt x="4327428" y="351201"/>
                </a:cubicBezTo>
                <a:cubicBezTo>
                  <a:pt x="4250138" y="436142"/>
                  <a:pt x="4163572" y="416836"/>
                  <a:pt x="4080099" y="432279"/>
                </a:cubicBezTo>
                <a:cubicBezTo>
                  <a:pt x="3993533" y="447725"/>
                  <a:pt x="3910058" y="474751"/>
                  <a:pt x="3823492" y="490194"/>
                </a:cubicBezTo>
                <a:cubicBezTo>
                  <a:pt x="3730743" y="509498"/>
                  <a:pt x="3637993" y="513360"/>
                  <a:pt x="3545246" y="532664"/>
                </a:cubicBezTo>
                <a:cubicBezTo>
                  <a:pt x="3467954" y="548109"/>
                  <a:pt x="3384480" y="521081"/>
                  <a:pt x="3291732" y="617605"/>
                </a:cubicBezTo>
                <a:cubicBezTo>
                  <a:pt x="3520513" y="687103"/>
                  <a:pt x="3727651" y="582857"/>
                  <a:pt x="3953340" y="652353"/>
                </a:cubicBezTo>
                <a:cubicBezTo>
                  <a:pt x="3820400" y="714129"/>
                  <a:pt x="3712194" y="694824"/>
                  <a:pt x="3610170" y="729572"/>
                </a:cubicBezTo>
                <a:cubicBezTo>
                  <a:pt x="3517420" y="764322"/>
                  <a:pt x="3406122" y="725712"/>
                  <a:pt x="3328832" y="829957"/>
                </a:cubicBezTo>
                <a:cubicBezTo>
                  <a:pt x="3270090" y="911035"/>
                  <a:pt x="3208258" y="922618"/>
                  <a:pt x="3130966" y="876288"/>
                </a:cubicBezTo>
                <a:cubicBezTo>
                  <a:pt x="3062950" y="833818"/>
                  <a:pt x="2988752" y="845400"/>
                  <a:pt x="2920736" y="887872"/>
                </a:cubicBezTo>
                <a:cubicBezTo>
                  <a:pt x="2896004" y="903315"/>
                  <a:pt x="2871269" y="922618"/>
                  <a:pt x="2871269" y="961228"/>
                </a:cubicBezTo>
                <a:cubicBezTo>
                  <a:pt x="2871269" y="1015283"/>
                  <a:pt x="2902186" y="1030726"/>
                  <a:pt x="2936195" y="1038448"/>
                </a:cubicBezTo>
                <a:cubicBezTo>
                  <a:pt x="2967111" y="1046168"/>
                  <a:pt x="3004210" y="1053891"/>
                  <a:pt x="3035126" y="1046168"/>
                </a:cubicBezTo>
                <a:cubicBezTo>
                  <a:pt x="3232990" y="1003700"/>
                  <a:pt x="3427764" y="1073194"/>
                  <a:pt x="3625627" y="1065474"/>
                </a:cubicBezTo>
                <a:cubicBezTo>
                  <a:pt x="3004210" y="1231494"/>
                  <a:pt x="2376610" y="1177441"/>
                  <a:pt x="1733551" y="1235355"/>
                </a:cubicBezTo>
                <a:cubicBezTo>
                  <a:pt x="1817025" y="1351183"/>
                  <a:pt x="1925232" y="1254661"/>
                  <a:pt x="1990156" y="1339602"/>
                </a:cubicBezTo>
                <a:cubicBezTo>
                  <a:pt x="1928323" y="1517205"/>
                  <a:pt x="1953057" y="1613728"/>
                  <a:pt x="2076722" y="1625311"/>
                </a:cubicBezTo>
                <a:cubicBezTo>
                  <a:pt x="2197295" y="1636894"/>
                  <a:pt x="2327143" y="1575118"/>
                  <a:pt x="2392067" y="1787470"/>
                </a:cubicBezTo>
                <a:cubicBezTo>
                  <a:pt x="2410617" y="1853106"/>
                  <a:pt x="2525008" y="1833802"/>
                  <a:pt x="2596115" y="1845385"/>
                </a:cubicBezTo>
                <a:cubicBezTo>
                  <a:pt x="2750696" y="1872411"/>
                  <a:pt x="2914554" y="1845385"/>
                  <a:pt x="3062950" y="1930326"/>
                </a:cubicBezTo>
                <a:cubicBezTo>
                  <a:pt x="3121692" y="1961213"/>
                  <a:pt x="3161883" y="1984378"/>
                  <a:pt x="3130966" y="2069319"/>
                </a:cubicBezTo>
                <a:cubicBezTo>
                  <a:pt x="3100050" y="2158121"/>
                  <a:pt x="3140242" y="2189008"/>
                  <a:pt x="3189708" y="2223754"/>
                </a:cubicBezTo>
                <a:cubicBezTo>
                  <a:pt x="3226808" y="2250784"/>
                  <a:pt x="3282457" y="2243060"/>
                  <a:pt x="3313373" y="2324141"/>
                </a:cubicBezTo>
                <a:cubicBezTo>
                  <a:pt x="2988752" y="2312558"/>
                  <a:pt x="2673405" y="2246923"/>
                  <a:pt x="2351877" y="2308697"/>
                </a:cubicBezTo>
                <a:cubicBezTo>
                  <a:pt x="2704323" y="2463134"/>
                  <a:pt x="3090776" y="2455412"/>
                  <a:pt x="3437038" y="2633017"/>
                </a:cubicBezTo>
                <a:cubicBezTo>
                  <a:pt x="3424671" y="2694791"/>
                  <a:pt x="3344289" y="2667764"/>
                  <a:pt x="3341198" y="2760427"/>
                </a:cubicBezTo>
                <a:cubicBezTo>
                  <a:pt x="3523603" y="2856951"/>
                  <a:pt x="3743110" y="2791314"/>
                  <a:pt x="3934791" y="2934169"/>
                </a:cubicBezTo>
                <a:cubicBezTo>
                  <a:pt x="3823492" y="2999805"/>
                  <a:pt x="3721469" y="2891699"/>
                  <a:pt x="3616352" y="2953473"/>
                </a:cubicBezTo>
                <a:cubicBezTo>
                  <a:pt x="3650361" y="3046136"/>
                  <a:pt x="5189993" y="3617555"/>
                  <a:pt x="5468240" y="3679329"/>
                </a:cubicBezTo>
                <a:cubicBezTo>
                  <a:pt x="6034007" y="3806740"/>
                  <a:pt x="7663296" y="4131059"/>
                  <a:pt x="8111582" y="4204418"/>
                </a:cubicBezTo>
                <a:cubicBezTo>
                  <a:pt x="8457844" y="4258470"/>
                  <a:pt x="8801016" y="4300942"/>
                  <a:pt x="9144186" y="4304802"/>
                </a:cubicBezTo>
                <a:cubicBezTo>
                  <a:pt x="9536822" y="4308663"/>
                  <a:pt x="9926368" y="4289359"/>
                  <a:pt x="10319004" y="4273915"/>
                </a:cubicBezTo>
                <a:cubicBezTo>
                  <a:pt x="10906415" y="4250750"/>
                  <a:pt x="11484549" y="4158087"/>
                  <a:pt x="12053408" y="3907125"/>
                </a:cubicBezTo>
                <a:lnTo>
                  <a:pt x="12192000" y="3841157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b506">
              <a:alpha val="11000"/>
            </a:srgbClr>
          </a:solidFill>
          <a:ln w="32707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Apresentação – Eduardo Oliveira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" name="Conector reto 38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pic>
        <p:nvPicPr>
          <p:cNvPr id="84" name="Picture 15"/>
          <p:cNvPicPr/>
          <p:nvPr/>
        </p:nvPicPr>
        <p:blipFill>
          <a:blip r:embed="rId2"/>
          <a:stretch/>
        </p:blipFill>
        <p:spPr>
          <a:xfrm>
            <a:off x="476280" y="1250640"/>
            <a:ext cx="1987560" cy="243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Espaço Reservado para Conteúdo 14"/>
          <p:cNvSpPr/>
          <p:nvPr/>
        </p:nvSpPr>
        <p:spPr>
          <a:xfrm>
            <a:off x="2684880" y="1254240"/>
            <a:ext cx="9267840" cy="24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85840" indent="-285840" algn="just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156082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555555"/>
                </a:solidFill>
                <a:effectLst/>
                <a:uFillTx/>
                <a:latin typeface="Segoe UI Semilight"/>
                <a:ea typeface="Verdana"/>
              </a:rPr>
              <a:t>Contador, Graduado em Ciências Contábeis pela Universidade 7 de Setembro;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156082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555555"/>
                </a:solidFill>
                <a:effectLst/>
                <a:uFillTx/>
                <a:latin typeface="Segoe UI Semilight"/>
                <a:ea typeface="Verdana"/>
              </a:rPr>
              <a:t>Especializado em Direito, Processo e Planejamento Tributário pela UNIFOR;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156082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555555"/>
                </a:solidFill>
                <a:effectLst/>
                <a:uFillTx/>
                <a:latin typeface="Segoe UI Semilight"/>
                <a:ea typeface="Verdana"/>
              </a:rPr>
              <a:t>Sócio da CEO Consultoria Tributária;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156082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555555"/>
                </a:solidFill>
                <a:effectLst/>
                <a:uFillTx/>
                <a:latin typeface="Segoe UI Semilight"/>
                <a:ea typeface="Verdana"/>
              </a:rPr>
              <a:t>Experiência como gestor de planejamento tributário de indústria de grande porte, e ex-Consultor Tributos com atuação em big four - EY (uma das maiores empresas do mundo na área de auditoria, impostos e transações corporativas);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tângulo 13"/>
          <p:cNvSpPr/>
          <p:nvPr/>
        </p:nvSpPr>
        <p:spPr>
          <a:xfrm>
            <a:off x="476280" y="3969000"/>
            <a:ext cx="1147608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156082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555555"/>
                </a:solidFill>
                <a:effectLst/>
                <a:uFillTx/>
                <a:latin typeface="Segoe UI Semilight"/>
                <a:ea typeface="Verdana"/>
              </a:rPr>
              <a:t>Consultor tributário com mais de 10 (dez) anos de atuação nas áreas contábil/tributária, consultoria e planejamento tributário, com experiências em projetos diversos realizados em empresas nacionais e multinacionais de diversos portes e segmentos;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tângulo 15"/>
          <p:cNvSpPr/>
          <p:nvPr/>
        </p:nvSpPr>
        <p:spPr>
          <a:xfrm>
            <a:off x="476280" y="4772520"/>
            <a:ext cx="1147608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156082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555555"/>
                </a:solidFill>
                <a:effectLst/>
                <a:uFillTx/>
                <a:latin typeface="Segoe UI Semilight"/>
                <a:ea typeface="Verdana"/>
              </a:rPr>
              <a:t>Palestrante registrado no CRC-CE, professor de cursos de extensão/in company na área tributária há mais de 8 anos, e professor convidado em pós graduações diversas para temas relacionados ao Direito Tributário, e mais recentemente, Reforma Tributária;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CaixaDeTexto 2"/>
          <p:cNvSpPr/>
          <p:nvPr/>
        </p:nvSpPr>
        <p:spPr>
          <a:xfrm>
            <a:off x="519480" y="1038960"/>
            <a:ext cx="10924920" cy="45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Introdução – O novo sistema tributário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Por que a Reforma foi criada: objetivos, princípios e cronograma de transição;</a:t>
            </a:r>
            <a:br>
              <a:rPr sz="1800"/>
            </a:b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Regras gerais do IBS e CBS (estrutura, base de cálculo e fato gerador);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br>
              <a:rPr sz="1800"/>
            </a:b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 Impactos no setor de prestação de serviços;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Impactos em preço e em créditos;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Cesta básica, alíquota reduzida e redução de 100%: quando o setor de serviços se enquadra (ou não);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Cálculo estimado de alíquotas e cenários para empresas de serviços;</a:t>
            </a:r>
            <a:br>
              <a:rPr sz="1800"/>
            </a:b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 Não cumulatividade e Split Payment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Como funcionará a apuração assistida do IBS/CBS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Obrigações acessórias e transmissões de dados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Fiscalização eletrônica automática: riscos e responsabilidades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Como se preparar para a contabilidade digital integrada;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 Próximos passos para se preparar para a reforma tributária e Debates;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Apresentação – Eduardo Oliveira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" name="Conector reto 4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Reforma Tributária - Introdução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4" name="Conector reto 4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pic>
        <p:nvPicPr>
          <p:cNvPr id="95" name="Imagem 5"/>
          <p:cNvPicPr/>
          <p:nvPr/>
        </p:nvPicPr>
        <p:blipFill>
          <a:blip r:embed="rId2"/>
          <a:stretch/>
        </p:blipFill>
        <p:spPr>
          <a:xfrm rot="21193200">
            <a:off x="1226520" y="2895120"/>
            <a:ext cx="3592800" cy="240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Imagem 6"/>
          <p:cNvPicPr/>
          <p:nvPr/>
        </p:nvPicPr>
        <p:blipFill>
          <a:blip r:embed="rId3"/>
          <a:stretch/>
        </p:blipFill>
        <p:spPr>
          <a:xfrm rot="598800">
            <a:off x="7736040" y="1474560"/>
            <a:ext cx="2796480" cy="119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Imagem 7"/>
          <p:cNvPicPr/>
          <p:nvPr/>
        </p:nvPicPr>
        <p:blipFill>
          <a:blip r:embed="rId4"/>
          <a:stretch/>
        </p:blipFill>
        <p:spPr>
          <a:xfrm rot="21211800">
            <a:off x="7760160" y="3175920"/>
            <a:ext cx="1899000" cy="199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Retângulo: Cantos Arredondados 8"/>
          <p:cNvSpPr/>
          <p:nvPr/>
        </p:nvSpPr>
        <p:spPr>
          <a:xfrm rot="462000">
            <a:off x="2180880" y="1475280"/>
            <a:ext cx="2961360" cy="618840"/>
          </a:xfrm>
          <a:prstGeom prst="roundRect">
            <a:avLst>
              <a:gd name="adj" fmla="val 16667"/>
            </a:avLst>
          </a:prstGeom>
          <a:solidFill>
            <a:srgbClr val="1a341b"/>
          </a:solidFill>
          <a:ln>
            <a:solidFill>
              <a:srgbClr val="0f47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Bike Sharing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Reforma tributária sobre o consumo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" name="Google Shape;202;p35"/>
          <p:cNvCxnSpPr>
            <a:stCxn id="102" idx="2"/>
            <a:endCxn id="103" idx="3"/>
          </p:cNvCxnSpPr>
          <p:nvPr/>
        </p:nvCxnSpPr>
        <p:spPr>
          <a:xfrm rot="5400000">
            <a:off x="6365880" y="2519640"/>
            <a:ext cx="1246320" cy="160560"/>
          </a:xfrm>
          <a:prstGeom prst="bentConnector2">
            <a:avLst/>
          </a:prstGeom>
          <a:ln w="9525">
            <a:solidFill>
              <a:srgbClr val="000000"/>
            </a:solidFill>
            <a:round/>
          </a:ln>
        </p:spPr>
      </p:cxnSp>
      <p:cxnSp>
        <p:nvCxnSpPr>
          <p:cNvPr id="104" name="Google Shape;205;p35"/>
          <p:cNvCxnSpPr>
            <a:stCxn id="103" idx="1"/>
            <a:endCxn id="105" idx="2"/>
          </p:cNvCxnSpPr>
          <p:nvPr/>
        </p:nvCxnSpPr>
        <p:spPr>
          <a:xfrm rot="10800000">
            <a:off x="3148560" y="1976400"/>
            <a:ext cx="2075760" cy="1246320"/>
          </a:xfrm>
          <a:prstGeom prst="bentConnector2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105" name="Google Shape;206;p35"/>
          <p:cNvSpPr/>
          <p:nvPr/>
        </p:nvSpPr>
        <p:spPr>
          <a:xfrm>
            <a:off x="2215800" y="1420560"/>
            <a:ext cx="1866240" cy="556200"/>
          </a:xfrm>
          <a:prstGeom prst="roundRect">
            <a:avLst>
              <a:gd name="adj" fmla="val 50000"/>
            </a:avLst>
          </a:prstGeom>
          <a:solidFill>
            <a:srgbClr val="1a341b"/>
          </a:solidFill>
          <a:ln w="9525">
            <a:solidFill>
              <a:srgbClr val="d2c5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Segoe UI Semilight"/>
                <a:ea typeface="Roboto"/>
              </a:rPr>
              <a:t>PIS/COFINS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207;p35"/>
          <p:cNvSpPr/>
          <p:nvPr/>
        </p:nvSpPr>
        <p:spPr>
          <a:xfrm>
            <a:off x="4129920" y="1420560"/>
            <a:ext cx="1866240" cy="556200"/>
          </a:xfrm>
          <a:prstGeom prst="roundRect">
            <a:avLst>
              <a:gd name="adj" fmla="val 50000"/>
            </a:avLst>
          </a:prstGeom>
          <a:solidFill>
            <a:srgbClr val="1a341b"/>
          </a:solidFill>
          <a:ln w="9525">
            <a:solidFill>
              <a:srgbClr val="cdc4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200" b="0" u="none" strike="noStrike">
                <a:solidFill>
                  <a:srgbClr val="ffffff"/>
                </a:solidFill>
                <a:effectLst/>
                <a:uFillTx/>
                <a:latin typeface="Segoe UI Semilight"/>
                <a:ea typeface="Roboto"/>
              </a:rPr>
              <a:t>ICMS e FECOP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203;p35"/>
          <p:cNvSpPr/>
          <p:nvPr/>
        </p:nvSpPr>
        <p:spPr>
          <a:xfrm>
            <a:off x="6136200" y="1420560"/>
            <a:ext cx="1866240" cy="556200"/>
          </a:xfrm>
          <a:prstGeom prst="roundRect">
            <a:avLst>
              <a:gd name="adj" fmla="val 50000"/>
            </a:avLst>
          </a:prstGeom>
          <a:solidFill>
            <a:srgbClr val="1a341b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200" b="0" u="none" strike="noStrike">
                <a:solidFill>
                  <a:srgbClr val="ffffff"/>
                </a:solidFill>
                <a:effectLst/>
                <a:uFillTx/>
                <a:latin typeface="Segoe UI Semilight"/>
                <a:ea typeface="Roboto"/>
              </a:rPr>
              <a:t>ISS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204;p35"/>
          <p:cNvSpPr/>
          <p:nvPr/>
        </p:nvSpPr>
        <p:spPr>
          <a:xfrm>
            <a:off x="5224320" y="2826360"/>
            <a:ext cx="1684800" cy="792720"/>
          </a:xfrm>
          <a:prstGeom prst="roundRect">
            <a:avLst>
              <a:gd name="adj" fmla="val 50000"/>
            </a:avLst>
          </a:prstGeom>
          <a:solidFill>
            <a:srgbClr val="724a22"/>
          </a:solidFill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200" b="0" u="none" strike="noStrike">
                <a:solidFill>
                  <a:srgbClr val="ffffff"/>
                </a:solidFill>
                <a:effectLst/>
                <a:uFillTx/>
                <a:latin typeface="Segoe UI Semilight"/>
                <a:ea typeface="Roboto"/>
              </a:rPr>
              <a:t>REFORMA TRIBUTÁRIA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Google Shape;208;p35"/>
          <p:cNvCxnSpPr>
            <a:stCxn id="103" idx="1"/>
            <a:endCxn id="106" idx="2"/>
          </p:cNvCxnSpPr>
          <p:nvPr/>
        </p:nvCxnSpPr>
        <p:spPr>
          <a:xfrm rot="10800000">
            <a:off x="5063040" y="1976400"/>
            <a:ext cx="161640" cy="1246320"/>
          </a:xfrm>
          <a:prstGeom prst="bentConnector2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108" name="Google Shape;209;p35"/>
          <p:cNvSpPr/>
          <p:nvPr/>
        </p:nvSpPr>
        <p:spPr>
          <a:xfrm>
            <a:off x="3166200" y="4208400"/>
            <a:ext cx="1866240" cy="556200"/>
          </a:xfrm>
          <a:prstGeom prst="roundRect">
            <a:avLst>
              <a:gd name="adj" fmla="val 50000"/>
            </a:avLst>
          </a:prstGeom>
          <a:solidFill>
            <a:srgbClr val="1a341b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200" b="1" u="none" strike="noStrike">
                <a:solidFill>
                  <a:schemeClr val="lt1"/>
                </a:solidFill>
                <a:effectLst/>
                <a:uFillTx/>
                <a:latin typeface="Segoe UI Semilight"/>
                <a:ea typeface="Roboto"/>
              </a:rPr>
              <a:t>CBS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200" b="1" u="none" strike="noStrike">
                <a:solidFill>
                  <a:schemeClr val="lt1"/>
                </a:solidFill>
                <a:effectLst/>
                <a:uFillTx/>
                <a:latin typeface="Segoe UI Semilight"/>
                <a:ea typeface="Roboto"/>
              </a:rPr>
              <a:t>FEDERAL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210;p35"/>
          <p:cNvSpPr/>
          <p:nvPr/>
        </p:nvSpPr>
        <p:spPr>
          <a:xfrm>
            <a:off x="5126040" y="4197600"/>
            <a:ext cx="1866240" cy="556200"/>
          </a:xfrm>
          <a:prstGeom prst="roundRect">
            <a:avLst>
              <a:gd name="adj" fmla="val 50000"/>
            </a:avLst>
          </a:prstGeom>
          <a:solidFill>
            <a:srgbClr val="1a341b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200" b="1" u="none" strike="noStrike">
                <a:solidFill>
                  <a:schemeClr val="lt1"/>
                </a:solidFill>
                <a:effectLst/>
                <a:uFillTx/>
                <a:latin typeface="Segoe UI Semilight"/>
                <a:ea typeface="Roboto"/>
              </a:rPr>
              <a:t>IBS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200" b="1" u="none" strike="noStrike">
                <a:solidFill>
                  <a:schemeClr val="lt1"/>
                </a:solidFill>
                <a:effectLst/>
                <a:uFillTx/>
                <a:latin typeface="Segoe UI Semilight"/>
                <a:ea typeface="Roboto"/>
              </a:rPr>
              <a:t>SUBNACIONAL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211;p35"/>
          <p:cNvSpPr/>
          <p:nvPr/>
        </p:nvSpPr>
        <p:spPr>
          <a:xfrm>
            <a:off x="7160400" y="4224600"/>
            <a:ext cx="1866240" cy="556200"/>
          </a:xfrm>
          <a:prstGeom prst="roundRect">
            <a:avLst>
              <a:gd name="adj" fmla="val 50000"/>
            </a:avLst>
          </a:prstGeom>
          <a:solidFill>
            <a:srgbClr val="1a341b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200" b="1" u="none" strike="noStrike">
                <a:solidFill>
                  <a:schemeClr val="lt1"/>
                </a:solidFill>
                <a:effectLst/>
                <a:uFillTx/>
                <a:latin typeface="Segoe UI Semilight"/>
                <a:ea typeface="Roboto"/>
              </a:rPr>
              <a:t>IS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200" b="1" u="none" strike="noStrike">
                <a:solidFill>
                  <a:schemeClr val="lt1"/>
                </a:solidFill>
                <a:effectLst/>
                <a:uFillTx/>
                <a:latin typeface="Segoe UI Semilight"/>
                <a:ea typeface="Roboto"/>
              </a:rPr>
              <a:t>FEDERAL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212;p35"/>
          <p:cNvSpPr/>
          <p:nvPr/>
        </p:nvSpPr>
        <p:spPr>
          <a:xfrm>
            <a:off x="8057520" y="1420560"/>
            <a:ext cx="1866240" cy="556200"/>
          </a:xfrm>
          <a:prstGeom prst="roundRect">
            <a:avLst>
              <a:gd name="adj" fmla="val 50000"/>
            </a:avLst>
          </a:prstGeom>
          <a:solidFill>
            <a:srgbClr val="a07853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200" b="0" u="none" strike="noStrike">
                <a:solidFill>
                  <a:srgbClr val="ffffff"/>
                </a:solidFill>
                <a:effectLst/>
                <a:uFillTx/>
                <a:latin typeface="Segoe UI Semilight"/>
                <a:ea typeface="Roboto"/>
              </a:rPr>
              <a:t>IPI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2" name="Google Shape;213;p35"/>
          <p:cNvCxnSpPr>
            <a:stCxn id="111" idx="2"/>
            <a:endCxn id="103" idx="3"/>
          </p:cNvCxnSpPr>
          <p:nvPr/>
        </p:nvCxnSpPr>
        <p:spPr>
          <a:xfrm rot="5400000">
            <a:off x="7326720" y="1558800"/>
            <a:ext cx="1246320" cy="2081880"/>
          </a:xfrm>
          <a:prstGeom prst="bentConnector2">
            <a:avLst/>
          </a:prstGeom>
          <a:ln w="9525">
            <a:solidFill>
              <a:srgbClr val="000000"/>
            </a:solidFill>
            <a:round/>
          </a:ln>
        </p:spPr>
      </p:cxnSp>
      <p:cxnSp>
        <p:nvCxnSpPr>
          <p:cNvPr id="113" name="Google Shape;214;p35"/>
          <p:cNvCxnSpPr>
            <a:stCxn id="108" idx="0"/>
            <a:endCxn id="103" idx="2"/>
          </p:cNvCxnSpPr>
          <p:nvPr/>
        </p:nvCxnSpPr>
        <p:spPr>
          <a:xfrm flipH="1" flipV="1" rot="5400000">
            <a:off x="4788000" y="2930040"/>
            <a:ext cx="589680" cy="1967760"/>
          </a:xfrm>
          <a:prstGeom prst="bentConnector3">
            <a:avLst>
              <a:gd name="adj1" fmla="val 49969"/>
            </a:avLst>
          </a:prstGeom>
          <a:ln w="9525">
            <a:solidFill>
              <a:srgbClr val="0e2841"/>
            </a:solidFill>
            <a:round/>
          </a:ln>
        </p:spPr>
      </p:cxnSp>
      <p:cxnSp>
        <p:nvCxnSpPr>
          <p:cNvPr id="114" name="Google Shape;215;p35"/>
          <p:cNvCxnSpPr>
            <a:stCxn id="109" idx="0"/>
            <a:endCxn id="103" idx="2"/>
          </p:cNvCxnSpPr>
          <p:nvPr/>
        </p:nvCxnSpPr>
        <p:spPr>
          <a:xfrm flipH="1" flipV="1" rot="5400000">
            <a:off x="5773320" y="3904560"/>
            <a:ext cx="578880" cy="7920"/>
          </a:xfrm>
          <a:prstGeom prst="bentConnector3">
            <a:avLst>
              <a:gd name="adj1" fmla="val 50031"/>
            </a:avLst>
          </a:prstGeom>
          <a:ln w="9525">
            <a:solidFill>
              <a:srgbClr val="000000"/>
            </a:solidFill>
            <a:round/>
          </a:ln>
        </p:spPr>
      </p:cxnSp>
      <p:cxnSp>
        <p:nvCxnSpPr>
          <p:cNvPr id="115" name="Google Shape;216;p35"/>
          <p:cNvCxnSpPr>
            <a:stCxn id="110" idx="0"/>
            <a:endCxn id="103" idx="2"/>
          </p:cNvCxnSpPr>
          <p:nvPr/>
        </p:nvCxnSpPr>
        <p:spPr>
          <a:xfrm flipV="1" rot="16200000">
            <a:off x="6777360" y="2908440"/>
            <a:ext cx="605880" cy="2027160"/>
          </a:xfrm>
          <a:prstGeom prst="bentConnector3">
            <a:avLst>
              <a:gd name="adj1" fmla="val 50000"/>
            </a:avLst>
          </a:prstGeom>
          <a:ln w="9525">
            <a:solidFill>
              <a:srgbClr val="000000"/>
            </a:solidFill>
            <a:round/>
          </a:ln>
        </p:spPr>
      </p:cxnSp>
      <p:sp>
        <p:nvSpPr>
          <p:cNvPr id="116" name="Google Shape;219;p35"/>
          <p:cNvSpPr/>
          <p:nvPr/>
        </p:nvSpPr>
        <p:spPr>
          <a:xfrm>
            <a:off x="3491640" y="5067000"/>
            <a:ext cx="121500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2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Contribuição sobre bens e serviços.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220;p35"/>
          <p:cNvSpPr/>
          <p:nvPr/>
        </p:nvSpPr>
        <p:spPr>
          <a:xfrm>
            <a:off x="5451480" y="4870440"/>
            <a:ext cx="121500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2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Imposto  sobre bens e serviços.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22;p35"/>
          <p:cNvSpPr/>
          <p:nvPr/>
        </p:nvSpPr>
        <p:spPr>
          <a:xfrm>
            <a:off x="7265160" y="5148360"/>
            <a:ext cx="171468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2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Imposto seletivo que incidirá sobre bens e serviços prejudiciais à saúde ou ao meio ambiente.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24;p35"/>
          <p:cNvSpPr/>
          <p:nvPr/>
        </p:nvSpPr>
        <p:spPr>
          <a:xfrm>
            <a:off x="2001240" y="1342440"/>
            <a:ext cx="7976520" cy="752400"/>
          </a:xfrm>
          <a:prstGeom prst="rect">
            <a:avLst/>
          </a:prstGeom>
          <a:noFill/>
          <a:ln w="19050">
            <a:solidFill>
              <a:srgbClr val="1a341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chemeClr val="dk1"/>
              </a:solidFill>
              <a:effectLst/>
              <a:uFillTx/>
              <a:latin typeface="Segoe UI Semilight"/>
            </a:endParaRPr>
          </a:p>
        </p:txBody>
      </p:sp>
      <p:sp>
        <p:nvSpPr>
          <p:cNvPr id="120" name="Google Shape;225;p35"/>
          <p:cNvSpPr/>
          <p:nvPr/>
        </p:nvSpPr>
        <p:spPr>
          <a:xfrm>
            <a:off x="2966760" y="4139640"/>
            <a:ext cx="6253560" cy="1576800"/>
          </a:xfrm>
          <a:prstGeom prst="rect">
            <a:avLst/>
          </a:prstGeom>
          <a:noFill/>
          <a:ln w="19050">
            <a:solidFill>
              <a:srgbClr val="4368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200" b="0" u="none" strike="noStrike">
              <a:solidFill>
                <a:schemeClr val="dk1"/>
              </a:solidFill>
              <a:effectLst/>
              <a:uFillTx/>
              <a:latin typeface="Segoe UI Semilight"/>
            </a:endParaRPr>
          </a:p>
        </p:txBody>
      </p:sp>
      <p:sp>
        <p:nvSpPr>
          <p:cNvPr id="121" name="Google Shape;226;p35"/>
          <p:cNvSpPr/>
          <p:nvPr/>
        </p:nvSpPr>
        <p:spPr>
          <a:xfrm rot="16200000">
            <a:off x="1408680" y="1595520"/>
            <a:ext cx="90576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200" b="1" u="none" strike="noStrike">
                <a:solidFill>
                  <a:srgbClr val="ff0000"/>
                </a:solidFill>
                <a:effectLst/>
                <a:uFillTx/>
                <a:latin typeface="Segoe UI Semilight"/>
              </a:rPr>
              <a:t>EXTINÇÃO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227;p35"/>
          <p:cNvSpPr/>
          <p:nvPr/>
        </p:nvSpPr>
        <p:spPr>
          <a:xfrm rot="16200000">
            <a:off x="2360160" y="4644000"/>
            <a:ext cx="89856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2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CRIAÇÃO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Google Shape;228;p35"/>
          <p:cNvPicPr/>
          <p:nvPr/>
        </p:nvPicPr>
        <p:blipFill>
          <a:blip r:embed="rId2"/>
          <a:stretch/>
        </p:blipFill>
        <p:spPr>
          <a:xfrm>
            <a:off x="9235800" y="142992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Google Shape;229;p35"/>
          <p:cNvSpPr/>
          <p:nvPr/>
        </p:nvSpPr>
        <p:spPr>
          <a:xfrm>
            <a:off x="9855720" y="2532600"/>
            <a:ext cx="1630440" cy="6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2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Exceto para produtos com similar fabricado na ZFM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5" name="Google Shape;230;p35"/>
          <p:cNvCxnSpPr>
            <a:stCxn id="124" idx="0"/>
            <a:endCxn id="123" idx="2"/>
          </p:cNvCxnSpPr>
          <p:nvPr/>
        </p:nvCxnSpPr>
        <p:spPr>
          <a:xfrm flipH="1" flipV="1">
            <a:off x="9509760" y="1978200"/>
            <a:ext cx="1161720" cy="554760"/>
          </a:xfrm>
          <a:prstGeom prst="straightConnector1">
            <a:avLst/>
          </a:prstGeom>
          <a:ln w="28575">
            <a:solidFill>
              <a:srgbClr val="0e2841"/>
            </a:solidFill>
            <a:round/>
            <a:tailEnd len="med" type="triangle" w="med"/>
          </a:ln>
        </p:spPr>
      </p:cxnSp>
      <p:cxnSp>
        <p:nvCxnSpPr>
          <p:cNvPr id="126" name="Conector reto 54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Transição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9" name="Conector reto 38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pic>
        <p:nvPicPr>
          <p:cNvPr id="130" name="Imagem 3"/>
          <p:cNvPicPr/>
          <p:nvPr/>
        </p:nvPicPr>
        <p:blipFill>
          <a:blip r:embed="rId2"/>
          <a:stretch/>
        </p:blipFill>
        <p:spPr>
          <a:xfrm>
            <a:off x="1102320" y="1029600"/>
            <a:ext cx="10342080" cy="430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Princípios do novo IVA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3" name="Conector reto 38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sp>
        <p:nvSpPr>
          <p:cNvPr id="134" name="Ellipse 2"/>
          <p:cNvSpPr/>
          <p:nvPr/>
        </p:nvSpPr>
        <p:spPr>
          <a:xfrm>
            <a:off x="2063880" y="1802520"/>
            <a:ext cx="8064000" cy="3318480"/>
          </a:xfrm>
          <a:prstGeom prst="ellipse">
            <a:avLst/>
          </a:prstGeom>
          <a:solidFill>
            <a:srgbClr val="e6e6e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35" name="Group 29"/>
          <p:cNvGrpSpPr/>
          <p:nvPr/>
        </p:nvGrpSpPr>
        <p:grpSpPr>
          <a:xfrm>
            <a:off x="3884400" y="2326680"/>
            <a:ext cx="4287960" cy="1863360"/>
            <a:chOff x="3884400" y="2326680"/>
            <a:chExt cx="4287960" cy="1863360"/>
          </a:xfrm>
        </p:grpSpPr>
        <p:sp>
          <p:nvSpPr>
            <p:cNvPr id="136" name="Oval 30"/>
            <p:cNvSpPr/>
            <p:nvPr/>
          </p:nvSpPr>
          <p:spPr>
            <a:xfrm>
              <a:off x="3884400" y="2454480"/>
              <a:ext cx="4287960" cy="1735560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IN" sz="12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37" name="Oval 31"/>
            <p:cNvSpPr/>
            <p:nvPr/>
          </p:nvSpPr>
          <p:spPr>
            <a:xfrm>
              <a:off x="4419720" y="2326680"/>
              <a:ext cx="3211920" cy="129996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IN" sz="12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138" name="CaixaDeTexto 2"/>
          <p:cNvSpPr/>
          <p:nvPr/>
        </p:nvSpPr>
        <p:spPr>
          <a:xfrm>
            <a:off x="1816200" y="1690200"/>
            <a:ext cx="297036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Base ampla de incidência: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inclusive aluguéis, intangíveis, e mútuos.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CaixaDeTexto 7"/>
          <p:cNvSpPr/>
          <p:nvPr/>
        </p:nvSpPr>
        <p:spPr>
          <a:xfrm>
            <a:off x="1690200" y="4227840"/>
            <a:ext cx="29703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Vedação aos incentivos fiscais;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CaixaDeTexto 10"/>
          <p:cNvSpPr/>
          <p:nvPr/>
        </p:nvSpPr>
        <p:spPr>
          <a:xfrm>
            <a:off x="8445600" y="2002320"/>
            <a:ext cx="284544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Não cumulatividade ampla: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Crédito de tudo, exceto uso e consumo pessoal.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CaixaDeTexto 11"/>
          <p:cNvSpPr/>
          <p:nvPr/>
        </p:nvSpPr>
        <p:spPr>
          <a:xfrm>
            <a:off x="4498920" y="4326120"/>
            <a:ext cx="305316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Legislação uniforme em todo o território nacional: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Estado não legisla mais sobre o IVA, mas poderá fixar sua alíquota.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CaixaDeTexto 12"/>
          <p:cNvSpPr/>
          <p:nvPr/>
        </p:nvSpPr>
        <p:spPr>
          <a:xfrm>
            <a:off x="5193360" y="930240"/>
            <a:ext cx="284544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Princípio da neutralidade: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Decisões econômicas não podem mais ser afetadas por questões tributárias.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CaixaDeTexto 19"/>
          <p:cNvSpPr/>
          <p:nvPr/>
        </p:nvSpPr>
        <p:spPr>
          <a:xfrm>
            <a:off x="9286920" y="3397680"/>
            <a:ext cx="28454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Implantação da sistemática de split payment</a:t>
            </a:r>
            <a:r>
              <a:rPr lang="pt-BR" sz="1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*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CaixaDeTexto 20"/>
          <p:cNvSpPr/>
          <p:nvPr/>
        </p:nvSpPr>
        <p:spPr>
          <a:xfrm>
            <a:off x="7935120" y="4398120"/>
            <a:ext cx="284544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Cobrança por fora: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mais transparência no cálculo do tributo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aixaDeTexto 17"/>
          <p:cNvSpPr/>
          <p:nvPr/>
        </p:nvSpPr>
        <p:spPr>
          <a:xfrm>
            <a:off x="718920" y="3143880"/>
            <a:ext cx="60955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Tributação no destino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Incentivos fiscais na constituição federal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8" name="Conector reto 38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pic>
        <p:nvPicPr>
          <p:cNvPr id="149" name="Google Shape;504;p48"/>
          <p:cNvPicPr/>
          <p:nvPr/>
        </p:nvPicPr>
        <p:blipFill>
          <a:blip r:embed="rId2"/>
          <a:stretch/>
        </p:blipFill>
        <p:spPr>
          <a:xfrm>
            <a:off x="324720" y="986040"/>
            <a:ext cx="5030280" cy="335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Google Shape;505;p48"/>
          <p:cNvPicPr/>
          <p:nvPr/>
        </p:nvPicPr>
        <p:blipFill>
          <a:blip r:embed="rId3"/>
          <a:srcRect l="2531" t="0" r="6783" b="72190"/>
          <a:stretch/>
        </p:blipFill>
        <p:spPr>
          <a:xfrm>
            <a:off x="255960" y="4719600"/>
            <a:ext cx="5711040" cy="60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Google Shape;506;p48"/>
          <p:cNvPicPr/>
          <p:nvPr/>
        </p:nvPicPr>
        <p:blipFill>
          <a:blip r:embed="rId4"/>
          <a:stretch/>
        </p:blipFill>
        <p:spPr>
          <a:xfrm>
            <a:off x="6484320" y="1190880"/>
            <a:ext cx="4844160" cy="28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Google Shape;507;p48"/>
          <p:cNvPicPr/>
          <p:nvPr/>
        </p:nvPicPr>
        <p:blipFill>
          <a:blip r:embed="rId5"/>
          <a:srcRect l="4941" t="42578" r="8820" b="0"/>
          <a:stretch/>
        </p:blipFill>
        <p:spPr>
          <a:xfrm>
            <a:off x="6922800" y="4251960"/>
            <a:ext cx="4405320" cy="972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3" name="Google Shape;406;p42"/>
          <p:cNvCxnSpPr/>
          <p:nvPr/>
        </p:nvCxnSpPr>
        <p:spPr>
          <a:xfrm>
            <a:off x="6084720" y="1160280"/>
            <a:ext cx="360" cy="4320360"/>
          </a:xfrm>
          <a:prstGeom prst="straightConnector1">
            <a:avLst/>
          </a:prstGeom>
          <a:ln w="9525">
            <a:solidFill>
              <a:srgbClr val="1a341b"/>
            </a:solidFill>
            <a:prstDash val="lgDashDotDot"/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Google Shape;414;p43"/>
          <p:cNvSpPr/>
          <p:nvPr/>
        </p:nvSpPr>
        <p:spPr>
          <a:xfrm>
            <a:off x="483480" y="1201320"/>
            <a:ext cx="47282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20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Lei Complementar 214/25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20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Incentivos fiscais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415;p43"/>
          <p:cNvSpPr/>
          <p:nvPr/>
        </p:nvSpPr>
        <p:spPr>
          <a:xfrm>
            <a:off x="6477120" y="1074240"/>
            <a:ext cx="5362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20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Requisitos estabelecidos (resumo)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416;p43"/>
          <p:cNvSpPr/>
          <p:nvPr/>
        </p:nvSpPr>
        <p:spPr>
          <a:xfrm>
            <a:off x="6276960" y="1553040"/>
            <a:ext cx="5431320" cy="187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28584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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Contribuinte devem estar “adimplentes” as normas do seu ato concessivo;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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As condições do ato concessivo devem envolver, devem exigir do titular do benefício ônus ou restrições à sua atividade, tais como: finalidade de expansão do empreendimento, geração de empregos, limitações de preço;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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Não se enquadram como contrapartidas: que configurem mera declaração de intenções, mero cumprimento de deveres de observância obrigatória, destinação a fundos (Ex: FEEF).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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Habilitação perante à RFB, entre jan/2026 e dez/2028, conforme regulamentação da RFB.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417;p43"/>
          <p:cNvSpPr/>
          <p:nvPr/>
        </p:nvSpPr>
        <p:spPr>
          <a:xfrm>
            <a:off x="372600" y="1984320"/>
            <a:ext cx="5342040" cy="30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28584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As pessoas físicas ou jurídicas, que em função das reduções do ICMS e ICMS, no período de 2029 a 2032, serão compensados pelo fundo de compensação de incentivos, de acordo com os critérios e limites para apuração do nível de benefícios e de sua redução, em linha com os procedimentos desta Lei Complementar;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Requisitos: Titular de incentivo concedido até 31/05/2023, e desde que tenham cumprido os requisitos da Lei Complementar 160 de 2017;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O incentivo deve ser concedido sobre prazo certo e sob condição, com efetiva repercussão econômica;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9" name="Google Shape;406;p42"/>
          <p:cNvCxnSpPr/>
          <p:nvPr/>
        </p:nvCxnSpPr>
        <p:spPr>
          <a:xfrm>
            <a:off x="6018120" y="1304280"/>
            <a:ext cx="360" cy="4320360"/>
          </a:xfrm>
          <a:prstGeom prst="straightConnector1">
            <a:avLst/>
          </a:prstGeom>
          <a:ln w="9525">
            <a:solidFill>
              <a:srgbClr val="1a341b"/>
            </a:solidFill>
            <a:prstDash val="lgDashDotDot"/>
            <a:round/>
          </a:ln>
        </p:spPr>
      </p:cxnSp>
      <p:sp>
        <p:nvSpPr>
          <p:cNvPr id="160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Incentivos fiscais na constituição federal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1" name="Conector reto 12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Reforma tributária sobre o consumo – Tributação no destino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4" name="Conector reto 145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sp>
        <p:nvSpPr>
          <p:cNvPr id="165" name="Retângulo: Cantos Arredondados 2"/>
          <p:cNvSpPr/>
          <p:nvPr/>
        </p:nvSpPr>
        <p:spPr>
          <a:xfrm>
            <a:off x="138600" y="2764080"/>
            <a:ext cx="2161800" cy="790200"/>
          </a:xfrm>
          <a:prstGeom prst="roundRect">
            <a:avLst>
              <a:gd name="adj" fmla="val 16667"/>
            </a:avLst>
          </a:prstGeom>
          <a:solidFill>
            <a:srgbClr val="1a341b"/>
          </a:solidFill>
          <a:ln>
            <a:solidFill>
              <a:srgbClr val="0f47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Prestador Serviço</a:t>
            </a:r>
            <a:br>
              <a:rPr sz="1800"/>
            </a:b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Eusébio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etângulo: Cantos Arredondados 101"/>
          <p:cNvSpPr/>
          <p:nvPr/>
        </p:nvSpPr>
        <p:spPr>
          <a:xfrm>
            <a:off x="3406680" y="2049840"/>
            <a:ext cx="2161800" cy="790200"/>
          </a:xfrm>
          <a:prstGeom prst="roundRect">
            <a:avLst>
              <a:gd name="adj" fmla="val 16667"/>
            </a:avLst>
          </a:prstGeom>
          <a:solidFill>
            <a:srgbClr val="1a341b"/>
          </a:solidFill>
          <a:ln>
            <a:solidFill>
              <a:srgbClr val="0f47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Tomador Serviço</a:t>
            </a:r>
            <a:br>
              <a:rPr sz="1800"/>
            </a:b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Fortaleza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Retângulo: Cantos Arredondados 146"/>
          <p:cNvSpPr/>
          <p:nvPr/>
        </p:nvSpPr>
        <p:spPr>
          <a:xfrm>
            <a:off x="3406680" y="3507120"/>
            <a:ext cx="2161800" cy="790200"/>
          </a:xfrm>
          <a:prstGeom prst="roundRect">
            <a:avLst>
              <a:gd name="adj" fmla="val 16667"/>
            </a:avLst>
          </a:prstGeom>
          <a:solidFill>
            <a:srgbClr val="1a341b"/>
          </a:solidFill>
          <a:ln>
            <a:solidFill>
              <a:srgbClr val="0f47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Tomador Serviço</a:t>
            </a:r>
            <a:br>
              <a:rPr sz="1800"/>
            </a:b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Maracanaú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68" name="Conector de Seta Reta 4"/>
          <p:cNvCxnSpPr>
            <a:stCxn id="165" idx="3"/>
            <a:endCxn id="166" idx="1"/>
          </p:cNvCxnSpPr>
          <p:nvPr/>
        </p:nvCxnSpPr>
        <p:spPr>
          <a:xfrm flipV="1">
            <a:off x="2300400" y="2445120"/>
            <a:ext cx="1106640" cy="71460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cxnSp>
        <p:nvCxnSpPr>
          <p:cNvPr id="169" name="Conector de Seta Reta 6"/>
          <p:cNvCxnSpPr>
            <a:stCxn id="165" idx="3"/>
            <a:endCxn id="167" idx="1"/>
          </p:cNvCxnSpPr>
          <p:nvPr/>
        </p:nvCxnSpPr>
        <p:spPr>
          <a:xfrm>
            <a:off x="2300400" y="3159360"/>
            <a:ext cx="1106640" cy="74340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170" name="Subtítulo 2"/>
          <p:cNvSpPr/>
          <p:nvPr/>
        </p:nvSpPr>
        <p:spPr>
          <a:xfrm>
            <a:off x="2491200" y="1001880"/>
            <a:ext cx="126540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Hoje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ubtítulo 2"/>
          <p:cNvSpPr/>
          <p:nvPr/>
        </p:nvSpPr>
        <p:spPr>
          <a:xfrm>
            <a:off x="8434800" y="1001880"/>
            <a:ext cx="269856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Com Reforma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tângulo: Cantos Arredondados 149"/>
          <p:cNvSpPr/>
          <p:nvPr/>
        </p:nvSpPr>
        <p:spPr>
          <a:xfrm>
            <a:off x="6547320" y="2610360"/>
            <a:ext cx="2161800" cy="790200"/>
          </a:xfrm>
          <a:prstGeom prst="roundRect">
            <a:avLst>
              <a:gd name="adj" fmla="val 16667"/>
            </a:avLst>
          </a:prstGeom>
          <a:solidFill>
            <a:srgbClr val="1a341b"/>
          </a:solidFill>
          <a:ln>
            <a:solidFill>
              <a:srgbClr val="0f47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Prestador Serviço</a:t>
            </a:r>
            <a:br>
              <a:rPr sz="1800"/>
            </a:b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Eusébio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Retângulo: Cantos Arredondados 150"/>
          <p:cNvSpPr/>
          <p:nvPr/>
        </p:nvSpPr>
        <p:spPr>
          <a:xfrm>
            <a:off x="9790560" y="1891800"/>
            <a:ext cx="2161800" cy="790200"/>
          </a:xfrm>
          <a:prstGeom prst="roundRect">
            <a:avLst>
              <a:gd name="adj" fmla="val 16667"/>
            </a:avLst>
          </a:prstGeom>
          <a:solidFill>
            <a:srgbClr val="1a341b"/>
          </a:solidFill>
          <a:ln>
            <a:solidFill>
              <a:srgbClr val="0f47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Tomador Serviço</a:t>
            </a:r>
            <a:br>
              <a:rPr sz="1800"/>
            </a:b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Fortaleza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Retângulo: Cantos Arredondados 151"/>
          <p:cNvSpPr/>
          <p:nvPr/>
        </p:nvSpPr>
        <p:spPr>
          <a:xfrm>
            <a:off x="9790560" y="3349080"/>
            <a:ext cx="2161800" cy="790200"/>
          </a:xfrm>
          <a:prstGeom prst="roundRect">
            <a:avLst>
              <a:gd name="adj" fmla="val 16667"/>
            </a:avLst>
          </a:prstGeom>
          <a:solidFill>
            <a:srgbClr val="1a341b"/>
          </a:solidFill>
          <a:ln>
            <a:solidFill>
              <a:srgbClr val="0f47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Tomador Serviço</a:t>
            </a:r>
            <a:br>
              <a:rPr sz="1800"/>
            </a:b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Maracanaú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75" name="Conector de Seta Reta 152"/>
          <p:cNvCxnSpPr>
            <a:stCxn id="172" idx="3"/>
            <a:endCxn id="173" idx="1"/>
          </p:cNvCxnSpPr>
          <p:nvPr/>
        </p:nvCxnSpPr>
        <p:spPr>
          <a:xfrm flipV="1">
            <a:off x="8709120" y="2287080"/>
            <a:ext cx="1081800" cy="71892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cxnSp>
        <p:nvCxnSpPr>
          <p:cNvPr id="176" name="Conector de Seta Reta 153"/>
          <p:cNvCxnSpPr>
            <a:stCxn id="172" idx="3"/>
            <a:endCxn id="174" idx="1"/>
          </p:cNvCxnSpPr>
          <p:nvPr/>
        </p:nvCxnSpPr>
        <p:spPr>
          <a:xfrm>
            <a:off x="8709120" y="3005640"/>
            <a:ext cx="1081800" cy="73908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177" name="CaixaDeTexto 154"/>
          <p:cNvSpPr/>
          <p:nvPr/>
        </p:nvSpPr>
        <p:spPr>
          <a:xfrm>
            <a:off x="457560" y="2313720"/>
            <a:ext cx="14864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ISS: 2% ISS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CaixaDeTexto 157"/>
          <p:cNvSpPr/>
          <p:nvPr/>
        </p:nvSpPr>
        <p:spPr>
          <a:xfrm>
            <a:off x="138600" y="4545360"/>
            <a:ext cx="569628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alíquota utilizada é a do município de origem;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Planejamentos tributários envolvendo estes casos deverão ser revistos;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9" name="Conector reto 158"/>
          <p:cNvCxnSpPr/>
          <p:nvPr/>
        </p:nvCxnSpPr>
        <p:spPr>
          <a:xfrm>
            <a:off x="6190920" y="1104840"/>
            <a:ext cx="360" cy="4392360"/>
          </a:xfrm>
          <a:prstGeom prst="straightConnector1">
            <a:avLst/>
          </a:prstGeom>
          <a:ln>
            <a:solidFill>
              <a:srgbClr val="1a341b"/>
            </a:solidFill>
            <a:prstDash val="lgDashDotDot"/>
          </a:ln>
        </p:spPr>
      </p:cxnSp>
      <p:sp>
        <p:nvSpPr>
          <p:cNvPr id="180" name="CaixaDeTexto 159"/>
          <p:cNvSpPr/>
          <p:nvPr/>
        </p:nvSpPr>
        <p:spPr>
          <a:xfrm>
            <a:off x="6356880" y="4545360"/>
            <a:ext cx="569628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alíquota utilizada é a do município de destino, independente de onde o contribuinte estiver localizado (origem)*;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CaixaDeTexto 22"/>
          <p:cNvSpPr/>
          <p:nvPr/>
        </p:nvSpPr>
        <p:spPr>
          <a:xfrm>
            <a:off x="476280" y="3579120"/>
            <a:ext cx="14864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PISCO: 3,65%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CaixaDeTexto 23"/>
          <p:cNvSpPr/>
          <p:nvPr/>
        </p:nvSpPr>
        <p:spPr>
          <a:xfrm>
            <a:off x="6885000" y="2204640"/>
            <a:ext cx="14864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CBS: 10%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CaixaDeTexto 24"/>
          <p:cNvSpPr/>
          <p:nvPr/>
        </p:nvSpPr>
        <p:spPr>
          <a:xfrm>
            <a:off x="9913320" y="1320480"/>
            <a:ext cx="191124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6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IBS Estado: 14%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6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IBS Município: 4%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CaixaDeTexto 25"/>
          <p:cNvSpPr/>
          <p:nvPr/>
        </p:nvSpPr>
        <p:spPr>
          <a:xfrm>
            <a:off x="9913320" y="2790000"/>
            <a:ext cx="191124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6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IBS Estado: 14%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6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IBS Município: 5%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CaixaDeTexto 26"/>
          <p:cNvSpPr/>
          <p:nvPr/>
        </p:nvSpPr>
        <p:spPr>
          <a:xfrm>
            <a:off x="57240" y="1315080"/>
            <a:ext cx="19112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Total: 5,65%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CaixaDeTexto 27"/>
          <p:cNvSpPr/>
          <p:nvPr/>
        </p:nvSpPr>
        <p:spPr>
          <a:xfrm>
            <a:off x="6095880" y="1315080"/>
            <a:ext cx="19112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Total: 28%*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Como precificar com a reforma tributária?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9" name="Conector reto 54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graphicFrame>
        <p:nvGraphicFramePr>
          <p:cNvPr id="190" name="Tabela 3"/>
          <p:cNvGraphicFramePr/>
          <p:nvPr/>
        </p:nvGraphicFramePr>
        <p:xfrm>
          <a:off x="958680" y="1703880"/>
          <a:ext cx="4177800" cy="1251360"/>
        </p:xfrm>
        <a:graphic>
          <a:graphicData uri="http://schemas.openxmlformats.org/drawingml/2006/table">
            <a:tbl>
              <a:tblPr/>
              <a:tblGrid>
                <a:gridCol w="2794320"/>
                <a:gridCol w="1383480"/>
              </a:tblGrid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Preço Bruto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1.094,69 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ISS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54,73 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PIS/COFINS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39,96 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Receita Liquida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1.000,00 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1" name="Subtítulo 2"/>
          <p:cNvSpPr/>
          <p:nvPr/>
        </p:nvSpPr>
        <p:spPr>
          <a:xfrm>
            <a:off x="2546280" y="1131120"/>
            <a:ext cx="150156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Hoje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CaixaDeTexto 4"/>
          <p:cNvSpPr/>
          <p:nvPr/>
        </p:nvSpPr>
        <p:spPr>
          <a:xfrm>
            <a:off x="428760" y="3370320"/>
            <a:ext cx="504792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 cliente vê o preço bruto na nota fiscal, e os impostos já se presumem embutidos no preço;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É necessário considerar precificação com os impostos embutidos (técnica de “gross up”)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ubtítulo 2"/>
          <p:cNvSpPr/>
          <p:nvPr/>
        </p:nvSpPr>
        <p:spPr>
          <a:xfrm>
            <a:off x="8346960" y="1128600"/>
            <a:ext cx="212040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Com Reforma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4" name="Tabela 6"/>
          <p:cNvGraphicFramePr/>
          <p:nvPr/>
        </p:nvGraphicFramePr>
        <p:xfrm>
          <a:off x="7407360" y="1703880"/>
          <a:ext cx="4203360" cy="1251360"/>
        </p:xfrm>
        <a:graphic>
          <a:graphicData uri="http://schemas.openxmlformats.org/drawingml/2006/table">
            <a:tbl>
              <a:tblPr/>
              <a:tblGrid>
                <a:gridCol w="2488320"/>
                <a:gridCol w="1715040"/>
              </a:tblGrid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Preço Líquido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1.000,00 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IBS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180,00 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CBS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100,00 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Preço Bruto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1.280,00 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5" name="CaixaDeTexto 39"/>
          <p:cNvSpPr/>
          <p:nvPr/>
        </p:nvSpPr>
        <p:spPr>
          <a:xfrm>
            <a:off x="6329160" y="3247560"/>
            <a:ext cx="5462280" cy="20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 cliente vê o preço líquido da nota, com os impostos “por fora”, sabendo exatamente qual parcela é acrescida ao preço cobrado pelo produto/serviço;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precificação será feita pelo valor líquido de impostos, e a cada operação o valor é acrescido na nota fiscal;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6" name="Conector reto 9"/>
          <p:cNvCxnSpPr/>
          <p:nvPr/>
        </p:nvCxnSpPr>
        <p:spPr>
          <a:xfrm>
            <a:off x="5989320" y="1302120"/>
            <a:ext cx="360" cy="4165560"/>
          </a:xfrm>
          <a:prstGeom prst="straightConnector1">
            <a:avLst/>
          </a:prstGeom>
          <a:ln>
            <a:solidFill>
              <a:srgbClr val="1a341b"/>
            </a:solidFill>
            <a:prstDash val="lgDashDotDot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Não cumulatividade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402;p42"/>
          <p:cNvSpPr/>
          <p:nvPr/>
        </p:nvSpPr>
        <p:spPr>
          <a:xfrm>
            <a:off x="763200" y="1073160"/>
            <a:ext cx="4646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ICMS, PIS e COFINS e ISS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Não cumulatividade tradicional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403;p42"/>
          <p:cNvSpPr/>
          <p:nvPr/>
        </p:nvSpPr>
        <p:spPr>
          <a:xfrm>
            <a:off x="7758720" y="1115280"/>
            <a:ext cx="25898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IBS e CBS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Não cumulatividade plena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404;p42"/>
          <p:cNvSpPr/>
          <p:nvPr/>
        </p:nvSpPr>
        <p:spPr>
          <a:xfrm>
            <a:off x="231120" y="1811520"/>
            <a:ext cx="5283360" cy="30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Exemplos (principais créditos):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0000" indent="-18432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"/>
              <a:tabLst>
                <a:tab algn="l" pos="0"/>
              </a:tabLst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Compra de mercadorias (ICMS, PIS, COFINS e </a:t>
            </a:r>
            <a:r>
              <a:rPr lang="pt-BR" sz="1800" b="0" u="none" strike="sngStrike">
                <a:solidFill>
                  <a:srgbClr val="1a341b"/>
                </a:solidFill>
                <a:effectLst/>
                <a:uFillTx/>
                <a:latin typeface="Segoe UI Semilight"/>
              </a:rPr>
              <a:t>ISS</a:t>
            </a: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);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0000" indent="-18432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"/>
              <a:tabLst>
                <a:tab algn="l" pos="0"/>
              </a:tabLst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Aquisição de insumos (ICMS, PIS, COFINS e </a:t>
            </a:r>
            <a:r>
              <a:rPr lang="pt-BR" sz="1800" b="0" u="none" strike="sngStrike">
                <a:solidFill>
                  <a:srgbClr val="1a341b"/>
                </a:solidFill>
                <a:effectLst/>
                <a:uFillTx/>
                <a:latin typeface="Segoe UI Semilight"/>
              </a:rPr>
              <a:t>ISS</a:t>
            </a: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);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0000" indent="-18432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"/>
              <a:tabLst>
                <a:tab algn="l" pos="0"/>
              </a:tabLst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Aquisição de serviços de comunicação e transporte interestadual e intermunicipal (ICMS, PIS e COFINS e </a:t>
            </a:r>
            <a:r>
              <a:rPr lang="pt-BR" sz="1800" b="0" u="none" strike="sngStrike">
                <a:solidFill>
                  <a:srgbClr val="1a341b"/>
                </a:solidFill>
                <a:effectLst/>
                <a:uFillTx/>
                <a:latin typeface="Segoe UI Semilight"/>
              </a:rPr>
              <a:t>ISS</a:t>
            </a: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);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0000" indent="-18432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"/>
              <a:tabLst>
                <a:tab algn="l" pos="0"/>
              </a:tabLst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Serviços sujeitos ao ISS (</a:t>
            </a:r>
            <a:r>
              <a:rPr lang="pt-BR" sz="1800" b="0" u="none" strike="sngStrike">
                <a:solidFill>
                  <a:srgbClr val="1a341b"/>
                </a:solidFill>
                <a:effectLst/>
                <a:uFillTx/>
                <a:latin typeface="Segoe UI Semilight"/>
              </a:rPr>
              <a:t>ICMS</a:t>
            </a: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, PIS e COFINS e </a:t>
            </a:r>
            <a:r>
              <a:rPr lang="pt-BR" sz="1800" b="0" u="none" strike="sngStrike">
                <a:solidFill>
                  <a:srgbClr val="1a341b"/>
                </a:solidFill>
                <a:effectLst/>
                <a:uFillTx/>
                <a:latin typeface="Segoe UI Semilight"/>
              </a:rPr>
              <a:t>ISS</a:t>
            </a: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);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0000" indent="-18432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"/>
              <a:tabLst>
                <a:tab algn="l" pos="0"/>
              </a:tabLst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Aquisição de material de uso e consumo (</a:t>
            </a:r>
            <a:r>
              <a:rPr lang="pt-BR" sz="1800" b="0" u="none" strike="sngStrike">
                <a:solidFill>
                  <a:srgbClr val="1a341b"/>
                </a:solidFill>
                <a:effectLst/>
                <a:uFillTx/>
                <a:latin typeface="Segoe UI Semilight"/>
              </a:rPr>
              <a:t>ICMS, PIS, COFINS e ISS</a:t>
            </a: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);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405;p42"/>
          <p:cNvSpPr/>
          <p:nvPr/>
        </p:nvSpPr>
        <p:spPr>
          <a:xfrm>
            <a:off x="6262560" y="1811520"/>
            <a:ext cx="5421240" cy="30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Exemplos: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0000" indent="-18432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"/>
              <a:tabLst>
                <a:tab algn="l" pos="0"/>
              </a:tabLst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Tudo, exceto despesas que não tenham relação com as atividades da empresa (IBS e CBS).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3" name="Google Shape;406;p42"/>
          <p:cNvCxnSpPr/>
          <p:nvPr/>
        </p:nvCxnSpPr>
        <p:spPr>
          <a:xfrm>
            <a:off x="5941800" y="1160280"/>
            <a:ext cx="360" cy="4320360"/>
          </a:xfrm>
          <a:prstGeom prst="straightConnector1">
            <a:avLst/>
          </a:prstGeom>
          <a:ln w="9525">
            <a:solidFill>
              <a:srgbClr val="1a341b"/>
            </a:solidFill>
            <a:prstDash val="lgDashDotDot"/>
            <a:round/>
          </a:ln>
        </p:spPr>
      </p:cxnSp>
      <p:cxnSp>
        <p:nvCxnSpPr>
          <p:cNvPr id="204" name="Conector reto 9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Como reconhecer despesas com a reforma tributária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7" name="Conector reto 54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sp>
        <p:nvSpPr>
          <p:cNvPr id="208" name="Subtítulo 2"/>
          <p:cNvSpPr/>
          <p:nvPr/>
        </p:nvSpPr>
        <p:spPr>
          <a:xfrm>
            <a:off x="2546280" y="1131120"/>
            <a:ext cx="150156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Hoje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CaixaDeTexto 4"/>
          <p:cNvSpPr/>
          <p:nvPr/>
        </p:nvSpPr>
        <p:spPr>
          <a:xfrm>
            <a:off x="364320" y="3393000"/>
            <a:ext cx="504792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Hoje o preço bruto do serviço é R$ 1.800,00, e como a empresa prestadora de serviço não tem nenhum crédito, os impostos pagam viram custo da operação;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ubtítulo 2"/>
          <p:cNvSpPr/>
          <p:nvPr/>
        </p:nvSpPr>
        <p:spPr>
          <a:xfrm>
            <a:off x="8370720" y="1128600"/>
            <a:ext cx="212040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Com Reforma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CaixaDeTexto 39"/>
          <p:cNvSpPr/>
          <p:nvPr/>
        </p:nvSpPr>
        <p:spPr>
          <a:xfrm>
            <a:off x="6202440" y="4085640"/>
            <a:ext cx="574992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Estima-se que a empresa vá pagar mais caro pela aquisição de bens e serviços, porém, o crédito amplo vai permitir a despesa ficar em valor igual ou menor;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Essa análise deve ser caso a caso;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2" name="Conector reto 9"/>
          <p:cNvCxnSpPr/>
          <p:nvPr/>
        </p:nvCxnSpPr>
        <p:spPr>
          <a:xfrm>
            <a:off x="5989320" y="1302120"/>
            <a:ext cx="360" cy="4165560"/>
          </a:xfrm>
          <a:prstGeom prst="straightConnector1">
            <a:avLst/>
          </a:prstGeom>
          <a:ln>
            <a:solidFill>
              <a:srgbClr val="1a341b"/>
            </a:solidFill>
            <a:prstDash val="lgDashDotDot"/>
          </a:ln>
        </p:spPr>
      </p:cxnSp>
      <p:graphicFrame>
        <p:nvGraphicFramePr>
          <p:cNvPr id="213" name="Tabela 5"/>
          <p:cNvGraphicFramePr/>
          <p:nvPr/>
        </p:nvGraphicFramePr>
        <p:xfrm>
          <a:off x="1041120" y="1703880"/>
          <a:ext cx="4146120" cy="1251360"/>
        </p:xfrm>
        <a:graphic>
          <a:graphicData uri="http://schemas.openxmlformats.org/drawingml/2006/table">
            <a:tbl>
              <a:tblPr/>
              <a:tblGrid>
                <a:gridCol w="2773080"/>
                <a:gridCol w="1373040"/>
              </a:tblGrid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Valor Bruto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1.800,00 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ISS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90,00 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PIS/COFINS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65,70 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Receita Liquida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1.644,30 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14" name="Tabela 10"/>
          <p:cNvGraphicFramePr/>
          <p:nvPr/>
        </p:nvGraphicFramePr>
        <p:xfrm>
          <a:off x="6743880" y="1557360"/>
          <a:ext cx="5374800" cy="2189880"/>
        </p:xfrm>
        <a:graphic>
          <a:graphicData uri="http://schemas.openxmlformats.org/drawingml/2006/table">
            <a:tbl>
              <a:tblPr/>
              <a:tblGrid>
                <a:gridCol w="3639960"/>
                <a:gridCol w="1734840"/>
              </a:tblGrid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Preço Líquido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1.644,30 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IBS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295,97 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70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CBS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164,43 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Preço Bruto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2.104,70 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Custo do Serviço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1.644,30 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Créditos a Compensar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460,40 </a:t>
                      </a:r>
                      <a:endParaRPr lang="pt-BR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Alíquotas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7" name="Conector reto 38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cxnSp>
        <p:nvCxnSpPr>
          <p:cNvPr id="218" name="Google Shape;406;p42"/>
          <p:cNvCxnSpPr/>
          <p:nvPr/>
        </p:nvCxnSpPr>
        <p:spPr>
          <a:xfrm>
            <a:off x="5934960" y="1271160"/>
            <a:ext cx="360" cy="4320360"/>
          </a:xfrm>
          <a:prstGeom prst="straightConnector1">
            <a:avLst/>
          </a:prstGeom>
          <a:ln w="9525">
            <a:solidFill>
              <a:srgbClr val="1a341b"/>
            </a:solidFill>
            <a:prstDash val="lgDashDotDot"/>
            <a:round/>
          </a:ln>
        </p:spPr>
      </p:cxnSp>
      <p:sp>
        <p:nvSpPr>
          <p:cNvPr id="219" name="Google Shape;403;p42"/>
          <p:cNvSpPr/>
          <p:nvPr/>
        </p:nvSpPr>
        <p:spPr>
          <a:xfrm>
            <a:off x="1996560" y="1149480"/>
            <a:ext cx="25898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20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Alíquota referência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Freeform 111"/>
          <p:cNvSpPr/>
          <p:nvPr/>
        </p:nvSpPr>
        <p:spPr>
          <a:xfrm>
            <a:off x="1531440" y="1058400"/>
            <a:ext cx="464760" cy="612360"/>
          </a:xfrm>
          <a:custGeom>
            <a:avLst/>
            <a:gdLst>
              <a:gd name="textAreaLeft" fmla="*/ 0 w 464760"/>
              <a:gd name="textAreaRight" fmla="*/ 465120 w 464760"/>
              <a:gd name="textAreaTop" fmla="*/ 0 h 612360"/>
              <a:gd name="textAreaBottom" fmla="*/ 612720 h 612360"/>
              <a:gd name="GluePoint1X" fmla="*/ 2147483647 w 3620"/>
              <a:gd name="GluePoint1Y" fmla="*/ 2147483647 h 4763"/>
              <a:gd name="GluePoint2X" fmla="*/ 2147483647 w 3620"/>
              <a:gd name="GluePoint2Y" fmla="*/ 2147483647 h 4763"/>
              <a:gd name="GluePoint3X" fmla="*/ 2147483647 w 3620"/>
              <a:gd name="GluePoint3Y" fmla="*/ 2147483647 h 4763"/>
              <a:gd name="GluePoint4X" fmla="*/ 2147483647 w 3620"/>
              <a:gd name="GluePoint4Y" fmla="*/ 2147483647 h 4763"/>
              <a:gd name="GluePoint5X" fmla="*/ 2147483647 w 3620"/>
              <a:gd name="GluePoint5Y" fmla="*/ 2147483647 h 4763"/>
              <a:gd name="GluePoint6X" fmla="*/ 2147483647 w 3620"/>
              <a:gd name="GluePoint6Y" fmla="*/ 2147483647 h 4763"/>
              <a:gd name="GluePoint7X" fmla="*/ 2147483647 w 3620"/>
              <a:gd name="GluePoint7Y" fmla="*/ 2147483647 h 4763"/>
              <a:gd name="GluePoint8X" fmla="*/ 2147483647 w 3620"/>
              <a:gd name="GluePoint8Y" fmla="*/ 2147483647 h 4763"/>
              <a:gd name="GluePoint9X" fmla="*/ 2147483647 w 3620"/>
              <a:gd name="GluePoint9Y" fmla="*/ 2147483647 h 4763"/>
              <a:gd name="GluePoint10X" fmla="*/ 2147483647 w 3620"/>
              <a:gd name="GluePoint10Y" fmla="*/ 2147483647 h 4763"/>
              <a:gd name="GluePoint11X" fmla="*/ 2147483647 w 3620"/>
              <a:gd name="GluePoint11Y" fmla="*/ 2147483647 h 4763"/>
              <a:gd name="GluePoint12X" fmla="*/ 2147483647 w 3620"/>
              <a:gd name="GluePoint12Y" fmla="*/ 2147483647 h 4763"/>
              <a:gd name="GluePoint13X" fmla="*/ 2147483647 w 3620"/>
              <a:gd name="GluePoint13Y" fmla="*/ 2147483647 h 4763"/>
              <a:gd name="GluePoint14X" fmla="*/ 2147483647 w 3620"/>
              <a:gd name="GluePoint14Y" fmla="*/ 2147483647 h 4763"/>
              <a:gd name="GluePoint15X" fmla="*/ 2147483647 w 3620"/>
              <a:gd name="GluePoint15Y" fmla="*/ 2147483647 h 4763"/>
              <a:gd name="GluePoint16X" fmla="*/ 2147483647 w 3620"/>
              <a:gd name="GluePoint16Y" fmla="*/ 2147483647 h 4763"/>
              <a:gd name="GluePoint17X" fmla="*/ 2147483647 w 3620"/>
              <a:gd name="GluePoint17Y" fmla="*/ 2147483647 h 4763"/>
              <a:gd name="GluePoint18X" fmla="*/ 2147483647 w 3620"/>
              <a:gd name="GluePoint18Y" fmla="*/ 2147483647 h 4763"/>
              <a:gd name="GluePoint19X" fmla="*/ 2147483647 w 3620"/>
              <a:gd name="GluePoint19Y" fmla="*/ 2147483647 h 4763"/>
              <a:gd name="GluePoint20X" fmla="*/ 2147483647 w 3620"/>
              <a:gd name="GluePoint20Y" fmla="*/ 2147483647 h 4763"/>
              <a:gd name="GluePoint21X" fmla="*/ 2147483647 w 3620"/>
              <a:gd name="GluePoint21Y" fmla="*/ 2147483647 h 4763"/>
              <a:gd name="GluePoint22X" fmla="*/ 2147483647 w 3620"/>
              <a:gd name="GluePoint22Y" fmla="*/ 2147483647 h 4763"/>
              <a:gd name="GluePoint23X" fmla="*/ 2147483647 w 3620"/>
              <a:gd name="GluePoint23Y" fmla="*/ 2147483647 h 4763"/>
              <a:gd name="GluePoint24X" fmla="*/ 2147483647 w 3620"/>
              <a:gd name="GluePoint24Y" fmla="*/ 2147483647 h 4763"/>
              <a:gd name="GluePoint25X" fmla="*/ 2147483647 w 3620"/>
              <a:gd name="GluePoint25Y" fmla="*/ 2147483647 h 4763"/>
              <a:gd name="GluePoint26X" fmla="*/ 2147483647 w 3620"/>
              <a:gd name="GluePoint26Y" fmla="*/ 2147483647 h 4763"/>
              <a:gd name="GluePoint27X" fmla="*/ 2147483647 w 3620"/>
              <a:gd name="GluePoint27Y" fmla="*/ 2147483647 h 4763"/>
              <a:gd name="GluePoint28X" fmla="*/ 2147483647 w 3620"/>
              <a:gd name="GluePoint28Y" fmla="*/ 2147483647 h 4763"/>
              <a:gd name="GluePoint29X" fmla="*/ 2147483647 w 3620"/>
              <a:gd name="GluePoint29Y" fmla="*/ 2147483647 h 4763"/>
              <a:gd name="GluePoint30X" fmla="*/ 2147483647 w 3620"/>
              <a:gd name="GluePoint30Y" fmla="*/ 2147483647 h 4763"/>
              <a:gd name="GluePoint31X" fmla="*/ 2147483647 w 3620"/>
              <a:gd name="GluePoint31Y" fmla="*/ 2147483647 h 4763"/>
              <a:gd name="GluePoint32X" fmla="*/ 2147483647 w 3620"/>
              <a:gd name="GluePoint32Y" fmla="*/ 2147483647 h 4763"/>
              <a:gd name="GluePoint33X" fmla="*/ 2147483647 w 3620"/>
              <a:gd name="GluePoint33Y" fmla="*/ 2147483647 h 4763"/>
              <a:gd name="GluePoint34X" fmla="*/ 2147483647 w 3620"/>
              <a:gd name="GluePoint34Y" fmla="*/ 2147483647 h 4763"/>
              <a:gd name="GluePoint35X" fmla="*/ 2147483647 w 3620"/>
              <a:gd name="GluePoint35Y" fmla="*/ 2147483647 h 4763"/>
              <a:gd name="GluePoint36X" fmla="*/ 2147483647 w 3620"/>
              <a:gd name="GluePoint36Y" fmla="*/ 2147483647 h 4763"/>
              <a:gd name="GluePoint37X" fmla="*/ 2147483647 w 3620"/>
              <a:gd name="GluePoint37Y" fmla="*/ 2147483647 h 4763"/>
              <a:gd name="GluePoint38X" fmla="*/ 2147483647 w 3620"/>
              <a:gd name="GluePoint38Y" fmla="*/ 2147483647 h 4763"/>
              <a:gd name="GluePoint39X" fmla="*/ 2147483647 w 3620"/>
              <a:gd name="GluePoint39Y" fmla="*/ 2147483647 h 4763"/>
              <a:gd name="GluePoint40X" fmla="*/ 2147483647 w 3620"/>
              <a:gd name="GluePoint40Y" fmla="*/ 2147483647 h 4763"/>
              <a:gd name="GluePoint41X" fmla="*/ 2147483647 w 3620"/>
              <a:gd name="GluePoint41Y" fmla="*/ 2147483647 h 4763"/>
              <a:gd name="GluePoint42X" fmla="*/ 2147483647 w 3620"/>
              <a:gd name="GluePoint42Y" fmla="*/ 2147483647 h 4763"/>
              <a:gd name="GluePoint43X" fmla="*/ 2147483647 w 3620"/>
              <a:gd name="GluePoint43Y" fmla="*/ 2147483647 h 4763"/>
              <a:gd name="GluePoint44X" fmla="*/ 2147483647 w 3620"/>
              <a:gd name="GluePoint44Y" fmla="*/ 2147483647 h 4763"/>
              <a:gd name="GluePoint45X" fmla="*/ 2147483647 w 3620"/>
              <a:gd name="GluePoint45Y" fmla="*/ 2147483647 h 4763"/>
              <a:gd name="GluePoint46X" fmla="*/ 2147483647 w 3620"/>
              <a:gd name="GluePoint46Y" fmla="*/ 2147483647 h 4763"/>
              <a:gd name="GluePoint47X" fmla="*/ 2147483647 w 3620"/>
              <a:gd name="GluePoint47Y" fmla="*/ 2147483647 h 4763"/>
              <a:gd name="GluePoint48X" fmla="*/ 2147483647 w 3620"/>
              <a:gd name="GluePoint48Y" fmla="*/ 2147483647 h 4763"/>
              <a:gd name="GluePoint49X" fmla="*/ 2147483647 w 3620"/>
              <a:gd name="GluePoint49Y" fmla="*/ 2147483647 h 4763"/>
              <a:gd name="GluePoint50X" fmla="*/ 2147483647 w 3620"/>
              <a:gd name="GluePoint50Y" fmla="*/ 2147483647 h 4763"/>
              <a:gd name="GluePoint51X" fmla="*/ 2147483647 w 3620"/>
              <a:gd name="GluePoint51Y" fmla="*/ 2147483647 h 4763"/>
              <a:gd name="GluePoint52X" fmla="*/ 2147483647 w 3620"/>
              <a:gd name="GluePoint52Y" fmla="*/ 2147483647 h 4763"/>
              <a:gd name="GluePoint53X" fmla="*/ 2147483647 w 3620"/>
              <a:gd name="GluePoint53Y" fmla="*/ 2147483647 h 4763"/>
              <a:gd name="GluePoint54X" fmla="*/ 2147483647 w 3620"/>
              <a:gd name="GluePoint54Y" fmla="*/ 2147483647 h 4763"/>
              <a:gd name="GluePoint55X" fmla="*/ 2147483647 w 3620"/>
              <a:gd name="GluePoint55Y" fmla="*/ 2147483647 h 4763"/>
              <a:gd name="GluePoint56X" fmla="*/ 2147483647 w 3620"/>
              <a:gd name="GluePoint56Y" fmla="*/ 2147483647 h 4763"/>
              <a:gd name="GluePoint57X" fmla="*/ 2147483647 w 3620"/>
              <a:gd name="GluePoint57Y" fmla="*/ 2147483647 h 4763"/>
              <a:gd name="GluePoint58X" fmla="*/ 2147483647 w 3620"/>
              <a:gd name="GluePoint58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</a:cxnLst>
            <a:rect l="textAreaLeft" t="textAreaTop" r="textAreaRight" b="textAreaBottom"/>
            <a:pathLst>
              <a:path w="3620" h="4763">
                <a:moveTo>
                  <a:pt x="2134" y="1093"/>
                </a:moveTo>
                <a:lnTo>
                  <a:pt x="2134" y="1093"/>
                </a:lnTo>
                <a:lnTo>
                  <a:pt x="2096" y="1113"/>
                </a:lnTo>
                <a:lnTo>
                  <a:pt x="2059" y="1132"/>
                </a:lnTo>
                <a:lnTo>
                  <a:pt x="2021" y="1149"/>
                </a:lnTo>
                <a:lnTo>
                  <a:pt x="1984" y="1167"/>
                </a:lnTo>
                <a:lnTo>
                  <a:pt x="1948" y="1183"/>
                </a:lnTo>
                <a:lnTo>
                  <a:pt x="1910" y="1197"/>
                </a:lnTo>
                <a:lnTo>
                  <a:pt x="1837" y="1224"/>
                </a:lnTo>
                <a:lnTo>
                  <a:pt x="1765" y="1247"/>
                </a:lnTo>
                <a:lnTo>
                  <a:pt x="1694" y="1267"/>
                </a:lnTo>
                <a:lnTo>
                  <a:pt x="1624" y="1284"/>
                </a:lnTo>
                <a:lnTo>
                  <a:pt x="1557" y="1298"/>
                </a:lnTo>
                <a:lnTo>
                  <a:pt x="1491" y="1310"/>
                </a:lnTo>
                <a:lnTo>
                  <a:pt x="1426" y="1319"/>
                </a:lnTo>
                <a:lnTo>
                  <a:pt x="1365" y="1326"/>
                </a:lnTo>
                <a:lnTo>
                  <a:pt x="1306" y="1332"/>
                </a:lnTo>
                <a:lnTo>
                  <a:pt x="1250" y="1335"/>
                </a:lnTo>
                <a:lnTo>
                  <a:pt x="1196" y="1338"/>
                </a:lnTo>
                <a:lnTo>
                  <a:pt x="1147" y="1339"/>
                </a:lnTo>
                <a:lnTo>
                  <a:pt x="1099" y="1339"/>
                </a:lnTo>
                <a:lnTo>
                  <a:pt x="1102" y="1282"/>
                </a:lnTo>
                <a:lnTo>
                  <a:pt x="1104" y="1217"/>
                </a:lnTo>
                <a:lnTo>
                  <a:pt x="1103" y="1148"/>
                </a:lnTo>
                <a:lnTo>
                  <a:pt x="1100" y="1083"/>
                </a:lnTo>
                <a:lnTo>
                  <a:pt x="1097" y="1020"/>
                </a:lnTo>
                <a:lnTo>
                  <a:pt x="1092" y="960"/>
                </a:lnTo>
                <a:lnTo>
                  <a:pt x="1085" y="902"/>
                </a:lnTo>
                <a:lnTo>
                  <a:pt x="1077" y="847"/>
                </a:lnTo>
                <a:lnTo>
                  <a:pt x="1069" y="797"/>
                </a:lnTo>
                <a:lnTo>
                  <a:pt x="1059" y="748"/>
                </a:lnTo>
                <a:lnTo>
                  <a:pt x="1048" y="703"/>
                </a:lnTo>
                <a:lnTo>
                  <a:pt x="1036" y="659"/>
                </a:lnTo>
                <a:lnTo>
                  <a:pt x="1023" y="619"/>
                </a:lnTo>
                <a:lnTo>
                  <a:pt x="1008" y="581"/>
                </a:lnTo>
                <a:lnTo>
                  <a:pt x="993" y="547"/>
                </a:lnTo>
                <a:lnTo>
                  <a:pt x="979" y="513"/>
                </a:lnTo>
                <a:lnTo>
                  <a:pt x="962" y="482"/>
                </a:lnTo>
                <a:lnTo>
                  <a:pt x="945" y="454"/>
                </a:lnTo>
                <a:lnTo>
                  <a:pt x="929" y="430"/>
                </a:lnTo>
                <a:lnTo>
                  <a:pt x="913" y="408"/>
                </a:lnTo>
                <a:lnTo>
                  <a:pt x="897" y="388"/>
                </a:lnTo>
                <a:lnTo>
                  <a:pt x="881" y="370"/>
                </a:lnTo>
                <a:lnTo>
                  <a:pt x="864" y="354"/>
                </a:lnTo>
                <a:lnTo>
                  <a:pt x="848" y="339"/>
                </a:lnTo>
                <a:lnTo>
                  <a:pt x="831" y="327"/>
                </a:lnTo>
                <a:lnTo>
                  <a:pt x="814" y="317"/>
                </a:lnTo>
                <a:lnTo>
                  <a:pt x="797" y="307"/>
                </a:lnTo>
                <a:lnTo>
                  <a:pt x="779" y="299"/>
                </a:lnTo>
                <a:lnTo>
                  <a:pt x="762" y="293"/>
                </a:lnTo>
                <a:lnTo>
                  <a:pt x="745" y="289"/>
                </a:lnTo>
                <a:lnTo>
                  <a:pt x="726" y="285"/>
                </a:lnTo>
                <a:lnTo>
                  <a:pt x="707" y="282"/>
                </a:lnTo>
                <a:lnTo>
                  <a:pt x="688" y="281"/>
                </a:lnTo>
                <a:lnTo>
                  <a:pt x="668" y="281"/>
                </a:lnTo>
                <a:lnTo>
                  <a:pt x="650" y="281"/>
                </a:lnTo>
                <a:lnTo>
                  <a:pt x="631" y="282"/>
                </a:lnTo>
                <a:lnTo>
                  <a:pt x="614" y="285"/>
                </a:lnTo>
                <a:lnTo>
                  <a:pt x="595" y="289"/>
                </a:lnTo>
                <a:lnTo>
                  <a:pt x="577" y="294"/>
                </a:lnTo>
                <a:lnTo>
                  <a:pt x="559" y="299"/>
                </a:lnTo>
                <a:lnTo>
                  <a:pt x="541" y="307"/>
                </a:lnTo>
                <a:lnTo>
                  <a:pt x="523" y="318"/>
                </a:lnTo>
                <a:lnTo>
                  <a:pt x="505" y="329"/>
                </a:lnTo>
                <a:lnTo>
                  <a:pt x="488" y="342"/>
                </a:lnTo>
                <a:lnTo>
                  <a:pt x="469" y="357"/>
                </a:lnTo>
                <a:lnTo>
                  <a:pt x="452" y="374"/>
                </a:lnTo>
                <a:lnTo>
                  <a:pt x="433" y="393"/>
                </a:lnTo>
                <a:lnTo>
                  <a:pt x="416" y="414"/>
                </a:lnTo>
                <a:lnTo>
                  <a:pt x="398" y="438"/>
                </a:lnTo>
                <a:lnTo>
                  <a:pt x="380" y="465"/>
                </a:lnTo>
                <a:lnTo>
                  <a:pt x="362" y="494"/>
                </a:lnTo>
                <a:lnTo>
                  <a:pt x="345" y="525"/>
                </a:lnTo>
                <a:lnTo>
                  <a:pt x="329" y="559"/>
                </a:lnTo>
                <a:lnTo>
                  <a:pt x="313" y="595"/>
                </a:lnTo>
                <a:lnTo>
                  <a:pt x="298" y="632"/>
                </a:lnTo>
                <a:lnTo>
                  <a:pt x="285" y="674"/>
                </a:lnTo>
                <a:lnTo>
                  <a:pt x="271" y="716"/>
                </a:lnTo>
                <a:lnTo>
                  <a:pt x="261" y="763"/>
                </a:lnTo>
                <a:lnTo>
                  <a:pt x="250" y="811"/>
                </a:lnTo>
                <a:lnTo>
                  <a:pt x="241" y="862"/>
                </a:lnTo>
                <a:lnTo>
                  <a:pt x="233" y="917"/>
                </a:lnTo>
                <a:lnTo>
                  <a:pt x="226" y="974"/>
                </a:lnTo>
                <a:lnTo>
                  <a:pt x="221" y="1033"/>
                </a:lnTo>
                <a:lnTo>
                  <a:pt x="217" y="1096"/>
                </a:lnTo>
                <a:lnTo>
                  <a:pt x="214" y="1163"/>
                </a:lnTo>
                <a:lnTo>
                  <a:pt x="214" y="1231"/>
                </a:lnTo>
                <a:lnTo>
                  <a:pt x="214" y="1300"/>
                </a:lnTo>
                <a:lnTo>
                  <a:pt x="217" y="1366"/>
                </a:lnTo>
                <a:lnTo>
                  <a:pt x="221" y="1429"/>
                </a:lnTo>
                <a:lnTo>
                  <a:pt x="226" y="1489"/>
                </a:lnTo>
                <a:lnTo>
                  <a:pt x="233" y="1545"/>
                </a:lnTo>
                <a:lnTo>
                  <a:pt x="239" y="1600"/>
                </a:lnTo>
                <a:lnTo>
                  <a:pt x="249" y="1650"/>
                </a:lnTo>
                <a:lnTo>
                  <a:pt x="259" y="1699"/>
                </a:lnTo>
                <a:lnTo>
                  <a:pt x="270" y="1744"/>
                </a:lnTo>
                <a:lnTo>
                  <a:pt x="282" y="1788"/>
                </a:lnTo>
                <a:lnTo>
                  <a:pt x="295" y="1828"/>
                </a:lnTo>
                <a:lnTo>
                  <a:pt x="310" y="1867"/>
                </a:lnTo>
                <a:lnTo>
                  <a:pt x="325" y="1902"/>
                </a:lnTo>
                <a:lnTo>
                  <a:pt x="340" y="1935"/>
                </a:lnTo>
                <a:lnTo>
                  <a:pt x="357" y="1966"/>
                </a:lnTo>
                <a:lnTo>
                  <a:pt x="374" y="1994"/>
                </a:lnTo>
                <a:lnTo>
                  <a:pt x="390" y="2019"/>
                </a:lnTo>
                <a:lnTo>
                  <a:pt x="408" y="2041"/>
                </a:lnTo>
                <a:lnTo>
                  <a:pt x="424" y="2061"/>
                </a:lnTo>
                <a:lnTo>
                  <a:pt x="441" y="2079"/>
                </a:lnTo>
                <a:lnTo>
                  <a:pt x="459" y="2096"/>
                </a:lnTo>
                <a:lnTo>
                  <a:pt x="475" y="2109"/>
                </a:lnTo>
                <a:lnTo>
                  <a:pt x="492" y="2122"/>
                </a:lnTo>
                <a:lnTo>
                  <a:pt x="509" y="2133"/>
                </a:lnTo>
                <a:lnTo>
                  <a:pt x="527" y="2142"/>
                </a:lnTo>
                <a:lnTo>
                  <a:pt x="544" y="2149"/>
                </a:lnTo>
                <a:lnTo>
                  <a:pt x="563" y="2156"/>
                </a:lnTo>
                <a:lnTo>
                  <a:pt x="580" y="2161"/>
                </a:lnTo>
                <a:lnTo>
                  <a:pt x="599" y="2164"/>
                </a:lnTo>
                <a:lnTo>
                  <a:pt x="618" y="2166"/>
                </a:lnTo>
                <a:lnTo>
                  <a:pt x="636" y="2168"/>
                </a:lnTo>
                <a:lnTo>
                  <a:pt x="655" y="2169"/>
                </a:lnTo>
                <a:lnTo>
                  <a:pt x="675" y="2168"/>
                </a:lnTo>
                <a:lnTo>
                  <a:pt x="694" y="2166"/>
                </a:lnTo>
                <a:lnTo>
                  <a:pt x="713" y="2164"/>
                </a:lnTo>
                <a:lnTo>
                  <a:pt x="731" y="2160"/>
                </a:lnTo>
                <a:lnTo>
                  <a:pt x="749" y="2156"/>
                </a:lnTo>
                <a:lnTo>
                  <a:pt x="767" y="2149"/>
                </a:lnTo>
                <a:lnTo>
                  <a:pt x="785" y="2141"/>
                </a:lnTo>
                <a:lnTo>
                  <a:pt x="802" y="2132"/>
                </a:lnTo>
                <a:lnTo>
                  <a:pt x="819" y="2121"/>
                </a:lnTo>
                <a:lnTo>
                  <a:pt x="837" y="2108"/>
                </a:lnTo>
                <a:lnTo>
                  <a:pt x="853" y="2093"/>
                </a:lnTo>
                <a:lnTo>
                  <a:pt x="870" y="2075"/>
                </a:lnTo>
                <a:lnTo>
                  <a:pt x="886" y="2057"/>
                </a:lnTo>
                <a:lnTo>
                  <a:pt x="904" y="2035"/>
                </a:lnTo>
                <a:lnTo>
                  <a:pt x="921" y="2013"/>
                </a:lnTo>
                <a:lnTo>
                  <a:pt x="937" y="1986"/>
                </a:lnTo>
                <a:lnTo>
                  <a:pt x="958" y="1951"/>
                </a:lnTo>
                <a:lnTo>
                  <a:pt x="979" y="1912"/>
                </a:lnTo>
                <a:lnTo>
                  <a:pt x="997" y="1872"/>
                </a:lnTo>
                <a:lnTo>
                  <a:pt x="1015" y="1828"/>
                </a:lnTo>
                <a:lnTo>
                  <a:pt x="1031" y="1780"/>
                </a:lnTo>
                <a:lnTo>
                  <a:pt x="1045" y="1731"/>
                </a:lnTo>
                <a:lnTo>
                  <a:pt x="1059" y="1677"/>
                </a:lnTo>
                <a:lnTo>
                  <a:pt x="1071" y="1620"/>
                </a:lnTo>
                <a:lnTo>
                  <a:pt x="1281" y="1660"/>
                </a:lnTo>
                <a:lnTo>
                  <a:pt x="1267" y="1724"/>
                </a:lnTo>
                <a:lnTo>
                  <a:pt x="1251" y="1787"/>
                </a:lnTo>
                <a:lnTo>
                  <a:pt x="1234" y="1846"/>
                </a:lnTo>
                <a:lnTo>
                  <a:pt x="1215" y="1902"/>
                </a:lnTo>
                <a:lnTo>
                  <a:pt x="1194" y="1955"/>
                </a:lnTo>
                <a:lnTo>
                  <a:pt x="1171" y="2006"/>
                </a:lnTo>
                <a:lnTo>
                  <a:pt x="1146" y="2054"/>
                </a:lnTo>
                <a:lnTo>
                  <a:pt x="1119" y="2100"/>
                </a:lnTo>
                <a:lnTo>
                  <a:pt x="1095" y="2136"/>
                </a:lnTo>
                <a:lnTo>
                  <a:pt x="1071" y="2169"/>
                </a:lnTo>
                <a:lnTo>
                  <a:pt x="1047" y="2200"/>
                </a:lnTo>
                <a:lnTo>
                  <a:pt x="1021" y="2228"/>
                </a:lnTo>
                <a:lnTo>
                  <a:pt x="995" y="2253"/>
                </a:lnTo>
                <a:lnTo>
                  <a:pt x="968" y="2276"/>
                </a:lnTo>
                <a:lnTo>
                  <a:pt x="940" y="2297"/>
                </a:lnTo>
                <a:lnTo>
                  <a:pt x="912" y="2315"/>
                </a:lnTo>
                <a:lnTo>
                  <a:pt x="882" y="2331"/>
                </a:lnTo>
                <a:lnTo>
                  <a:pt x="852" y="2345"/>
                </a:lnTo>
                <a:lnTo>
                  <a:pt x="821" y="2356"/>
                </a:lnTo>
                <a:lnTo>
                  <a:pt x="790" y="2365"/>
                </a:lnTo>
                <a:lnTo>
                  <a:pt x="758" y="2373"/>
                </a:lnTo>
                <a:lnTo>
                  <a:pt x="725" y="2379"/>
                </a:lnTo>
                <a:lnTo>
                  <a:pt x="690" y="2382"/>
                </a:lnTo>
                <a:lnTo>
                  <a:pt x="655" y="2383"/>
                </a:lnTo>
                <a:lnTo>
                  <a:pt x="622" y="2382"/>
                </a:lnTo>
                <a:lnTo>
                  <a:pt x="588" y="2379"/>
                </a:lnTo>
                <a:lnTo>
                  <a:pt x="555" y="2373"/>
                </a:lnTo>
                <a:lnTo>
                  <a:pt x="523" y="2367"/>
                </a:lnTo>
                <a:lnTo>
                  <a:pt x="492" y="2357"/>
                </a:lnTo>
                <a:lnTo>
                  <a:pt x="461" y="2347"/>
                </a:lnTo>
                <a:lnTo>
                  <a:pt x="432" y="2333"/>
                </a:lnTo>
                <a:lnTo>
                  <a:pt x="402" y="2317"/>
                </a:lnTo>
                <a:lnTo>
                  <a:pt x="374" y="2300"/>
                </a:lnTo>
                <a:lnTo>
                  <a:pt x="346" y="2280"/>
                </a:lnTo>
                <a:lnTo>
                  <a:pt x="319" y="2257"/>
                </a:lnTo>
                <a:lnTo>
                  <a:pt x="293" y="2233"/>
                </a:lnTo>
                <a:lnTo>
                  <a:pt x="267" y="2206"/>
                </a:lnTo>
                <a:lnTo>
                  <a:pt x="242" y="2177"/>
                </a:lnTo>
                <a:lnTo>
                  <a:pt x="218" y="2145"/>
                </a:lnTo>
                <a:lnTo>
                  <a:pt x="194" y="2110"/>
                </a:lnTo>
                <a:lnTo>
                  <a:pt x="171" y="2073"/>
                </a:lnTo>
                <a:lnTo>
                  <a:pt x="150" y="2034"/>
                </a:lnTo>
                <a:lnTo>
                  <a:pt x="131" y="1991"/>
                </a:lnTo>
                <a:lnTo>
                  <a:pt x="112" y="1947"/>
                </a:lnTo>
                <a:lnTo>
                  <a:pt x="95" y="1900"/>
                </a:lnTo>
                <a:lnTo>
                  <a:pt x="79" y="1852"/>
                </a:lnTo>
                <a:lnTo>
                  <a:pt x="64" y="1800"/>
                </a:lnTo>
                <a:lnTo>
                  <a:pt x="51" y="1747"/>
                </a:lnTo>
                <a:lnTo>
                  <a:pt x="39" y="1691"/>
                </a:lnTo>
                <a:lnTo>
                  <a:pt x="29" y="1633"/>
                </a:lnTo>
                <a:lnTo>
                  <a:pt x="20" y="1572"/>
                </a:lnTo>
                <a:lnTo>
                  <a:pt x="13" y="1509"/>
                </a:lnTo>
                <a:lnTo>
                  <a:pt x="7" y="1443"/>
                </a:lnTo>
                <a:lnTo>
                  <a:pt x="3" y="1375"/>
                </a:lnTo>
                <a:lnTo>
                  <a:pt x="0" y="1304"/>
                </a:lnTo>
                <a:lnTo>
                  <a:pt x="0" y="1231"/>
                </a:lnTo>
                <a:lnTo>
                  <a:pt x="0" y="1157"/>
                </a:lnTo>
                <a:lnTo>
                  <a:pt x="3" y="1087"/>
                </a:lnTo>
                <a:lnTo>
                  <a:pt x="8" y="1018"/>
                </a:lnTo>
                <a:lnTo>
                  <a:pt x="13" y="953"/>
                </a:lnTo>
                <a:lnTo>
                  <a:pt x="20" y="890"/>
                </a:lnTo>
                <a:lnTo>
                  <a:pt x="29" y="829"/>
                </a:lnTo>
                <a:lnTo>
                  <a:pt x="40" y="770"/>
                </a:lnTo>
                <a:lnTo>
                  <a:pt x="52" y="714"/>
                </a:lnTo>
                <a:lnTo>
                  <a:pt x="66" y="660"/>
                </a:lnTo>
                <a:lnTo>
                  <a:pt x="80" y="609"/>
                </a:lnTo>
                <a:lnTo>
                  <a:pt x="98" y="560"/>
                </a:lnTo>
                <a:lnTo>
                  <a:pt x="115" y="513"/>
                </a:lnTo>
                <a:lnTo>
                  <a:pt x="135" y="468"/>
                </a:lnTo>
                <a:lnTo>
                  <a:pt x="155" y="426"/>
                </a:lnTo>
                <a:lnTo>
                  <a:pt x="178" y="386"/>
                </a:lnTo>
                <a:lnTo>
                  <a:pt x="201" y="347"/>
                </a:lnTo>
                <a:lnTo>
                  <a:pt x="226" y="313"/>
                </a:lnTo>
                <a:lnTo>
                  <a:pt x="251" y="279"/>
                </a:lnTo>
                <a:lnTo>
                  <a:pt x="277" y="249"/>
                </a:lnTo>
                <a:lnTo>
                  <a:pt x="303" y="221"/>
                </a:lnTo>
                <a:lnTo>
                  <a:pt x="330" y="195"/>
                </a:lnTo>
                <a:lnTo>
                  <a:pt x="358" y="172"/>
                </a:lnTo>
                <a:lnTo>
                  <a:pt x="386" y="151"/>
                </a:lnTo>
                <a:lnTo>
                  <a:pt x="414" y="134"/>
                </a:lnTo>
                <a:lnTo>
                  <a:pt x="444" y="118"/>
                </a:lnTo>
                <a:lnTo>
                  <a:pt x="475" y="103"/>
                </a:lnTo>
                <a:lnTo>
                  <a:pt x="505" y="92"/>
                </a:lnTo>
                <a:lnTo>
                  <a:pt x="536" y="83"/>
                </a:lnTo>
                <a:lnTo>
                  <a:pt x="568" y="75"/>
                </a:lnTo>
                <a:lnTo>
                  <a:pt x="602" y="71"/>
                </a:lnTo>
                <a:lnTo>
                  <a:pt x="635" y="67"/>
                </a:lnTo>
                <a:lnTo>
                  <a:pt x="668" y="67"/>
                </a:lnTo>
                <a:lnTo>
                  <a:pt x="703" y="67"/>
                </a:lnTo>
                <a:lnTo>
                  <a:pt x="737" y="71"/>
                </a:lnTo>
                <a:lnTo>
                  <a:pt x="770" y="75"/>
                </a:lnTo>
                <a:lnTo>
                  <a:pt x="802" y="83"/>
                </a:lnTo>
                <a:lnTo>
                  <a:pt x="833" y="92"/>
                </a:lnTo>
                <a:lnTo>
                  <a:pt x="864" y="103"/>
                </a:lnTo>
                <a:lnTo>
                  <a:pt x="893" y="116"/>
                </a:lnTo>
                <a:lnTo>
                  <a:pt x="922" y="132"/>
                </a:lnTo>
                <a:lnTo>
                  <a:pt x="950" y="150"/>
                </a:lnTo>
                <a:lnTo>
                  <a:pt x="977" y="170"/>
                </a:lnTo>
                <a:lnTo>
                  <a:pt x="1004" y="192"/>
                </a:lnTo>
                <a:lnTo>
                  <a:pt x="1031" y="218"/>
                </a:lnTo>
                <a:lnTo>
                  <a:pt x="1055" y="245"/>
                </a:lnTo>
                <a:lnTo>
                  <a:pt x="1080" y="274"/>
                </a:lnTo>
                <a:lnTo>
                  <a:pt x="1103" y="306"/>
                </a:lnTo>
                <a:lnTo>
                  <a:pt x="1126" y="341"/>
                </a:lnTo>
                <a:lnTo>
                  <a:pt x="1147" y="374"/>
                </a:lnTo>
                <a:lnTo>
                  <a:pt x="1166" y="410"/>
                </a:lnTo>
                <a:lnTo>
                  <a:pt x="1184" y="448"/>
                </a:lnTo>
                <a:lnTo>
                  <a:pt x="1202" y="486"/>
                </a:lnTo>
                <a:lnTo>
                  <a:pt x="1218" y="528"/>
                </a:lnTo>
                <a:lnTo>
                  <a:pt x="1233" y="572"/>
                </a:lnTo>
                <a:lnTo>
                  <a:pt x="1246" y="617"/>
                </a:lnTo>
                <a:lnTo>
                  <a:pt x="1259" y="664"/>
                </a:lnTo>
                <a:lnTo>
                  <a:pt x="1270" y="714"/>
                </a:lnTo>
                <a:lnTo>
                  <a:pt x="1281" y="766"/>
                </a:lnTo>
                <a:lnTo>
                  <a:pt x="1290" y="819"/>
                </a:lnTo>
                <a:lnTo>
                  <a:pt x="1298" y="874"/>
                </a:lnTo>
                <a:lnTo>
                  <a:pt x="1305" y="931"/>
                </a:lnTo>
                <a:lnTo>
                  <a:pt x="1310" y="992"/>
                </a:lnTo>
                <a:lnTo>
                  <a:pt x="1314" y="1053"/>
                </a:lnTo>
                <a:lnTo>
                  <a:pt x="1317" y="1117"/>
                </a:lnTo>
                <a:lnTo>
                  <a:pt x="1370" y="1112"/>
                </a:lnTo>
                <a:lnTo>
                  <a:pt x="1426" y="1105"/>
                </a:lnTo>
                <a:lnTo>
                  <a:pt x="1484" y="1096"/>
                </a:lnTo>
                <a:lnTo>
                  <a:pt x="1544" y="1084"/>
                </a:lnTo>
                <a:lnTo>
                  <a:pt x="1605" y="1070"/>
                </a:lnTo>
                <a:lnTo>
                  <a:pt x="1668" y="1054"/>
                </a:lnTo>
                <a:lnTo>
                  <a:pt x="1731" y="1036"/>
                </a:lnTo>
                <a:lnTo>
                  <a:pt x="1797" y="1013"/>
                </a:lnTo>
                <a:lnTo>
                  <a:pt x="1862" y="989"/>
                </a:lnTo>
                <a:lnTo>
                  <a:pt x="1928" y="960"/>
                </a:lnTo>
                <a:lnTo>
                  <a:pt x="1961" y="944"/>
                </a:lnTo>
                <a:lnTo>
                  <a:pt x="1994" y="927"/>
                </a:lnTo>
                <a:lnTo>
                  <a:pt x="2028" y="910"/>
                </a:lnTo>
                <a:lnTo>
                  <a:pt x="2061" y="891"/>
                </a:lnTo>
                <a:lnTo>
                  <a:pt x="2095" y="871"/>
                </a:lnTo>
                <a:lnTo>
                  <a:pt x="2128" y="851"/>
                </a:lnTo>
                <a:lnTo>
                  <a:pt x="2162" y="830"/>
                </a:lnTo>
                <a:lnTo>
                  <a:pt x="2195" y="807"/>
                </a:lnTo>
                <a:lnTo>
                  <a:pt x="2228" y="783"/>
                </a:lnTo>
                <a:lnTo>
                  <a:pt x="2262" y="758"/>
                </a:lnTo>
                <a:lnTo>
                  <a:pt x="2295" y="731"/>
                </a:lnTo>
                <a:lnTo>
                  <a:pt x="2329" y="704"/>
                </a:lnTo>
                <a:lnTo>
                  <a:pt x="2679" y="0"/>
                </a:lnTo>
                <a:lnTo>
                  <a:pt x="3224" y="0"/>
                </a:lnTo>
                <a:lnTo>
                  <a:pt x="876" y="4708"/>
                </a:lnTo>
                <a:lnTo>
                  <a:pt x="334" y="4708"/>
                </a:lnTo>
                <a:lnTo>
                  <a:pt x="2134" y="1093"/>
                </a:lnTo>
                <a:close/>
                <a:moveTo>
                  <a:pt x="2679" y="4377"/>
                </a:moveTo>
                <a:lnTo>
                  <a:pt x="2679" y="4377"/>
                </a:lnTo>
                <a:lnTo>
                  <a:pt x="2695" y="4401"/>
                </a:lnTo>
                <a:lnTo>
                  <a:pt x="2712" y="4422"/>
                </a:lnTo>
                <a:lnTo>
                  <a:pt x="2730" y="4442"/>
                </a:lnTo>
                <a:lnTo>
                  <a:pt x="2746" y="4461"/>
                </a:lnTo>
                <a:lnTo>
                  <a:pt x="2763" y="4477"/>
                </a:lnTo>
                <a:lnTo>
                  <a:pt x="2779" y="4490"/>
                </a:lnTo>
                <a:lnTo>
                  <a:pt x="2797" y="4502"/>
                </a:lnTo>
                <a:lnTo>
                  <a:pt x="2814" y="4513"/>
                </a:lnTo>
                <a:lnTo>
                  <a:pt x="2831" y="4522"/>
                </a:lnTo>
                <a:lnTo>
                  <a:pt x="2849" y="4530"/>
                </a:lnTo>
                <a:lnTo>
                  <a:pt x="2866" y="4537"/>
                </a:lnTo>
                <a:lnTo>
                  <a:pt x="2885" y="4541"/>
                </a:lnTo>
                <a:lnTo>
                  <a:pt x="2903" y="4545"/>
                </a:lnTo>
                <a:lnTo>
                  <a:pt x="2921" y="4548"/>
                </a:lnTo>
                <a:lnTo>
                  <a:pt x="2940" y="4549"/>
                </a:lnTo>
                <a:lnTo>
                  <a:pt x="2960" y="4549"/>
                </a:lnTo>
                <a:lnTo>
                  <a:pt x="2978" y="4549"/>
                </a:lnTo>
                <a:lnTo>
                  <a:pt x="2997" y="4548"/>
                </a:lnTo>
                <a:lnTo>
                  <a:pt x="3016" y="4545"/>
                </a:lnTo>
                <a:lnTo>
                  <a:pt x="3034" y="4541"/>
                </a:lnTo>
                <a:lnTo>
                  <a:pt x="3052" y="4536"/>
                </a:lnTo>
                <a:lnTo>
                  <a:pt x="3071" y="4530"/>
                </a:lnTo>
                <a:lnTo>
                  <a:pt x="3088" y="4522"/>
                </a:lnTo>
                <a:lnTo>
                  <a:pt x="3105" y="4513"/>
                </a:lnTo>
                <a:lnTo>
                  <a:pt x="3123" y="4501"/>
                </a:lnTo>
                <a:lnTo>
                  <a:pt x="3139" y="4489"/>
                </a:lnTo>
                <a:lnTo>
                  <a:pt x="3156" y="4474"/>
                </a:lnTo>
                <a:lnTo>
                  <a:pt x="3174" y="4457"/>
                </a:lnTo>
                <a:lnTo>
                  <a:pt x="3190" y="4438"/>
                </a:lnTo>
                <a:lnTo>
                  <a:pt x="3207" y="4417"/>
                </a:lnTo>
                <a:lnTo>
                  <a:pt x="3223" y="4394"/>
                </a:lnTo>
                <a:lnTo>
                  <a:pt x="3240" y="4369"/>
                </a:lnTo>
                <a:lnTo>
                  <a:pt x="3258" y="4338"/>
                </a:lnTo>
                <a:lnTo>
                  <a:pt x="3275" y="4305"/>
                </a:lnTo>
                <a:lnTo>
                  <a:pt x="3292" y="4270"/>
                </a:lnTo>
                <a:lnTo>
                  <a:pt x="3307" y="4234"/>
                </a:lnTo>
                <a:lnTo>
                  <a:pt x="3322" y="4194"/>
                </a:lnTo>
                <a:lnTo>
                  <a:pt x="3335" y="4152"/>
                </a:lnTo>
                <a:lnTo>
                  <a:pt x="3349" y="4108"/>
                </a:lnTo>
                <a:lnTo>
                  <a:pt x="3361" y="4063"/>
                </a:lnTo>
                <a:lnTo>
                  <a:pt x="3370" y="4013"/>
                </a:lnTo>
                <a:lnTo>
                  <a:pt x="3379" y="3962"/>
                </a:lnTo>
                <a:lnTo>
                  <a:pt x="3387" y="3909"/>
                </a:lnTo>
                <a:lnTo>
                  <a:pt x="3394" y="3853"/>
                </a:lnTo>
                <a:lnTo>
                  <a:pt x="3399" y="3794"/>
                </a:lnTo>
                <a:lnTo>
                  <a:pt x="3403" y="3733"/>
                </a:lnTo>
                <a:lnTo>
                  <a:pt x="3405" y="3668"/>
                </a:lnTo>
                <a:lnTo>
                  <a:pt x="3406" y="3602"/>
                </a:lnTo>
                <a:lnTo>
                  <a:pt x="3405" y="3532"/>
                </a:lnTo>
                <a:lnTo>
                  <a:pt x="3403" y="3467"/>
                </a:lnTo>
                <a:lnTo>
                  <a:pt x="3399" y="3403"/>
                </a:lnTo>
                <a:lnTo>
                  <a:pt x="3394" y="3344"/>
                </a:lnTo>
                <a:lnTo>
                  <a:pt x="3387" y="3286"/>
                </a:lnTo>
                <a:lnTo>
                  <a:pt x="3379" y="3233"/>
                </a:lnTo>
                <a:lnTo>
                  <a:pt x="3371" y="3181"/>
                </a:lnTo>
                <a:lnTo>
                  <a:pt x="3361" y="3133"/>
                </a:lnTo>
                <a:lnTo>
                  <a:pt x="3350" y="3087"/>
                </a:lnTo>
                <a:lnTo>
                  <a:pt x="3338" y="3044"/>
                </a:lnTo>
                <a:lnTo>
                  <a:pt x="3325" y="3004"/>
                </a:lnTo>
                <a:lnTo>
                  <a:pt x="3311" y="2967"/>
                </a:lnTo>
                <a:lnTo>
                  <a:pt x="3296" y="2931"/>
                </a:lnTo>
                <a:lnTo>
                  <a:pt x="3280" y="2899"/>
                </a:lnTo>
                <a:lnTo>
                  <a:pt x="3264" y="2868"/>
                </a:lnTo>
                <a:lnTo>
                  <a:pt x="3248" y="2840"/>
                </a:lnTo>
                <a:lnTo>
                  <a:pt x="3232" y="2816"/>
                </a:lnTo>
                <a:lnTo>
                  <a:pt x="3216" y="2793"/>
                </a:lnTo>
                <a:lnTo>
                  <a:pt x="3200" y="2773"/>
                </a:lnTo>
                <a:lnTo>
                  <a:pt x="3183" y="2756"/>
                </a:lnTo>
                <a:lnTo>
                  <a:pt x="3167" y="2740"/>
                </a:lnTo>
                <a:lnTo>
                  <a:pt x="3151" y="2725"/>
                </a:lnTo>
                <a:lnTo>
                  <a:pt x="3133" y="2713"/>
                </a:lnTo>
                <a:lnTo>
                  <a:pt x="3117" y="2702"/>
                </a:lnTo>
                <a:lnTo>
                  <a:pt x="3100" y="2693"/>
                </a:lnTo>
                <a:lnTo>
                  <a:pt x="3083" y="2686"/>
                </a:lnTo>
                <a:lnTo>
                  <a:pt x="3065" y="2680"/>
                </a:lnTo>
                <a:lnTo>
                  <a:pt x="3048" y="2674"/>
                </a:lnTo>
                <a:lnTo>
                  <a:pt x="3029" y="2670"/>
                </a:lnTo>
                <a:lnTo>
                  <a:pt x="3010" y="2669"/>
                </a:lnTo>
                <a:lnTo>
                  <a:pt x="2992" y="2667"/>
                </a:lnTo>
                <a:lnTo>
                  <a:pt x="2973" y="2666"/>
                </a:lnTo>
                <a:lnTo>
                  <a:pt x="2954" y="2667"/>
                </a:lnTo>
                <a:lnTo>
                  <a:pt x="2936" y="2669"/>
                </a:lnTo>
                <a:lnTo>
                  <a:pt x="2917" y="2670"/>
                </a:lnTo>
                <a:lnTo>
                  <a:pt x="2899" y="2674"/>
                </a:lnTo>
                <a:lnTo>
                  <a:pt x="2881" y="2680"/>
                </a:lnTo>
                <a:lnTo>
                  <a:pt x="2863" y="2686"/>
                </a:lnTo>
                <a:lnTo>
                  <a:pt x="2846" y="2694"/>
                </a:lnTo>
                <a:lnTo>
                  <a:pt x="2827" y="2704"/>
                </a:lnTo>
                <a:lnTo>
                  <a:pt x="2810" y="2714"/>
                </a:lnTo>
                <a:lnTo>
                  <a:pt x="2793" y="2728"/>
                </a:lnTo>
                <a:lnTo>
                  <a:pt x="2774" y="2742"/>
                </a:lnTo>
                <a:lnTo>
                  <a:pt x="2756" y="2760"/>
                </a:lnTo>
                <a:lnTo>
                  <a:pt x="2739" y="2778"/>
                </a:lnTo>
                <a:lnTo>
                  <a:pt x="2720" y="2801"/>
                </a:lnTo>
                <a:lnTo>
                  <a:pt x="2703" y="2824"/>
                </a:lnTo>
                <a:lnTo>
                  <a:pt x="2684" y="2851"/>
                </a:lnTo>
                <a:lnTo>
                  <a:pt x="2667" y="2880"/>
                </a:lnTo>
                <a:lnTo>
                  <a:pt x="2649" y="2911"/>
                </a:lnTo>
                <a:lnTo>
                  <a:pt x="2633" y="2944"/>
                </a:lnTo>
                <a:lnTo>
                  <a:pt x="2617" y="2979"/>
                </a:lnTo>
                <a:lnTo>
                  <a:pt x="2604" y="3018"/>
                </a:lnTo>
                <a:lnTo>
                  <a:pt x="2589" y="3058"/>
                </a:lnTo>
                <a:lnTo>
                  <a:pt x="2577" y="3102"/>
                </a:lnTo>
                <a:lnTo>
                  <a:pt x="2565" y="3147"/>
                </a:lnTo>
                <a:lnTo>
                  <a:pt x="2556" y="3195"/>
                </a:lnTo>
                <a:lnTo>
                  <a:pt x="2547" y="3248"/>
                </a:lnTo>
                <a:lnTo>
                  <a:pt x="2539" y="3301"/>
                </a:lnTo>
                <a:lnTo>
                  <a:pt x="2532" y="3357"/>
                </a:lnTo>
                <a:lnTo>
                  <a:pt x="2527" y="3417"/>
                </a:lnTo>
                <a:lnTo>
                  <a:pt x="2523" y="3480"/>
                </a:lnTo>
                <a:lnTo>
                  <a:pt x="2520" y="3546"/>
                </a:lnTo>
                <a:lnTo>
                  <a:pt x="2520" y="3615"/>
                </a:lnTo>
                <a:lnTo>
                  <a:pt x="2520" y="3683"/>
                </a:lnTo>
                <a:lnTo>
                  <a:pt x="2523" y="3749"/>
                </a:lnTo>
                <a:lnTo>
                  <a:pt x="2527" y="3811"/>
                </a:lnTo>
                <a:lnTo>
                  <a:pt x="2531" y="3872"/>
                </a:lnTo>
                <a:lnTo>
                  <a:pt x="2537" y="3928"/>
                </a:lnTo>
                <a:lnTo>
                  <a:pt x="2545" y="3981"/>
                </a:lnTo>
                <a:lnTo>
                  <a:pt x="2555" y="4033"/>
                </a:lnTo>
                <a:lnTo>
                  <a:pt x="2564" y="4081"/>
                </a:lnTo>
                <a:lnTo>
                  <a:pt x="2576" y="4127"/>
                </a:lnTo>
                <a:lnTo>
                  <a:pt x="2588" y="4170"/>
                </a:lnTo>
                <a:lnTo>
                  <a:pt x="2601" y="4211"/>
                </a:lnTo>
                <a:lnTo>
                  <a:pt x="2615" y="4248"/>
                </a:lnTo>
                <a:lnTo>
                  <a:pt x="2629" y="4285"/>
                </a:lnTo>
                <a:lnTo>
                  <a:pt x="2645" y="4317"/>
                </a:lnTo>
                <a:lnTo>
                  <a:pt x="2662" y="4347"/>
                </a:lnTo>
                <a:lnTo>
                  <a:pt x="2679" y="4377"/>
                </a:lnTo>
                <a:close/>
                <a:moveTo>
                  <a:pt x="2500" y="4493"/>
                </a:moveTo>
                <a:lnTo>
                  <a:pt x="2500" y="4493"/>
                </a:lnTo>
                <a:lnTo>
                  <a:pt x="2477" y="4456"/>
                </a:lnTo>
                <a:lnTo>
                  <a:pt x="2456" y="4416"/>
                </a:lnTo>
                <a:lnTo>
                  <a:pt x="2436" y="4374"/>
                </a:lnTo>
                <a:lnTo>
                  <a:pt x="2417" y="4330"/>
                </a:lnTo>
                <a:lnTo>
                  <a:pt x="2400" y="4283"/>
                </a:lnTo>
                <a:lnTo>
                  <a:pt x="2383" y="4234"/>
                </a:lnTo>
                <a:lnTo>
                  <a:pt x="2369" y="4183"/>
                </a:lnTo>
                <a:lnTo>
                  <a:pt x="2355" y="4130"/>
                </a:lnTo>
                <a:lnTo>
                  <a:pt x="2345" y="4073"/>
                </a:lnTo>
                <a:lnTo>
                  <a:pt x="2334" y="4016"/>
                </a:lnTo>
                <a:lnTo>
                  <a:pt x="2326" y="3954"/>
                </a:lnTo>
                <a:lnTo>
                  <a:pt x="2318" y="3892"/>
                </a:lnTo>
                <a:lnTo>
                  <a:pt x="2313" y="3826"/>
                </a:lnTo>
                <a:lnTo>
                  <a:pt x="2309" y="3758"/>
                </a:lnTo>
                <a:lnTo>
                  <a:pt x="2306" y="3687"/>
                </a:lnTo>
                <a:lnTo>
                  <a:pt x="2306" y="3615"/>
                </a:lnTo>
                <a:lnTo>
                  <a:pt x="2306" y="3542"/>
                </a:lnTo>
                <a:lnTo>
                  <a:pt x="2309" y="3471"/>
                </a:lnTo>
                <a:lnTo>
                  <a:pt x="2313" y="3403"/>
                </a:lnTo>
                <a:lnTo>
                  <a:pt x="2318" y="3337"/>
                </a:lnTo>
                <a:lnTo>
                  <a:pt x="2326" y="3274"/>
                </a:lnTo>
                <a:lnTo>
                  <a:pt x="2335" y="3213"/>
                </a:lnTo>
                <a:lnTo>
                  <a:pt x="2346" y="3155"/>
                </a:lnTo>
                <a:lnTo>
                  <a:pt x="2358" y="3099"/>
                </a:lnTo>
                <a:lnTo>
                  <a:pt x="2371" y="3044"/>
                </a:lnTo>
                <a:lnTo>
                  <a:pt x="2386" y="2994"/>
                </a:lnTo>
                <a:lnTo>
                  <a:pt x="2402" y="2944"/>
                </a:lnTo>
                <a:lnTo>
                  <a:pt x="2421" y="2897"/>
                </a:lnTo>
                <a:lnTo>
                  <a:pt x="2440" y="2853"/>
                </a:lnTo>
                <a:lnTo>
                  <a:pt x="2460" y="2812"/>
                </a:lnTo>
                <a:lnTo>
                  <a:pt x="2482" y="2772"/>
                </a:lnTo>
                <a:lnTo>
                  <a:pt x="2505" y="2733"/>
                </a:lnTo>
                <a:lnTo>
                  <a:pt x="2531" y="2698"/>
                </a:lnTo>
                <a:lnTo>
                  <a:pt x="2556" y="2665"/>
                </a:lnTo>
                <a:lnTo>
                  <a:pt x="2581" y="2634"/>
                </a:lnTo>
                <a:lnTo>
                  <a:pt x="2608" y="2606"/>
                </a:lnTo>
                <a:lnTo>
                  <a:pt x="2635" y="2581"/>
                </a:lnTo>
                <a:lnTo>
                  <a:pt x="2663" y="2558"/>
                </a:lnTo>
                <a:lnTo>
                  <a:pt x="2691" y="2538"/>
                </a:lnTo>
                <a:lnTo>
                  <a:pt x="2719" y="2519"/>
                </a:lnTo>
                <a:lnTo>
                  <a:pt x="2748" y="2503"/>
                </a:lnTo>
                <a:lnTo>
                  <a:pt x="2779" y="2490"/>
                </a:lnTo>
                <a:lnTo>
                  <a:pt x="2810" y="2478"/>
                </a:lnTo>
                <a:lnTo>
                  <a:pt x="2841" y="2468"/>
                </a:lnTo>
                <a:lnTo>
                  <a:pt x="2873" y="2462"/>
                </a:lnTo>
                <a:lnTo>
                  <a:pt x="2905" y="2456"/>
                </a:lnTo>
                <a:lnTo>
                  <a:pt x="2938" y="2454"/>
                </a:lnTo>
                <a:lnTo>
                  <a:pt x="2973" y="2452"/>
                </a:lnTo>
                <a:lnTo>
                  <a:pt x="3006" y="2454"/>
                </a:lnTo>
                <a:lnTo>
                  <a:pt x="3041" y="2456"/>
                </a:lnTo>
                <a:lnTo>
                  <a:pt x="3073" y="2462"/>
                </a:lnTo>
                <a:lnTo>
                  <a:pt x="3105" y="2468"/>
                </a:lnTo>
                <a:lnTo>
                  <a:pt x="3136" y="2478"/>
                </a:lnTo>
                <a:lnTo>
                  <a:pt x="3167" y="2488"/>
                </a:lnTo>
                <a:lnTo>
                  <a:pt x="3196" y="2502"/>
                </a:lnTo>
                <a:lnTo>
                  <a:pt x="3226" y="2518"/>
                </a:lnTo>
                <a:lnTo>
                  <a:pt x="3254" y="2535"/>
                </a:lnTo>
                <a:lnTo>
                  <a:pt x="3280" y="2555"/>
                </a:lnTo>
                <a:lnTo>
                  <a:pt x="3307" y="2578"/>
                </a:lnTo>
                <a:lnTo>
                  <a:pt x="3333" y="2603"/>
                </a:lnTo>
                <a:lnTo>
                  <a:pt x="3358" y="2630"/>
                </a:lnTo>
                <a:lnTo>
                  <a:pt x="3382" y="2659"/>
                </a:lnTo>
                <a:lnTo>
                  <a:pt x="3406" y="2692"/>
                </a:lnTo>
                <a:lnTo>
                  <a:pt x="3429" y="2726"/>
                </a:lnTo>
                <a:lnTo>
                  <a:pt x="3452" y="2762"/>
                </a:lnTo>
                <a:lnTo>
                  <a:pt x="3472" y="2802"/>
                </a:lnTo>
                <a:lnTo>
                  <a:pt x="3492" y="2844"/>
                </a:lnTo>
                <a:lnTo>
                  <a:pt x="3510" y="2888"/>
                </a:lnTo>
                <a:lnTo>
                  <a:pt x="3526" y="2933"/>
                </a:lnTo>
                <a:lnTo>
                  <a:pt x="3542" y="2982"/>
                </a:lnTo>
                <a:lnTo>
                  <a:pt x="3557" y="3032"/>
                </a:lnTo>
                <a:lnTo>
                  <a:pt x="3571" y="3086"/>
                </a:lnTo>
                <a:lnTo>
                  <a:pt x="3581" y="3142"/>
                </a:lnTo>
                <a:lnTo>
                  <a:pt x="3592" y="3201"/>
                </a:lnTo>
                <a:lnTo>
                  <a:pt x="3600" y="3261"/>
                </a:lnTo>
                <a:lnTo>
                  <a:pt x="3607" y="3324"/>
                </a:lnTo>
                <a:lnTo>
                  <a:pt x="3613" y="3389"/>
                </a:lnTo>
                <a:lnTo>
                  <a:pt x="3617" y="3457"/>
                </a:lnTo>
                <a:lnTo>
                  <a:pt x="3619" y="3528"/>
                </a:lnTo>
                <a:lnTo>
                  <a:pt x="3620" y="3602"/>
                </a:lnTo>
                <a:lnTo>
                  <a:pt x="3619" y="3672"/>
                </a:lnTo>
                <a:lnTo>
                  <a:pt x="3617" y="3742"/>
                </a:lnTo>
                <a:lnTo>
                  <a:pt x="3612" y="3809"/>
                </a:lnTo>
                <a:lnTo>
                  <a:pt x="3607" y="3874"/>
                </a:lnTo>
                <a:lnTo>
                  <a:pt x="3600" y="3936"/>
                </a:lnTo>
                <a:lnTo>
                  <a:pt x="3591" y="3996"/>
                </a:lnTo>
                <a:lnTo>
                  <a:pt x="3580" y="4055"/>
                </a:lnTo>
                <a:lnTo>
                  <a:pt x="3568" y="4111"/>
                </a:lnTo>
                <a:lnTo>
                  <a:pt x="3554" y="4164"/>
                </a:lnTo>
                <a:lnTo>
                  <a:pt x="3540" y="4216"/>
                </a:lnTo>
                <a:lnTo>
                  <a:pt x="3524" y="4266"/>
                </a:lnTo>
                <a:lnTo>
                  <a:pt x="3506" y="4313"/>
                </a:lnTo>
                <a:lnTo>
                  <a:pt x="3488" y="4358"/>
                </a:lnTo>
                <a:lnTo>
                  <a:pt x="3466" y="4401"/>
                </a:lnTo>
                <a:lnTo>
                  <a:pt x="3445" y="4442"/>
                </a:lnTo>
                <a:lnTo>
                  <a:pt x="3421" y="4481"/>
                </a:lnTo>
                <a:lnTo>
                  <a:pt x="3398" y="4517"/>
                </a:lnTo>
                <a:lnTo>
                  <a:pt x="3374" y="4551"/>
                </a:lnTo>
                <a:lnTo>
                  <a:pt x="3349" y="4581"/>
                </a:lnTo>
                <a:lnTo>
                  <a:pt x="3323" y="4609"/>
                </a:lnTo>
                <a:lnTo>
                  <a:pt x="3298" y="4635"/>
                </a:lnTo>
                <a:lnTo>
                  <a:pt x="3271" y="4657"/>
                </a:lnTo>
                <a:lnTo>
                  <a:pt x="3243" y="4677"/>
                </a:lnTo>
                <a:lnTo>
                  <a:pt x="3215" y="4696"/>
                </a:lnTo>
                <a:lnTo>
                  <a:pt x="3186" y="4712"/>
                </a:lnTo>
                <a:lnTo>
                  <a:pt x="3155" y="4726"/>
                </a:lnTo>
                <a:lnTo>
                  <a:pt x="3124" y="4738"/>
                </a:lnTo>
                <a:lnTo>
                  <a:pt x="3093" y="4747"/>
                </a:lnTo>
                <a:lnTo>
                  <a:pt x="3061" y="4754"/>
                </a:lnTo>
                <a:lnTo>
                  <a:pt x="3028" y="4759"/>
                </a:lnTo>
                <a:lnTo>
                  <a:pt x="2994" y="4762"/>
                </a:lnTo>
                <a:lnTo>
                  <a:pt x="2960" y="4763"/>
                </a:lnTo>
                <a:lnTo>
                  <a:pt x="2925" y="4762"/>
                </a:lnTo>
                <a:lnTo>
                  <a:pt x="2891" y="4759"/>
                </a:lnTo>
                <a:lnTo>
                  <a:pt x="2859" y="4755"/>
                </a:lnTo>
                <a:lnTo>
                  <a:pt x="2827" y="4747"/>
                </a:lnTo>
                <a:lnTo>
                  <a:pt x="2797" y="4739"/>
                </a:lnTo>
                <a:lnTo>
                  <a:pt x="2766" y="4727"/>
                </a:lnTo>
                <a:lnTo>
                  <a:pt x="2736" y="4714"/>
                </a:lnTo>
                <a:lnTo>
                  <a:pt x="2707" y="4699"/>
                </a:lnTo>
                <a:lnTo>
                  <a:pt x="2679" y="4681"/>
                </a:lnTo>
                <a:lnTo>
                  <a:pt x="2651" y="4661"/>
                </a:lnTo>
                <a:lnTo>
                  <a:pt x="2624" y="4639"/>
                </a:lnTo>
                <a:lnTo>
                  <a:pt x="2597" y="4615"/>
                </a:lnTo>
                <a:lnTo>
                  <a:pt x="2572" y="4588"/>
                </a:lnTo>
                <a:lnTo>
                  <a:pt x="2547" y="4559"/>
                </a:lnTo>
                <a:lnTo>
                  <a:pt x="2523" y="4526"/>
                </a:lnTo>
                <a:lnTo>
                  <a:pt x="2500" y="4493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Segoe UI Semilight"/>
            </a:endParaRPr>
          </a:p>
        </p:txBody>
      </p:sp>
      <p:sp>
        <p:nvSpPr>
          <p:cNvPr id="221" name="CaixaDeTexto 15"/>
          <p:cNvSpPr/>
          <p:nvPr/>
        </p:nvSpPr>
        <p:spPr>
          <a:xfrm>
            <a:off x="324720" y="1988640"/>
            <a:ext cx="5406120" cy="18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Alíquota definida por resolução do senado federal, com base em calculo do TCU, de maneira a manter a carga tributária neutra – sem aumento de arrecadação;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Será adotada como alíquota padrão de cobrança, em caso de ausência de lei específica do ente federativo definindo a sua alíquota;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Freeform 62"/>
          <p:cNvSpPr/>
          <p:nvPr/>
        </p:nvSpPr>
        <p:spPr>
          <a:xfrm>
            <a:off x="7416000" y="1035720"/>
            <a:ext cx="720360" cy="720360"/>
          </a:xfrm>
          <a:custGeom>
            <a:avLst/>
            <a:gdLst>
              <a:gd name="textAreaLeft" fmla="*/ 0 w 720360"/>
              <a:gd name="textAreaRight" fmla="*/ 720720 w 720360"/>
              <a:gd name="textAreaTop" fmla="*/ 0 h 720360"/>
              <a:gd name="textAreaBottom" fmla="*/ 720720 h 720360"/>
              <a:gd name="GluePoint1X" fmla="*/ 2147483647 w 4764"/>
              <a:gd name="GluePoint1Y" fmla="*/ 2147483647 h 4763"/>
              <a:gd name="GluePoint2X" fmla="*/ 2147483647 w 4764"/>
              <a:gd name="GluePoint2Y" fmla="*/ 2147483647 h 4763"/>
              <a:gd name="GluePoint3X" fmla="*/ 2147483647 w 4764"/>
              <a:gd name="GluePoint3Y" fmla="*/ 2147483647 h 4763"/>
              <a:gd name="GluePoint4X" fmla="*/ 2147483647 w 4764"/>
              <a:gd name="GluePoint4Y" fmla="*/ 2147483647 h 4763"/>
              <a:gd name="GluePoint5X" fmla="*/ 2147483647 w 4764"/>
              <a:gd name="GluePoint5Y" fmla="*/ 2147483647 h 4763"/>
              <a:gd name="GluePoint6X" fmla="*/ 2147483647 w 4764"/>
              <a:gd name="GluePoint6Y" fmla="*/ 2147483647 h 4763"/>
              <a:gd name="GluePoint7X" fmla="*/ 2147483647 w 4764"/>
              <a:gd name="GluePoint7Y" fmla="*/ 2147483647 h 4763"/>
              <a:gd name="GluePoint8X" fmla="*/ 2147483647 w 4764"/>
              <a:gd name="GluePoint8Y" fmla="*/ 2147483647 h 4763"/>
              <a:gd name="GluePoint9X" fmla="*/ 2147483647 w 4764"/>
              <a:gd name="GluePoint9Y" fmla="*/ 2147483647 h 4763"/>
              <a:gd name="GluePoint10X" fmla="*/ 2147483647 w 4764"/>
              <a:gd name="GluePoint10Y" fmla="*/ 2147483647 h 4763"/>
              <a:gd name="GluePoint11X" fmla="*/ 2147483647 w 4764"/>
              <a:gd name="GluePoint11Y" fmla="*/ 2147483647 h 4763"/>
              <a:gd name="GluePoint12X" fmla="*/ 2147483647 w 4764"/>
              <a:gd name="GluePoint12Y" fmla="*/ 2147483647 h 4763"/>
              <a:gd name="GluePoint13X" fmla="*/ 2147483647 w 4764"/>
              <a:gd name="GluePoint13Y" fmla="*/ 2147483647 h 4763"/>
              <a:gd name="GluePoint14X" fmla="*/ 2147483647 w 4764"/>
              <a:gd name="GluePoint14Y" fmla="*/ 2147483647 h 4763"/>
              <a:gd name="GluePoint15X" fmla="*/ 2147483647 w 4764"/>
              <a:gd name="GluePoint15Y" fmla="*/ 2147483647 h 4763"/>
              <a:gd name="GluePoint16X" fmla="*/ 2147483647 w 4764"/>
              <a:gd name="GluePoint16Y" fmla="*/ 2147483647 h 4763"/>
              <a:gd name="GluePoint17X" fmla="*/ 2147483647 w 4764"/>
              <a:gd name="GluePoint17Y" fmla="*/ 2147483647 h 4763"/>
              <a:gd name="GluePoint18X" fmla="*/ 2147483647 w 4764"/>
              <a:gd name="GluePoint18Y" fmla="*/ 2147483647 h 4763"/>
              <a:gd name="GluePoint19X" fmla="*/ 2147483647 w 4764"/>
              <a:gd name="GluePoint19Y" fmla="*/ 2147483647 h 4763"/>
              <a:gd name="GluePoint20X" fmla="*/ 2147483647 w 4764"/>
              <a:gd name="GluePoint20Y" fmla="*/ 2147483647 h 4763"/>
              <a:gd name="GluePoint21X" fmla="*/ 2147483647 w 4764"/>
              <a:gd name="GluePoint21Y" fmla="*/ 2147483647 h 4763"/>
              <a:gd name="GluePoint22X" fmla="*/ 2147483647 w 4764"/>
              <a:gd name="GluePoint22Y" fmla="*/ 2147483647 h 4763"/>
              <a:gd name="GluePoint23X" fmla="*/ 2147483647 w 4764"/>
              <a:gd name="GluePoint23Y" fmla="*/ 2147483647 h 4763"/>
              <a:gd name="GluePoint24X" fmla="*/ 2147483647 w 4764"/>
              <a:gd name="GluePoint24Y" fmla="*/ 2147483647 h 4763"/>
              <a:gd name="GluePoint25X" fmla="*/ 2147483647 w 4764"/>
              <a:gd name="GluePoint25Y" fmla="*/ 2147483647 h 4763"/>
              <a:gd name="GluePoint26X" fmla="*/ 2147483647 w 4764"/>
              <a:gd name="GluePoint26Y" fmla="*/ 2147483647 h 4763"/>
              <a:gd name="GluePoint27X" fmla="*/ 2147483647 w 4764"/>
              <a:gd name="GluePoint27Y" fmla="*/ 2147483647 h 4763"/>
              <a:gd name="GluePoint28X" fmla="*/ 2147483647 w 4764"/>
              <a:gd name="GluePoint28Y" fmla="*/ 2147483647 h 4763"/>
              <a:gd name="GluePoint29X" fmla="*/ 2147483647 w 4764"/>
              <a:gd name="GluePoint29Y" fmla="*/ 2147483647 h 4763"/>
              <a:gd name="GluePoint30X" fmla="*/ 2147483647 w 4764"/>
              <a:gd name="GluePoint30Y" fmla="*/ 2147483647 h 4763"/>
              <a:gd name="GluePoint31X" fmla="*/ 2147483647 w 4764"/>
              <a:gd name="GluePoint31Y" fmla="*/ 2147483647 h 4763"/>
              <a:gd name="GluePoint32X" fmla="*/ 2147483647 w 4764"/>
              <a:gd name="GluePoint32Y" fmla="*/ 2147483647 h 4763"/>
              <a:gd name="GluePoint33X" fmla="*/ 2147483647 w 4764"/>
              <a:gd name="GluePoint33Y" fmla="*/ 2147483647 h 4763"/>
              <a:gd name="GluePoint34X" fmla="*/ 2147483647 w 4764"/>
              <a:gd name="GluePoint34Y" fmla="*/ 2147483647 h 4763"/>
              <a:gd name="GluePoint35X" fmla="*/ 2147483647 w 4764"/>
              <a:gd name="GluePoint35Y" fmla="*/ 2147483647 h 4763"/>
              <a:gd name="GluePoint36X" fmla="*/ 2147483647 w 4764"/>
              <a:gd name="GluePoint36Y" fmla="*/ 2147483647 h 4763"/>
              <a:gd name="GluePoint37X" fmla="*/ 2147483647 w 4764"/>
              <a:gd name="GluePoint37Y" fmla="*/ 2147483647 h 4763"/>
              <a:gd name="GluePoint38X" fmla="*/ 2147483647 w 4764"/>
              <a:gd name="GluePoint38Y" fmla="*/ 2147483647 h 4763"/>
              <a:gd name="GluePoint39X" fmla="*/ 2147483647 w 4764"/>
              <a:gd name="GluePoint39Y" fmla="*/ 2147483647 h 4763"/>
              <a:gd name="GluePoint40X" fmla="*/ 2147483647 w 4764"/>
              <a:gd name="GluePoint40Y" fmla="*/ 2147483647 h 4763"/>
              <a:gd name="GluePoint41X" fmla="*/ 2147483647 w 4764"/>
              <a:gd name="GluePoint41Y" fmla="*/ 2147483647 h 4763"/>
              <a:gd name="GluePoint42X" fmla="*/ 2147483647 w 4764"/>
              <a:gd name="GluePoint42Y" fmla="*/ 2147483647 h 4763"/>
              <a:gd name="GluePoint43X" fmla="*/ 2147483647 w 4764"/>
              <a:gd name="GluePoint43Y" fmla="*/ 2147483647 h 4763"/>
              <a:gd name="GluePoint44X" fmla="*/ 2147483647 w 4764"/>
              <a:gd name="GluePoint44Y" fmla="*/ 2147483647 h 4763"/>
              <a:gd name="GluePoint45X" fmla="*/ 2147483647 w 4764"/>
              <a:gd name="GluePoint45Y" fmla="*/ 2147483647 h 4763"/>
              <a:gd name="GluePoint46X" fmla="*/ 2147483647 w 4764"/>
              <a:gd name="GluePoint46Y" fmla="*/ 2147483647 h 4763"/>
              <a:gd name="GluePoint47X" fmla="*/ 2147483647 w 4764"/>
              <a:gd name="GluePoint47Y" fmla="*/ 2147483647 h 4763"/>
              <a:gd name="GluePoint48X" fmla="*/ 2147483647 w 4764"/>
              <a:gd name="GluePoint48Y" fmla="*/ 2147483647 h 4763"/>
              <a:gd name="GluePoint49X" fmla="*/ 2147483647 w 4764"/>
              <a:gd name="GluePoint49Y" fmla="*/ 2147483647 h 4763"/>
              <a:gd name="GluePoint50X" fmla="*/ 2147483647 w 4764"/>
              <a:gd name="GluePoint50Y" fmla="*/ 2147483647 h 4763"/>
              <a:gd name="GluePoint51X" fmla="*/ 2147483647 w 4764"/>
              <a:gd name="GluePoint51Y" fmla="*/ 2147483647 h 4763"/>
              <a:gd name="GluePoint52X" fmla="*/ 2147483647 w 4764"/>
              <a:gd name="GluePoint52Y" fmla="*/ 2147483647 h 4763"/>
              <a:gd name="GluePoint53X" fmla="*/ 2147483647 w 4764"/>
              <a:gd name="GluePoint53Y" fmla="*/ 2147483647 h 4763"/>
              <a:gd name="GluePoint54X" fmla="*/ 2147483647 w 4764"/>
              <a:gd name="GluePoint54Y" fmla="*/ 2147483647 h 4763"/>
              <a:gd name="GluePoint55X" fmla="*/ 2147483647 w 4764"/>
              <a:gd name="GluePoint55Y" fmla="*/ 2147483647 h 4763"/>
              <a:gd name="GluePoint56X" fmla="*/ 2147483647 w 4764"/>
              <a:gd name="GluePoint56Y" fmla="*/ 2147483647 h 4763"/>
              <a:gd name="GluePoint57X" fmla="*/ 2147483647 w 4764"/>
              <a:gd name="GluePoint57Y" fmla="*/ 2147483647 h 4763"/>
              <a:gd name="GluePoint58X" fmla="*/ 2147483647 w 4764"/>
              <a:gd name="GluePoint58Y" fmla="*/ 2147483647 h 4763"/>
              <a:gd name="GluePoint59X" fmla="*/ 2147483647 w 4764"/>
              <a:gd name="GluePoint59Y" fmla="*/ 2147483647 h 4763"/>
              <a:gd name="GluePoint60X" fmla="*/ 2147483647 w 4764"/>
              <a:gd name="GluePoint60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</a:cxnLst>
            <a:rect l="textAreaLeft" t="textAreaTop" r="textAreaRight" b="textAreaBottom"/>
            <a:pathLst>
              <a:path w="4764" h="4763">
                <a:moveTo>
                  <a:pt x="3577" y="2413"/>
                </a:moveTo>
                <a:lnTo>
                  <a:pt x="3577" y="2413"/>
                </a:lnTo>
                <a:lnTo>
                  <a:pt x="3574" y="2367"/>
                </a:lnTo>
                <a:lnTo>
                  <a:pt x="3571" y="2321"/>
                </a:lnTo>
                <a:lnTo>
                  <a:pt x="3564" y="2276"/>
                </a:lnTo>
                <a:lnTo>
                  <a:pt x="3557" y="2232"/>
                </a:lnTo>
                <a:lnTo>
                  <a:pt x="3548" y="2187"/>
                </a:lnTo>
                <a:lnTo>
                  <a:pt x="3538" y="2143"/>
                </a:lnTo>
                <a:lnTo>
                  <a:pt x="3526" y="2101"/>
                </a:lnTo>
                <a:lnTo>
                  <a:pt x="3512" y="2059"/>
                </a:lnTo>
                <a:lnTo>
                  <a:pt x="3497" y="2018"/>
                </a:lnTo>
                <a:lnTo>
                  <a:pt x="3481" y="1977"/>
                </a:lnTo>
                <a:lnTo>
                  <a:pt x="3462" y="1936"/>
                </a:lnTo>
                <a:lnTo>
                  <a:pt x="3444" y="1897"/>
                </a:lnTo>
                <a:lnTo>
                  <a:pt x="3423" y="1859"/>
                </a:lnTo>
                <a:lnTo>
                  <a:pt x="3400" y="1821"/>
                </a:lnTo>
                <a:lnTo>
                  <a:pt x="3377" y="1784"/>
                </a:lnTo>
                <a:lnTo>
                  <a:pt x="3353" y="1748"/>
                </a:lnTo>
                <a:lnTo>
                  <a:pt x="3327" y="1713"/>
                </a:lnTo>
                <a:lnTo>
                  <a:pt x="3299" y="1680"/>
                </a:lnTo>
                <a:lnTo>
                  <a:pt x="3271" y="1646"/>
                </a:lnTo>
                <a:lnTo>
                  <a:pt x="3242" y="1615"/>
                </a:lnTo>
                <a:lnTo>
                  <a:pt x="3211" y="1584"/>
                </a:lnTo>
                <a:lnTo>
                  <a:pt x="3180" y="1554"/>
                </a:lnTo>
                <a:lnTo>
                  <a:pt x="3148" y="1526"/>
                </a:lnTo>
                <a:lnTo>
                  <a:pt x="3114" y="1498"/>
                </a:lnTo>
                <a:lnTo>
                  <a:pt x="3079" y="1472"/>
                </a:lnTo>
                <a:lnTo>
                  <a:pt x="3043" y="1447"/>
                </a:lnTo>
                <a:lnTo>
                  <a:pt x="3007" y="1424"/>
                </a:lnTo>
                <a:lnTo>
                  <a:pt x="2970" y="1401"/>
                </a:lnTo>
                <a:lnTo>
                  <a:pt x="2932" y="1380"/>
                </a:lnTo>
                <a:lnTo>
                  <a:pt x="2893" y="1360"/>
                </a:lnTo>
                <a:lnTo>
                  <a:pt x="2853" y="1341"/>
                </a:lnTo>
                <a:lnTo>
                  <a:pt x="2812" y="1324"/>
                </a:lnTo>
                <a:lnTo>
                  <a:pt x="2849" y="1232"/>
                </a:lnTo>
                <a:lnTo>
                  <a:pt x="2888" y="1248"/>
                </a:lnTo>
                <a:lnTo>
                  <a:pt x="2925" y="1266"/>
                </a:lnTo>
                <a:lnTo>
                  <a:pt x="2964" y="1284"/>
                </a:lnTo>
                <a:lnTo>
                  <a:pt x="3000" y="1304"/>
                </a:lnTo>
                <a:lnTo>
                  <a:pt x="3036" y="1324"/>
                </a:lnTo>
                <a:lnTo>
                  <a:pt x="3072" y="1346"/>
                </a:lnTo>
                <a:lnTo>
                  <a:pt x="3107" y="1370"/>
                </a:lnTo>
                <a:lnTo>
                  <a:pt x="3140" y="1394"/>
                </a:lnTo>
                <a:lnTo>
                  <a:pt x="3173" y="1419"/>
                </a:lnTo>
                <a:lnTo>
                  <a:pt x="3205" y="1445"/>
                </a:lnTo>
                <a:lnTo>
                  <a:pt x="3237" y="1472"/>
                </a:lnTo>
                <a:lnTo>
                  <a:pt x="3267" y="1499"/>
                </a:lnTo>
                <a:lnTo>
                  <a:pt x="3297" y="1529"/>
                </a:lnTo>
                <a:lnTo>
                  <a:pt x="3326" y="1559"/>
                </a:lnTo>
                <a:lnTo>
                  <a:pt x="3353" y="1589"/>
                </a:lnTo>
                <a:lnTo>
                  <a:pt x="3380" y="1621"/>
                </a:lnTo>
                <a:lnTo>
                  <a:pt x="3406" y="1654"/>
                </a:lnTo>
                <a:lnTo>
                  <a:pt x="3430" y="1687"/>
                </a:lnTo>
                <a:lnTo>
                  <a:pt x="3455" y="1721"/>
                </a:lnTo>
                <a:lnTo>
                  <a:pt x="3477" y="1756"/>
                </a:lnTo>
                <a:lnTo>
                  <a:pt x="3498" y="1792"/>
                </a:lnTo>
                <a:lnTo>
                  <a:pt x="3520" y="1828"/>
                </a:lnTo>
                <a:lnTo>
                  <a:pt x="3538" y="1865"/>
                </a:lnTo>
                <a:lnTo>
                  <a:pt x="3557" y="1902"/>
                </a:lnTo>
                <a:lnTo>
                  <a:pt x="3573" y="1941"/>
                </a:lnTo>
                <a:lnTo>
                  <a:pt x="3589" y="1979"/>
                </a:lnTo>
                <a:lnTo>
                  <a:pt x="3604" y="2019"/>
                </a:lnTo>
                <a:lnTo>
                  <a:pt x="3617" y="2060"/>
                </a:lnTo>
                <a:lnTo>
                  <a:pt x="3629" y="2101"/>
                </a:lnTo>
                <a:lnTo>
                  <a:pt x="3640" y="2142"/>
                </a:lnTo>
                <a:lnTo>
                  <a:pt x="3649" y="2183"/>
                </a:lnTo>
                <a:lnTo>
                  <a:pt x="3658" y="2225"/>
                </a:lnTo>
                <a:lnTo>
                  <a:pt x="4118" y="2523"/>
                </a:lnTo>
                <a:lnTo>
                  <a:pt x="4563" y="2270"/>
                </a:lnTo>
                <a:lnTo>
                  <a:pt x="4560" y="2223"/>
                </a:lnTo>
                <a:lnTo>
                  <a:pt x="4556" y="2176"/>
                </a:lnTo>
                <a:lnTo>
                  <a:pt x="4551" y="2130"/>
                </a:lnTo>
                <a:lnTo>
                  <a:pt x="4546" y="2084"/>
                </a:lnTo>
                <a:lnTo>
                  <a:pt x="4539" y="2036"/>
                </a:lnTo>
                <a:lnTo>
                  <a:pt x="4532" y="1992"/>
                </a:lnTo>
                <a:lnTo>
                  <a:pt x="4524" y="1946"/>
                </a:lnTo>
                <a:lnTo>
                  <a:pt x="4514" y="1901"/>
                </a:lnTo>
                <a:lnTo>
                  <a:pt x="4504" y="1856"/>
                </a:lnTo>
                <a:lnTo>
                  <a:pt x="4493" y="1811"/>
                </a:lnTo>
                <a:lnTo>
                  <a:pt x="4481" y="1767"/>
                </a:lnTo>
                <a:lnTo>
                  <a:pt x="4468" y="1723"/>
                </a:lnTo>
                <a:lnTo>
                  <a:pt x="4454" y="1680"/>
                </a:lnTo>
                <a:lnTo>
                  <a:pt x="4440" y="1637"/>
                </a:lnTo>
                <a:lnTo>
                  <a:pt x="4425" y="1595"/>
                </a:lnTo>
                <a:lnTo>
                  <a:pt x="4407" y="1553"/>
                </a:lnTo>
                <a:lnTo>
                  <a:pt x="4391" y="1511"/>
                </a:lnTo>
                <a:lnTo>
                  <a:pt x="4372" y="1470"/>
                </a:lnTo>
                <a:lnTo>
                  <a:pt x="4354" y="1429"/>
                </a:lnTo>
                <a:lnTo>
                  <a:pt x="4334" y="1389"/>
                </a:lnTo>
                <a:lnTo>
                  <a:pt x="4314" y="1349"/>
                </a:lnTo>
                <a:lnTo>
                  <a:pt x="4293" y="1309"/>
                </a:lnTo>
                <a:lnTo>
                  <a:pt x="4270" y="1271"/>
                </a:lnTo>
                <a:lnTo>
                  <a:pt x="4247" y="1232"/>
                </a:lnTo>
                <a:lnTo>
                  <a:pt x="4224" y="1194"/>
                </a:lnTo>
                <a:lnTo>
                  <a:pt x="4200" y="1156"/>
                </a:lnTo>
                <a:lnTo>
                  <a:pt x="4175" y="1119"/>
                </a:lnTo>
                <a:lnTo>
                  <a:pt x="4149" y="1083"/>
                </a:lnTo>
                <a:lnTo>
                  <a:pt x="4123" y="1047"/>
                </a:lnTo>
                <a:lnTo>
                  <a:pt x="4095" y="1012"/>
                </a:lnTo>
                <a:lnTo>
                  <a:pt x="4068" y="977"/>
                </a:lnTo>
                <a:lnTo>
                  <a:pt x="4039" y="944"/>
                </a:lnTo>
                <a:lnTo>
                  <a:pt x="4009" y="910"/>
                </a:lnTo>
                <a:lnTo>
                  <a:pt x="3980" y="877"/>
                </a:lnTo>
                <a:lnTo>
                  <a:pt x="3950" y="844"/>
                </a:lnTo>
                <a:lnTo>
                  <a:pt x="3919" y="813"/>
                </a:lnTo>
                <a:lnTo>
                  <a:pt x="3886" y="782"/>
                </a:lnTo>
                <a:lnTo>
                  <a:pt x="3854" y="752"/>
                </a:lnTo>
                <a:lnTo>
                  <a:pt x="3820" y="722"/>
                </a:lnTo>
                <a:lnTo>
                  <a:pt x="3787" y="693"/>
                </a:lnTo>
                <a:lnTo>
                  <a:pt x="3753" y="665"/>
                </a:lnTo>
                <a:lnTo>
                  <a:pt x="3718" y="637"/>
                </a:lnTo>
                <a:lnTo>
                  <a:pt x="3684" y="610"/>
                </a:lnTo>
                <a:lnTo>
                  <a:pt x="3648" y="583"/>
                </a:lnTo>
                <a:lnTo>
                  <a:pt x="3610" y="558"/>
                </a:lnTo>
                <a:lnTo>
                  <a:pt x="3574" y="533"/>
                </a:lnTo>
                <a:lnTo>
                  <a:pt x="3536" y="509"/>
                </a:lnTo>
                <a:lnTo>
                  <a:pt x="3498" y="486"/>
                </a:lnTo>
                <a:lnTo>
                  <a:pt x="3460" y="462"/>
                </a:lnTo>
                <a:lnTo>
                  <a:pt x="3420" y="441"/>
                </a:lnTo>
                <a:lnTo>
                  <a:pt x="3382" y="420"/>
                </a:lnTo>
                <a:lnTo>
                  <a:pt x="3341" y="400"/>
                </a:lnTo>
                <a:lnTo>
                  <a:pt x="3301" y="380"/>
                </a:lnTo>
                <a:lnTo>
                  <a:pt x="3260" y="362"/>
                </a:lnTo>
                <a:lnTo>
                  <a:pt x="3219" y="344"/>
                </a:lnTo>
                <a:lnTo>
                  <a:pt x="3176" y="327"/>
                </a:lnTo>
                <a:lnTo>
                  <a:pt x="3134" y="311"/>
                </a:lnTo>
                <a:lnTo>
                  <a:pt x="3092" y="295"/>
                </a:lnTo>
                <a:lnTo>
                  <a:pt x="3048" y="281"/>
                </a:lnTo>
                <a:lnTo>
                  <a:pt x="3005" y="267"/>
                </a:lnTo>
                <a:lnTo>
                  <a:pt x="2961" y="255"/>
                </a:lnTo>
                <a:lnTo>
                  <a:pt x="2918" y="242"/>
                </a:lnTo>
                <a:lnTo>
                  <a:pt x="2873" y="231"/>
                </a:lnTo>
                <a:lnTo>
                  <a:pt x="2828" y="221"/>
                </a:lnTo>
                <a:lnTo>
                  <a:pt x="2869" y="27"/>
                </a:lnTo>
                <a:lnTo>
                  <a:pt x="2922" y="39"/>
                </a:lnTo>
                <a:lnTo>
                  <a:pt x="2975" y="52"/>
                </a:lnTo>
                <a:lnTo>
                  <a:pt x="3026" y="66"/>
                </a:lnTo>
                <a:lnTo>
                  <a:pt x="3077" y="81"/>
                </a:lnTo>
                <a:lnTo>
                  <a:pt x="3128" y="97"/>
                </a:lnTo>
                <a:lnTo>
                  <a:pt x="3178" y="113"/>
                </a:lnTo>
                <a:lnTo>
                  <a:pt x="3227" y="132"/>
                </a:lnTo>
                <a:lnTo>
                  <a:pt x="3276" y="150"/>
                </a:lnTo>
                <a:lnTo>
                  <a:pt x="3324" y="170"/>
                </a:lnTo>
                <a:lnTo>
                  <a:pt x="3372" y="191"/>
                </a:lnTo>
                <a:lnTo>
                  <a:pt x="3418" y="214"/>
                </a:lnTo>
                <a:lnTo>
                  <a:pt x="3464" y="236"/>
                </a:lnTo>
                <a:lnTo>
                  <a:pt x="3510" y="260"/>
                </a:lnTo>
                <a:lnTo>
                  <a:pt x="3554" y="285"/>
                </a:lnTo>
                <a:lnTo>
                  <a:pt x="3598" y="311"/>
                </a:lnTo>
                <a:lnTo>
                  <a:pt x="3641" y="337"/>
                </a:lnTo>
                <a:lnTo>
                  <a:pt x="3684" y="364"/>
                </a:lnTo>
                <a:lnTo>
                  <a:pt x="3726" y="392"/>
                </a:lnTo>
                <a:lnTo>
                  <a:pt x="3767" y="421"/>
                </a:lnTo>
                <a:lnTo>
                  <a:pt x="3808" y="451"/>
                </a:lnTo>
                <a:lnTo>
                  <a:pt x="3848" y="481"/>
                </a:lnTo>
                <a:lnTo>
                  <a:pt x="3886" y="513"/>
                </a:lnTo>
                <a:lnTo>
                  <a:pt x="3925" y="546"/>
                </a:lnTo>
                <a:lnTo>
                  <a:pt x="3962" y="578"/>
                </a:lnTo>
                <a:lnTo>
                  <a:pt x="3999" y="612"/>
                </a:lnTo>
                <a:lnTo>
                  <a:pt x="4035" y="647"/>
                </a:lnTo>
                <a:lnTo>
                  <a:pt x="4070" y="681"/>
                </a:lnTo>
                <a:lnTo>
                  <a:pt x="4105" y="717"/>
                </a:lnTo>
                <a:lnTo>
                  <a:pt x="4139" y="755"/>
                </a:lnTo>
                <a:lnTo>
                  <a:pt x="4171" y="792"/>
                </a:lnTo>
                <a:lnTo>
                  <a:pt x="4203" y="831"/>
                </a:lnTo>
                <a:lnTo>
                  <a:pt x="4234" y="869"/>
                </a:lnTo>
                <a:lnTo>
                  <a:pt x="4265" y="908"/>
                </a:lnTo>
                <a:lnTo>
                  <a:pt x="4295" y="949"/>
                </a:lnTo>
                <a:lnTo>
                  <a:pt x="4324" y="988"/>
                </a:lnTo>
                <a:lnTo>
                  <a:pt x="4351" y="1031"/>
                </a:lnTo>
                <a:lnTo>
                  <a:pt x="4379" y="1072"/>
                </a:lnTo>
                <a:lnTo>
                  <a:pt x="4405" y="1115"/>
                </a:lnTo>
                <a:lnTo>
                  <a:pt x="4431" y="1157"/>
                </a:lnTo>
                <a:lnTo>
                  <a:pt x="4456" y="1201"/>
                </a:lnTo>
                <a:lnTo>
                  <a:pt x="4479" y="1246"/>
                </a:lnTo>
                <a:lnTo>
                  <a:pt x="4502" y="1291"/>
                </a:lnTo>
                <a:lnTo>
                  <a:pt x="4523" y="1335"/>
                </a:lnTo>
                <a:lnTo>
                  <a:pt x="4544" y="1381"/>
                </a:lnTo>
                <a:lnTo>
                  <a:pt x="4564" y="1427"/>
                </a:lnTo>
                <a:lnTo>
                  <a:pt x="4584" y="1475"/>
                </a:lnTo>
                <a:lnTo>
                  <a:pt x="4602" y="1522"/>
                </a:lnTo>
                <a:lnTo>
                  <a:pt x="4619" y="1569"/>
                </a:lnTo>
                <a:lnTo>
                  <a:pt x="4636" y="1618"/>
                </a:lnTo>
                <a:lnTo>
                  <a:pt x="4651" y="1666"/>
                </a:lnTo>
                <a:lnTo>
                  <a:pt x="4666" y="1716"/>
                </a:lnTo>
                <a:lnTo>
                  <a:pt x="4679" y="1764"/>
                </a:lnTo>
                <a:lnTo>
                  <a:pt x="4692" y="1814"/>
                </a:lnTo>
                <a:lnTo>
                  <a:pt x="4703" y="1865"/>
                </a:lnTo>
                <a:lnTo>
                  <a:pt x="4714" y="1915"/>
                </a:lnTo>
                <a:lnTo>
                  <a:pt x="4723" y="1966"/>
                </a:lnTo>
                <a:lnTo>
                  <a:pt x="4732" y="2018"/>
                </a:lnTo>
                <a:lnTo>
                  <a:pt x="4739" y="2069"/>
                </a:lnTo>
                <a:lnTo>
                  <a:pt x="4747" y="2121"/>
                </a:lnTo>
                <a:lnTo>
                  <a:pt x="4752" y="2173"/>
                </a:lnTo>
                <a:lnTo>
                  <a:pt x="4757" y="2225"/>
                </a:lnTo>
                <a:lnTo>
                  <a:pt x="4760" y="2279"/>
                </a:lnTo>
                <a:lnTo>
                  <a:pt x="4763" y="2331"/>
                </a:lnTo>
                <a:lnTo>
                  <a:pt x="4764" y="2385"/>
                </a:lnTo>
                <a:lnTo>
                  <a:pt x="4111" y="2754"/>
                </a:lnTo>
                <a:lnTo>
                  <a:pt x="3577" y="2413"/>
                </a:lnTo>
                <a:close/>
                <a:moveTo>
                  <a:pt x="2351" y="3574"/>
                </a:moveTo>
                <a:lnTo>
                  <a:pt x="2351" y="3574"/>
                </a:lnTo>
                <a:lnTo>
                  <a:pt x="2397" y="3572"/>
                </a:lnTo>
                <a:lnTo>
                  <a:pt x="2443" y="3568"/>
                </a:lnTo>
                <a:lnTo>
                  <a:pt x="2488" y="3563"/>
                </a:lnTo>
                <a:lnTo>
                  <a:pt x="2532" y="3556"/>
                </a:lnTo>
                <a:lnTo>
                  <a:pt x="2577" y="3547"/>
                </a:lnTo>
                <a:lnTo>
                  <a:pt x="2621" y="3536"/>
                </a:lnTo>
                <a:lnTo>
                  <a:pt x="2663" y="3523"/>
                </a:lnTo>
                <a:lnTo>
                  <a:pt x="2705" y="3511"/>
                </a:lnTo>
                <a:lnTo>
                  <a:pt x="2748" y="3495"/>
                </a:lnTo>
                <a:lnTo>
                  <a:pt x="2787" y="3479"/>
                </a:lnTo>
                <a:lnTo>
                  <a:pt x="2828" y="3461"/>
                </a:lnTo>
                <a:lnTo>
                  <a:pt x="2867" y="3441"/>
                </a:lnTo>
                <a:lnTo>
                  <a:pt x="2905" y="3422"/>
                </a:lnTo>
                <a:lnTo>
                  <a:pt x="2943" y="3399"/>
                </a:lnTo>
                <a:lnTo>
                  <a:pt x="2980" y="3376"/>
                </a:lnTo>
                <a:lnTo>
                  <a:pt x="3016" y="3351"/>
                </a:lnTo>
                <a:lnTo>
                  <a:pt x="3051" y="3325"/>
                </a:lnTo>
                <a:lnTo>
                  <a:pt x="3084" y="3298"/>
                </a:lnTo>
                <a:lnTo>
                  <a:pt x="3118" y="3270"/>
                </a:lnTo>
                <a:lnTo>
                  <a:pt x="3149" y="3240"/>
                </a:lnTo>
                <a:lnTo>
                  <a:pt x="3180" y="3210"/>
                </a:lnTo>
                <a:lnTo>
                  <a:pt x="3210" y="3179"/>
                </a:lnTo>
                <a:lnTo>
                  <a:pt x="3239" y="3145"/>
                </a:lnTo>
                <a:lnTo>
                  <a:pt x="3266" y="3112"/>
                </a:lnTo>
                <a:lnTo>
                  <a:pt x="3292" y="3077"/>
                </a:lnTo>
                <a:lnTo>
                  <a:pt x="3317" y="3042"/>
                </a:lnTo>
                <a:lnTo>
                  <a:pt x="3341" y="3006"/>
                </a:lnTo>
                <a:lnTo>
                  <a:pt x="3363" y="2968"/>
                </a:lnTo>
                <a:lnTo>
                  <a:pt x="3384" y="2930"/>
                </a:lnTo>
                <a:lnTo>
                  <a:pt x="3404" y="2891"/>
                </a:lnTo>
                <a:lnTo>
                  <a:pt x="3423" y="2851"/>
                </a:lnTo>
                <a:lnTo>
                  <a:pt x="3440" y="2811"/>
                </a:lnTo>
                <a:lnTo>
                  <a:pt x="3532" y="2847"/>
                </a:lnTo>
                <a:lnTo>
                  <a:pt x="3516" y="2886"/>
                </a:lnTo>
                <a:lnTo>
                  <a:pt x="3498" y="2924"/>
                </a:lnTo>
                <a:lnTo>
                  <a:pt x="3480" y="2961"/>
                </a:lnTo>
                <a:lnTo>
                  <a:pt x="3460" y="2999"/>
                </a:lnTo>
                <a:lnTo>
                  <a:pt x="3440" y="3035"/>
                </a:lnTo>
                <a:lnTo>
                  <a:pt x="3418" y="3070"/>
                </a:lnTo>
                <a:lnTo>
                  <a:pt x="3395" y="3104"/>
                </a:lnTo>
                <a:lnTo>
                  <a:pt x="3370" y="3139"/>
                </a:lnTo>
                <a:lnTo>
                  <a:pt x="3345" y="3172"/>
                </a:lnTo>
                <a:lnTo>
                  <a:pt x="3319" y="3204"/>
                </a:lnTo>
                <a:lnTo>
                  <a:pt x="3292" y="3235"/>
                </a:lnTo>
                <a:lnTo>
                  <a:pt x="3265" y="3266"/>
                </a:lnTo>
                <a:lnTo>
                  <a:pt x="3236" y="3296"/>
                </a:lnTo>
                <a:lnTo>
                  <a:pt x="3206" y="3325"/>
                </a:lnTo>
                <a:lnTo>
                  <a:pt x="3175" y="3352"/>
                </a:lnTo>
                <a:lnTo>
                  <a:pt x="3143" y="3378"/>
                </a:lnTo>
                <a:lnTo>
                  <a:pt x="3111" y="3404"/>
                </a:lnTo>
                <a:lnTo>
                  <a:pt x="3077" y="3429"/>
                </a:lnTo>
                <a:lnTo>
                  <a:pt x="3043" y="3453"/>
                </a:lnTo>
                <a:lnTo>
                  <a:pt x="3009" y="3475"/>
                </a:lnTo>
                <a:lnTo>
                  <a:pt x="2973" y="3497"/>
                </a:lnTo>
                <a:lnTo>
                  <a:pt x="2936" y="3517"/>
                </a:lnTo>
                <a:lnTo>
                  <a:pt x="2899" y="3537"/>
                </a:lnTo>
                <a:lnTo>
                  <a:pt x="2862" y="3555"/>
                </a:lnTo>
                <a:lnTo>
                  <a:pt x="2823" y="3572"/>
                </a:lnTo>
                <a:lnTo>
                  <a:pt x="2785" y="3588"/>
                </a:lnTo>
                <a:lnTo>
                  <a:pt x="2745" y="3602"/>
                </a:lnTo>
                <a:lnTo>
                  <a:pt x="2704" y="3615"/>
                </a:lnTo>
                <a:lnTo>
                  <a:pt x="2664" y="3628"/>
                </a:lnTo>
                <a:lnTo>
                  <a:pt x="2622" y="3638"/>
                </a:lnTo>
                <a:lnTo>
                  <a:pt x="2581" y="3648"/>
                </a:lnTo>
                <a:lnTo>
                  <a:pt x="2539" y="3655"/>
                </a:lnTo>
                <a:lnTo>
                  <a:pt x="2242" y="4116"/>
                </a:lnTo>
                <a:lnTo>
                  <a:pt x="2494" y="4560"/>
                </a:lnTo>
                <a:lnTo>
                  <a:pt x="2541" y="4558"/>
                </a:lnTo>
                <a:lnTo>
                  <a:pt x="2588" y="4554"/>
                </a:lnTo>
                <a:lnTo>
                  <a:pt x="2634" y="4550"/>
                </a:lnTo>
                <a:lnTo>
                  <a:pt x="2682" y="4544"/>
                </a:lnTo>
                <a:lnTo>
                  <a:pt x="2728" y="4538"/>
                </a:lnTo>
                <a:lnTo>
                  <a:pt x="2774" y="4531"/>
                </a:lnTo>
                <a:lnTo>
                  <a:pt x="2818" y="4522"/>
                </a:lnTo>
                <a:lnTo>
                  <a:pt x="2863" y="4513"/>
                </a:lnTo>
                <a:lnTo>
                  <a:pt x="2908" y="4503"/>
                </a:lnTo>
                <a:lnTo>
                  <a:pt x="2953" y="4492"/>
                </a:lnTo>
                <a:lnTo>
                  <a:pt x="2997" y="4480"/>
                </a:lnTo>
                <a:lnTo>
                  <a:pt x="3041" y="4467"/>
                </a:lnTo>
                <a:lnTo>
                  <a:pt x="3084" y="4452"/>
                </a:lnTo>
                <a:lnTo>
                  <a:pt x="3127" y="4439"/>
                </a:lnTo>
                <a:lnTo>
                  <a:pt x="3170" y="4422"/>
                </a:lnTo>
                <a:lnTo>
                  <a:pt x="3211" y="4406"/>
                </a:lnTo>
                <a:lnTo>
                  <a:pt x="3253" y="4389"/>
                </a:lnTo>
                <a:lnTo>
                  <a:pt x="3295" y="4371"/>
                </a:lnTo>
                <a:lnTo>
                  <a:pt x="3336" y="4351"/>
                </a:lnTo>
                <a:lnTo>
                  <a:pt x="3375" y="4333"/>
                </a:lnTo>
                <a:lnTo>
                  <a:pt x="3415" y="4312"/>
                </a:lnTo>
                <a:lnTo>
                  <a:pt x="3455" y="4291"/>
                </a:lnTo>
                <a:lnTo>
                  <a:pt x="3495" y="4268"/>
                </a:lnTo>
                <a:lnTo>
                  <a:pt x="3532" y="4246"/>
                </a:lnTo>
                <a:lnTo>
                  <a:pt x="3571" y="4222"/>
                </a:lnTo>
                <a:lnTo>
                  <a:pt x="3608" y="4199"/>
                </a:lnTo>
                <a:lnTo>
                  <a:pt x="3645" y="4174"/>
                </a:lnTo>
                <a:lnTo>
                  <a:pt x="3681" y="4148"/>
                </a:lnTo>
                <a:lnTo>
                  <a:pt x="3717" y="4121"/>
                </a:lnTo>
                <a:lnTo>
                  <a:pt x="3752" y="4094"/>
                </a:lnTo>
                <a:lnTo>
                  <a:pt x="3787" y="4066"/>
                </a:lnTo>
                <a:lnTo>
                  <a:pt x="3820" y="4037"/>
                </a:lnTo>
                <a:lnTo>
                  <a:pt x="3854" y="4008"/>
                </a:lnTo>
                <a:lnTo>
                  <a:pt x="3888" y="3978"/>
                </a:lnTo>
                <a:lnTo>
                  <a:pt x="3920" y="3947"/>
                </a:lnTo>
                <a:lnTo>
                  <a:pt x="3951" y="3916"/>
                </a:lnTo>
                <a:lnTo>
                  <a:pt x="3982" y="3885"/>
                </a:lnTo>
                <a:lnTo>
                  <a:pt x="4012" y="3853"/>
                </a:lnTo>
                <a:lnTo>
                  <a:pt x="4042" y="3819"/>
                </a:lnTo>
                <a:lnTo>
                  <a:pt x="4072" y="3786"/>
                </a:lnTo>
                <a:lnTo>
                  <a:pt x="4100" y="3752"/>
                </a:lnTo>
                <a:lnTo>
                  <a:pt x="4127" y="3717"/>
                </a:lnTo>
                <a:lnTo>
                  <a:pt x="4155" y="3681"/>
                </a:lnTo>
                <a:lnTo>
                  <a:pt x="4181" y="3645"/>
                </a:lnTo>
                <a:lnTo>
                  <a:pt x="4206" y="3609"/>
                </a:lnTo>
                <a:lnTo>
                  <a:pt x="4231" y="3572"/>
                </a:lnTo>
                <a:lnTo>
                  <a:pt x="4256" y="3535"/>
                </a:lnTo>
                <a:lnTo>
                  <a:pt x="4279" y="3496"/>
                </a:lnTo>
                <a:lnTo>
                  <a:pt x="4302" y="3458"/>
                </a:lnTo>
                <a:lnTo>
                  <a:pt x="4323" y="3419"/>
                </a:lnTo>
                <a:lnTo>
                  <a:pt x="4344" y="3379"/>
                </a:lnTo>
                <a:lnTo>
                  <a:pt x="4365" y="3339"/>
                </a:lnTo>
                <a:lnTo>
                  <a:pt x="4384" y="3300"/>
                </a:lnTo>
                <a:lnTo>
                  <a:pt x="4402" y="3259"/>
                </a:lnTo>
                <a:lnTo>
                  <a:pt x="4421" y="3216"/>
                </a:lnTo>
                <a:lnTo>
                  <a:pt x="4437" y="3175"/>
                </a:lnTo>
                <a:lnTo>
                  <a:pt x="4453" y="3133"/>
                </a:lnTo>
                <a:lnTo>
                  <a:pt x="4469" y="3091"/>
                </a:lnTo>
                <a:lnTo>
                  <a:pt x="4483" y="3047"/>
                </a:lnTo>
                <a:lnTo>
                  <a:pt x="4497" y="3004"/>
                </a:lnTo>
                <a:lnTo>
                  <a:pt x="4509" y="2960"/>
                </a:lnTo>
                <a:lnTo>
                  <a:pt x="4522" y="2915"/>
                </a:lnTo>
                <a:lnTo>
                  <a:pt x="4533" y="2871"/>
                </a:lnTo>
                <a:lnTo>
                  <a:pt x="4543" y="2826"/>
                </a:lnTo>
                <a:lnTo>
                  <a:pt x="4737" y="2868"/>
                </a:lnTo>
                <a:lnTo>
                  <a:pt x="4725" y="2920"/>
                </a:lnTo>
                <a:lnTo>
                  <a:pt x="4713" y="2973"/>
                </a:lnTo>
                <a:lnTo>
                  <a:pt x="4698" y="3025"/>
                </a:lnTo>
                <a:lnTo>
                  <a:pt x="4683" y="3076"/>
                </a:lnTo>
                <a:lnTo>
                  <a:pt x="4667" y="3127"/>
                </a:lnTo>
                <a:lnTo>
                  <a:pt x="4651" y="3177"/>
                </a:lnTo>
                <a:lnTo>
                  <a:pt x="4632" y="3225"/>
                </a:lnTo>
                <a:lnTo>
                  <a:pt x="4614" y="3275"/>
                </a:lnTo>
                <a:lnTo>
                  <a:pt x="4594" y="3322"/>
                </a:lnTo>
                <a:lnTo>
                  <a:pt x="4573" y="3369"/>
                </a:lnTo>
                <a:lnTo>
                  <a:pt x="4550" y="3417"/>
                </a:lnTo>
                <a:lnTo>
                  <a:pt x="4528" y="3463"/>
                </a:lnTo>
                <a:lnTo>
                  <a:pt x="4504" y="3507"/>
                </a:lnTo>
                <a:lnTo>
                  <a:pt x="4479" y="3552"/>
                </a:lnTo>
                <a:lnTo>
                  <a:pt x="4453" y="3597"/>
                </a:lnTo>
                <a:lnTo>
                  <a:pt x="4427" y="3640"/>
                </a:lnTo>
                <a:lnTo>
                  <a:pt x="4400" y="3683"/>
                </a:lnTo>
                <a:lnTo>
                  <a:pt x="4372" y="3725"/>
                </a:lnTo>
                <a:lnTo>
                  <a:pt x="4343" y="3766"/>
                </a:lnTo>
                <a:lnTo>
                  <a:pt x="4313" y="3806"/>
                </a:lnTo>
                <a:lnTo>
                  <a:pt x="4283" y="3845"/>
                </a:lnTo>
                <a:lnTo>
                  <a:pt x="4251" y="3885"/>
                </a:lnTo>
                <a:lnTo>
                  <a:pt x="4218" y="3924"/>
                </a:lnTo>
                <a:lnTo>
                  <a:pt x="4186" y="3961"/>
                </a:lnTo>
                <a:lnTo>
                  <a:pt x="4152" y="3997"/>
                </a:lnTo>
                <a:lnTo>
                  <a:pt x="4118" y="4033"/>
                </a:lnTo>
                <a:lnTo>
                  <a:pt x="4083" y="4069"/>
                </a:lnTo>
                <a:lnTo>
                  <a:pt x="4047" y="4104"/>
                </a:lnTo>
                <a:lnTo>
                  <a:pt x="4009" y="4138"/>
                </a:lnTo>
                <a:lnTo>
                  <a:pt x="3972" y="4170"/>
                </a:lnTo>
                <a:lnTo>
                  <a:pt x="3935" y="4202"/>
                </a:lnTo>
                <a:lnTo>
                  <a:pt x="3895" y="4233"/>
                </a:lnTo>
                <a:lnTo>
                  <a:pt x="3856" y="4264"/>
                </a:lnTo>
                <a:lnTo>
                  <a:pt x="3815" y="4293"/>
                </a:lnTo>
                <a:lnTo>
                  <a:pt x="3776" y="4323"/>
                </a:lnTo>
                <a:lnTo>
                  <a:pt x="3733" y="4350"/>
                </a:lnTo>
                <a:lnTo>
                  <a:pt x="3692" y="4378"/>
                </a:lnTo>
                <a:lnTo>
                  <a:pt x="3650" y="4404"/>
                </a:lnTo>
                <a:lnTo>
                  <a:pt x="3607" y="4429"/>
                </a:lnTo>
                <a:lnTo>
                  <a:pt x="3563" y="4453"/>
                </a:lnTo>
                <a:lnTo>
                  <a:pt x="3518" y="4477"/>
                </a:lnTo>
                <a:lnTo>
                  <a:pt x="3474" y="4499"/>
                </a:lnTo>
                <a:lnTo>
                  <a:pt x="3429" y="4522"/>
                </a:lnTo>
                <a:lnTo>
                  <a:pt x="3383" y="4543"/>
                </a:lnTo>
                <a:lnTo>
                  <a:pt x="3337" y="4563"/>
                </a:lnTo>
                <a:lnTo>
                  <a:pt x="3290" y="4581"/>
                </a:lnTo>
                <a:lnTo>
                  <a:pt x="3242" y="4600"/>
                </a:lnTo>
                <a:lnTo>
                  <a:pt x="3195" y="4618"/>
                </a:lnTo>
                <a:lnTo>
                  <a:pt x="3147" y="4634"/>
                </a:lnTo>
                <a:lnTo>
                  <a:pt x="3098" y="4650"/>
                </a:lnTo>
                <a:lnTo>
                  <a:pt x="3050" y="4664"/>
                </a:lnTo>
                <a:lnTo>
                  <a:pt x="3000" y="4677"/>
                </a:lnTo>
                <a:lnTo>
                  <a:pt x="2950" y="4690"/>
                </a:lnTo>
                <a:lnTo>
                  <a:pt x="2899" y="4702"/>
                </a:lnTo>
                <a:lnTo>
                  <a:pt x="2849" y="4712"/>
                </a:lnTo>
                <a:lnTo>
                  <a:pt x="2798" y="4722"/>
                </a:lnTo>
                <a:lnTo>
                  <a:pt x="2746" y="4731"/>
                </a:lnTo>
                <a:lnTo>
                  <a:pt x="2695" y="4738"/>
                </a:lnTo>
                <a:lnTo>
                  <a:pt x="2643" y="4744"/>
                </a:lnTo>
                <a:lnTo>
                  <a:pt x="2591" y="4751"/>
                </a:lnTo>
                <a:lnTo>
                  <a:pt x="2539" y="4754"/>
                </a:lnTo>
                <a:lnTo>
                  <a:pt x="2485" y="4758"/>
                </a:lnTo>
                <a:lnTo>
                  <a:pt x="2433" y="4761"/>
                </a:lnTo>
                <a:lnTo>
                  <a:pt x="2380" y="4763"/>
                </a:lnTo>
                <a:lnTo>
                  <a:pt x="2010" y="4110"/>
                </a:lnTo>
                <a:lnTo>
                  <a:pt x="2351" y="3574"/>
                </a:lnTo>
                <a:close/>
                <a:moveTo>
                  <a:pt x="1189" y="2350"/>
                </a:moveTo>
                <a:lnTo>
                  <a:pt x="1189" y="2350"/>
                </a:lnTo>
                <a:lnTo>
                  <a:pt x="1190" y="2396"/>
                </a:lnTo>
                <a:lnTo>
                  <a:pt x="1195" y="2442"/>
                </a:lnTo>
                <a:lnTo>
                  <a:pt x="1200" y="2487"/>
                </a:lnTo>
                <a:lnTo>
                  <a:pt x="1207" y="2531"/>
                </a:lnTo>
                <a:lnTo>
                  <a:pt x="1216" y="2575"/>
                </a:lnTo>
                <a:lnTo>
                  <a:pt x="1227" y="2618"/>
                </a:lnTo>
                <a:lnTo>
                  <a:pt x="1238" y="2662"/>
                </a:lnTo>
                <a:lnTo>
                  <a:pt x="1252" y="2704"/>
                </a:lnTo>
                <a:lnTo>
                  <a:pt x="1267" y="2745"/>
                </a:lnTo>
                <a:lnTo>
                  <a:pt x="1284" y="2786"/>
                </a:lnTo>
                <a:lnTo>
                  <a:pt x="1302" y="2826"/>
                </a:lnTo>
                <a:lnTo>
                  <a:pt x="1322" y="2866"/>
                </a:lnTo>
                <a:lnTo>
                  <a:pt x="1341" y="2904"/>
                </a:lnTo>
                <a:lnTo>
                  <a:pt x="1364" y="2942"/>
                </a:lnTo>
                <a:lnTo>
                  <a:pt x="1387" y="2979"/>
                </a:lnTo>
                <a:lnTo>
                  <a:pt x="1412" y="3014"/>
                </a:lnTo>
                <a:lnTo>
                  <a:pt x="1437" y="3050"/>
                </a:lnTo>
                <a:lnTo>
                  <a:pt x="1465" y="3083"/>
                </a:lnTo>
                <a:lnTo>
                  <a:pt x="1493" y="3116"/>
                </a:lnTo>
                <a:lnTo>
                  <a:pt x="1522" y="3148"/>
                </a:lnTo>
                <a:lnTo>
                  <a:pt x="1553" y="3179"/>
                </a:lnTo>
                <a:lnTo>
                  <a:pt x="1584" y="3209"/>
                </a:lnTo>
                <a:lnTo>
                  <a:pt x="1617" y="3237"/>
                </a:lnTo>
                <a:lnTo>
                  <a:pt x="1651" y="3265"/>
                </a:lnTo>
                <a:lnTo>
                  <a:pt x="1685" y="3291"/>
                </a:lnTo>
                <a:lnTo>
                  <a:pt x="1721" y="3316"/>
                </a:lnTo>
                <a:lnTo>
                  <a:pt x="1757" y="3339"/>
                </a:lnTo>
                <a:lnTo>
                  <a:pt x="1794" y="3362"/>
                </a:lnTo>
                <a:lnTo>
                  <a:pt x="1832" y="3383"/>
                </a:lnTo>
                <a:lnTo>
                  <a:pt x="1871" y="3403"/>
                </a:lnTo>
                <a:lnTo>
                  <a:pt x="1912" y="3422"/>
                </a:lnTo>
                <a:lnTo>
                  <a:pt x="1952" y="3438"/>
                </a:lnTo>
                <a:lnTo>
                  <a:pt x="1916" y="3531"/>
                </a:lnTo>
                <a:lnTo>
                  <a:pt x="1876" y="3515"/>
                </a:lnTo>
                <a:lnTo>
                  <a:pt x="1839" y="3497"/>
                </a:lnTo>
                <a:lnTo>
                  <a:pt x="1801" y="3479"/>
                </a:lnTo>
                <a:lnTo>
                  <a:pt x="1764" y="3459"/>
                </a:lnTo>
                <a:lnTo>
                  <a:pt x="1728" y="3438"/>
                </a:lnTo>
                <a:lnTo>
                  <a:pt x="1692" y="3417"/>
                </a:lnTo>
                <a:lnTo>
                  <a:pt x="1658" y="3393"/>
                </a:lnTo>
                <a:lnTo>
                  <a:pt x="1624" y="3369"/>
                </a:lnTo>
                <a:lnTo>
                  <a:pt x="1591" y="3344"/>
                </a:lnTo>
                <a:lnTo>
                  <a:pt x="1559" y="3318"/>
                </a:lnTo>
                <a:lnTo>
                  <a:pt x="1528" y="3291"/>
                </a:lnTo>
                <a:lnTo>
                  <a:pt x="1497" y="3262"/>
                </a:lnTo>
                <a:lnTo>
                  <a:pt x="1467" y="3234"/>
                </a:lnTo>
                <a:lnTo>
                  <a:pt x="1438" y="3204"/>
                </a:lnTo>
                <a:lnTo>
                  <a:pt x="1411" y="3173"/>
                </a:lnTo>
                <a:lnTo>
                  <a:pt x="1384" y="3142"/>
                </a:lnTo>
                <a:lnTo>
                  <a:pt x="1359" y="3109"/>
                </a:lnTo>
                <a:lnTo>
                  <a:pt x="1334" y="3076"/>
                </a:lnTo>
                <a:lnTo>
                  <a:pt x="1310" y="3042"/>
                </a:lnTo>
                <a:lnTo>
                  <a:pt x="1287" y="3007"/>
                </a:lnTo>
                <a:lnTo>
                  <a:pt x="1266" y="2971"/>
                </a:lnTo>
                <a:lnTo>
                  <a:pt x="1246" y="2935"/>
                </a:lnTo>
                <a:lnTo>
                  <a:pt x="1226" y="2898"/>
                </a:lnTo>
                <a:lnTo>
                  <a:pt x="1208" y="2861"/>
                </a:lnTo>
                <a:lnTo>
                  <a:pt x="1191" y="2822"/>
                </a:lnTo>
                <a:lnTo>
                  <a:pt x="1175" y="2782"/>
                </a:lnTo>
                <a:lnTo>
                  <a:pt x="1161" y="2743"/>
                </a:lnTo>
                <a:lnTo>
                  <a:pt x="1147" y="2703"/>
                </a:lnTo>
                <a:lnTo>
                  <a:pt x="1135" y="2662"/>
                </a:lnTo>
                <a:lnTo>
                  <a:pt x="1125" y="2621"/>
                </a:lnTo>
                <a:lnTo>
                  <a:pt x="1115" y="2579"/>
                </a:lnTo>
                <a:lnTo>
                  <a:pt x="1108" y="2536"/>
                </a:lnTo>
                <a:lnTo>
                  <a:pt x="646" y="2240"/>
                </a:lnTo>
                <a:lnTo>
                  <a:pt x="203" y="2492"/>
                </a:lnTo>
                <a:lnTo>
                  <a:pt x="205" y="2539"/>
                </a:lnTo>
                <a:lnTo>
                  <a:pt x="208" y="2586"/>
                </a:lnTo>
                <a:lnTo>
                  <a:pt x="213" y="2633"/>
                </a:lnTo>
                <a:lnTo>
                  <a:pt x="219" y="2679"/>
                </a:lnTo>
                <a:lnTo>
                  <a:pt x="225" y="2725"/>
                </a:lnTo>
                <a:lnTo>
                  <a:pt x="232" y="2771"/>
                </a:lnTo>
                <a:lnTo>
                  <a:pt x="241" y="2817"/>
                </a:lnTo>
                <a:lnTo>
                  <a:pt x="250" y="2862"/>
                </a:lnTo>
                <a:lnTo>
                  <a:pt x="260" y="2907"/>
                </a:lnTo>
                <a:lnTo>
                  <a:pt x="271" y="2952"/>
                </a:lnTo>
                <a:lnTo>
                  <a:pt x="283" y="2995"/>
                </a:lnTo>
                <a:lnTo>
                  <a:pt x="296" y="3039"/>
                </a:lnTo>
                <a:lnTo>
                  <a:pt x="310" y="3082"/>
                </a:lnTo>
                <a:lnTo>
                  <a:pt x="324" y="3126"/>
                </a:lnTo>
                <a:lnTo>
                  <a:pt x="341" y="3168"/>
                </a:lnTo>
                <a:lnTo>
                  <a:pt x="357" y="3210"/>
                </a:lnTo>
                <a:lnTo>
                  <a:pt x="374" y="3252"/>
                </a:lnTo>
                <a:lnTo>
                  <a:pt x="392" y="3293"/>
                </a:lnTo>
                <a:lnTo>
                  <a:pt x="410" y="3334"/>
                </a:lnTo>
                <a:lnTo>
                  <a:pt x="430" y="3374"/>
                </a:lnTo>
                <a:lnTo>
                  <a:pt x="451" y="3414"/>
                </a:lnTo>
                <a:lnTo>
                  <a:pt x="472" y="3454"/>
                </a:lnTo>
                <a:lnTo>
                  <a:pt x="494" y="3492"/>
                </a:lnTo>
                <a:lnTo>
                  <a:pt x="517" y="3531"/>
                </a:lnTo>
                <a:lnTo>
                  <a:pt x="541" y="3569"/>
                </a:lnTo>
                <a:lnTo>
                  <a:pt x="564" y="3607"/>
                </a:lnTo>
                <a:lnTo>
                  <a:pt x="589" y="3643"/>
                </a:lnTo>
                <a:lnTo>
                  <a:pt x="615" y="3680"/>
                </a:lnTo>
                <a:lnTo>
                  <a:pt x="641" y="3715"/>
                </a:lnTo>
                <a:lnTo>
                  <a:pt x="669" y="3751"/>
                </a:lnTo>
                <a:lnTo>
                  <a:pt x="697" y="3785"/>
                </a:lnTo>
                <a:lnTo>
                  <a:pt x="725" y="3819"/>
                </a:lnTo>
                <a:lnTo>
                  <a:pt x="755" y="3853"/>
                </a:lnTo>
                <a:lnTo>
                  <a:pt x="784" y="3885"/>
                </a:lnTo>
                <a:lnTo>
                  <a:pt x="814" y="3918"/>
                </a:lnTo>
                <a:lnTo>
                  <a:pt x="847" y="3950"/>
                </a:lnTo>
                <a:lnTo>
                  <a:pt x="878" y="3981"/>
                </a:lnTo>
                <a:lnTo>
                  <a:pt x="910" y="4011"/>
                </a:lnTo>
                <a:lnTo>
                  <a:pt x="944" y="4041"/>
                </a:lnTo>
                <a:lnTo>
                  <a:pt x="977" y="4069"/>
                </a:lnTo>
                <a:lnTo>
                  <a:pt x="1011" y="4098"/>
                </a:lnTo>
                <a:lnTo>
                  <a:pt x="1046" y="4125"/>
                </a:lnTo>
                <a:lnTo>
                  <a:pt x="1082" y="4153"/>
                </a:lnTo>
                <a:lnTo>
                  <a:pt x="1118" y="4179"/>
                </a:lnTo>
                <a:lnTo>
                  <a:pt x="1154" y="4205"/>
                </a:lnTo>
                <a:lnTo>
                  <a:pt x="1191" y="4230"/>
                </a:lnTo>
                <a:lnTo>
                  <a:pt x="1228" y="4253"/>
                </a:lnTo>
                <a:lnTo>
                  <a:pt x="1266" y="4277"/>
                </a:lnTo>
                <a:lnTo>
                  <a:pt x="1304" y="4299"/>
                </a:lnTo>
                <a:lnTo>
                  <a:pt x="1344" y="4322"/>
                </a:lnTo>
                <a:lnTo>
                  <a:pt x="1384" y="4343"/>
                </a:lnTo>
                <a:lnTo>
                  <a:pt x="1423" y="4363"/>
                </a:lnTo>
                <a:lnTo>
                  <a:pt x="1463" y="4383"/>
                </a:lnTo>
                <a:lnTo>
                  <a:pt x="1504" y="4401"/>
                </a:lnTo>
                <a:lnTo>
                  <a:pt x="1545" y="4419"/>
                </a:lnTo>
                <a:lnTo>
                  <a:pt x="1588" y="4436"/>
                </a:lnTo>
                <a:lnTo>
                  <a:pt x="1630" y="4452"/>
                </a:lnTo>
                <a:lnTo>
                  <a:pt x="1672" y="4467"/>
                </a:lnTo>
                <a:lnTo>
                  <a:pt x="1716" y="4482"/>
                </a:lnTo>
                <a:lnTo>
                  <a:pt x="1759" y="4496"/>
                </a:lnTo>
                <a:lnTo>
                  <a:pt x="1803" y="4508"/>
                </a:lnTo>
                <a:lnTo>
                  <a:pt x="1847" y="4521"/>
                </a:lnTo>
                <a:lnTo>
                  <a:pt x="1891" y="4531"/>
                </a:lnTo>
                <a:lnTo>
                  <a:pt x="1937" y="4540"/>
                </a:lnTo>
                <a:lnTo>
                  <a:pt x="1895" y="4736"/>
                </a:lnTo>
                <a:lnTo>
                  <a:pt x="1842" y="4723"/>
                </a:lnTo>
                <a:lnTo>
                  <a:pt x="1790" y="4711"/>
                </a:lnTo>
                <a:lnTo>
                  <a:pt x="1738" y="4697"/>
                </a:lnTo>
                <a:lnTo>
                  <a:pt x="1687" y="4682"/>
                </a:lnTo>
                <a:lnTo>
                  <a:pt x="1636" y="4666"/>
                </a:lnTo>
                <a:lnTo>
                  <a:pt x="1586" y="4649"/>
                </a:lnTo>
                <a:lnTo>
                  <a:pt x="1537" y="4631"/>
                </a:lnTo>
                <a:lnTo>
                  <a:pt x="1488" y="4611"/>
                </a:lnTo>
                <a:lnTo>
                  <a:pt x="1441" y="4591"/>
                </a:lnTo>
                <a:lnTo>
                  <a:pt x="1392" y="4572"/>
                </a:lnTo>
                <a:lnTo>
                  <a:pt x="1346" y="4549"/>
                </a:lnTo>
                <a:lnTo>
                  <a:pt x="1300" y="4527"/>
                </a:lnTo>
                <a:lnTo>
                  <a:pt x="1254" y="4502"/>
                </a:lnTo>
                <a:lnTo>
                  <a:pt x="1210" y="4478"/>
                </a:lnTo>
                <a:lnTo>
                  <a:pt x="1166" y="4452"/>
                </a:lnTo>
                <a:lnTo>
                  <a:pt x="1123" y="4426"/>
                </a:lnTo>
                <a:lnTo>
                  <a:pt x="1080" y="4399"/>
                </a:lnTo>
                <a:lnTo>
                  <a:pt x="1038" y="4370"/>
                </a:lnTo>
                <a:lnTo>
                  <a:pt x="997" y="4342"/>
                </a:lnTo>
                <a:lnTo>
                  <a:pt x="956" y="4312"/>
                </a:lnTo>
                <a:lnTo>
                  <a:pt x="916" y="4281"/>
                </a:lnTo>
                <a:lnTo>
                  <a:pt x="878" y="4250"/>
                </a:lnTo>
                <a:lnTo>
                  <a:pt x="839" y="4217"/>
                </a:lnTo>
                <a:lnTo>
                  <a:pt x="802" y="4185"/>
                </a:lnTo>
                <a:lnTo>
                  <a:pt x="765" y="4150"/>
                </a:lnTo>
                <a:lnTo>
                  <a:pt x="729" y="4116"/>
                </a:lnTo>
                <a:lnTo>
                  <a:pt x="694" y="4080"/>
                </a:lnTo>
                <a:lnTo>
                  <a:pt x="659" y="4044"/>
                </a:lnTo>
                <a:lnTo>
                  <a:pt x="625" y="4008"/>
                </a:lnTo>
                <a:lnTo>
                  <a:pt x="593" y="3971"/>
                </a:lnTo>
                <a:lnTo>
                  <a:pt x="561" y="3932"/>
                </a:lnTo>
                <a:lnTo>
                  <a:pt x="530" y="3894"/>
                </a:lnTo>
                <a:lnTo>
                  <a:pt x="499" y="3854"/>
                </a:lnTo>
                <a:lnTo>
                  <a:pt x="469" y="3814"/>
                </a:lnTo>
                <a:lnTo>
                  <a:pt x="440" y="3773"/>
                </a:lnTo>
                <a:lnTo>
                  <a:pt x="413" y="3732"/>
                </a:lnTo>
                <a:lnTo>
                  <a:pt x="385" y="3690"/>
                </a:lnTo>
                <a:lnTo>
                  <a:pt x="359" y="3648"/>
                </a:lnTo>
                <a:lnTo>
                  <a:pt x="333" y="3606"/>
                </a:lnTo>
                <a:lnTo>
                  <a:pt x="310" y="3561"/>
                </a:lnTo>
                <a:lnTo>
                  <a:pt x="286" y="3517"/>
                </a:lnTo>
                <a:lnTo>
                  <a:pt x="262" y="3472"/>
                </a:lnTo>
                <a:lnTo>
                  <a:pt x="241" y="3426"/>
                </a:lnTo>
                <a:lnTo>
                  <a:pt x="220" y="3382"/>
                </a:lnTo>
                <a:lnTo>
                  <a:pt x="200" y="3334"/>
                </a:lnTo>
                <a:lnTo>
                  <a:pt x="180" y="3288"/>
                </a:lnTo>
                <a:lnTo>
                  <a:pt x="163" y="3241"/>
                </a:lnTo>
                <a:lnTo>
                  <a:pt x="145" y="3193"/>
                </a:lnTo>
                <a:lnTo>
                  <a:pt x="129" y="3145"/>
                </a:lnTo>
                <a:lnTo>
                  <a:pt x="113" y="3097"/>
                </a:lnTo>
                <a:lnTo>
                  <a:pt x="98" y="3047"/>
                </a:lnTo>
                <a:lnTo>
                  <a:pt x="86" y="2998"/>
                </a:lnTo>
                <a:lnTo>
                  <a:pt x="72" y="2948"/>
                </a:lnTo>
                <a:lnTo>
                  <a:pt x="61" y="2898"/>
                </a:lnTo>
                <a:lnTo>
                  <a:pt x="51" y="2847"/>
                </a:lnTo>
                <a:lnTo>
                  <a:pt x="41" y="2796"/>
                </a:lnTo>
                <a:lnTo>
                  <a:pt x="32" y="2745"/>
                </a:lnTo>
                <a:lnTo>
                  <a:pt x="25" y="2694"/>
                </a:lnTo>
                <a:lnTo>
                  <a:pt x="19" y="2642"/>
                </a:lnTo>
                <a:lnTo>
                  <a:pt x="12" y="2590"/>
                </a:lnTo>
                <a:lnTo>
                  <a:pt x="7" y="2538"/>
                </a:lnTo>
                <a:lnTo>
                  <a:pt x="4" y="2484"/>
                </a:lnTo>
                <a:lnTo>
                  <a:pt x="1" y="2431"/>
                </a:lnTo>
                <a:lnTo>
                  <a:pt x="0" y="2377"/>
                </a:lnTo>
                <a:lnTo>
                  <a:pt x="653" y="2008"/>
                </a:lnTo>
                <a:lnTo>
                  <a:pt x="1187" y="2350"/>
                </a:lnTo>
                <a:lnTo>
                  <a:pt x="1189" y="2350"/>
                </a:lnTo>
                <a:close/>
                <a:moveTo>
                  <a:pt x="2413" y="1187"/>
                </a:moveTo>
                <a:lnTo>
                  <a:pt x="2413" y="1187"/>
                </a:lnTo>
                <a:lnTo>
                  <a:pt x="2367" y="1190"/>
                </a:lnTo>
                <a:lnTo>
                  <a:pt x="2321" y="1194"/>
                </a:lnTo>
                <a:lnTo>
                  <a:pt x="2276" y="1200"/>
                </a:lnTo>
                <a:lnTo>
                  <a:pt x="2232" y="1207"/>
                </a:lnTo>
                <a:lnTo>
                  <a:pt x="2187" y="1216"/>
                </a:lnTo>
                <a:lnTo>
                  <a:pt x="2143" y="1227"/>
                </a:lnTo>
                <a:lnTo>
                  <a:pt x="2101" y="1238"/>
                </a:lnTo>
                <a:lnTo>
                  <a:pt x="2059" y="1252"/>
                </a:lnTo>
                <a:lnTo>
                  <a:pt x="2018" y="1267"/>
                </a:lnTo>
                <a:lnTo>
                  <a:pt x="1977" y="1284"/>
                </a:lnTo>
                <a:lnTo>
                  <a:pt x="1937" y="1302"/>
                </a:lnTo>
                <a:lnTo>
                  <a:pt x="1897" y="1322"/>
                </a:lnTo>
                <a:lnTo>
                  <a:pt x="1859" y="1341"/>
                </a:lnTo>
                <a:lnTo>
                  <a:pt x="1821" y="1364"/>
                </a:lnTo>
                <a:lnTo>
                  <a:pt x="1784" y="1387"/>
                </a:lnTo>
                <a:lnTo>
                  <a:pt x="1748" y="1412"/>
                </a:lnTo>
                <a:lnTo>
                  <a:pt x="1713" y="1437"/>
                </a:lnTo>
                <a:lnTo>
                  <a:pt x="1680" y="1465"/>
                </a:lnTo>
                <a:lnTo>
                  <a:pt x="1647" y="1493"/>
                </a:lnTo>
                <a:lnTo>
                  <a:pt x="1615" y="1522"/>
                </a:lnTo>
                <a:lnTo>
                  <a:pt x="1584" y="1553"/>
                </a:lnTo>
                <a:lnTo>
                  <a:pt x="1554" y="1584"/>
                </a:lnTo>
                <a:lnTo>
                  <a:pt x="1525" y="1616"/>
                </a:lnTo>
                <a:lnTo>
                  <a:pt x="1498" y="1650"/>
                </a:lnTo>
                <a:lnTo>
                  <a:pt x="1472" y="1685"/>
                </a:lnTo>
                <a:lnTo>
                  <a:pt x="1447" y="1721"/>
                </a:lnTo>
                <a:lnTo>
                  <a:pt x="1423" y="1757"/>
                </a:lnTo>
                <a:lnTo>
                  <a:pt x="1401" y="1794"/>
                </a:lnTo>
                <a:lnTo>
                  <a:pt x="1380" y="1833"/>
                </a:lnTo>
                <a:lnTo>
                  <a:pt x="1360" y="1871"/>
                </a:lnTo>
                <a:lnTo>
                  <a:pt x="1341" y="1911"/>
                </a:lnTo>
                <a:lnTo>
                  <a:pt x="1325" y="1952"/>
                </a:lnTo>
                <a:lnTo>
                  <a:pt x="1232" y="1916"/>
                </a:lnTo>
                <a:lnTo>
                  <a:pt x="1248" y="1876"/>
                </a:lnTo>
                <a:lnTo>
                  <a:pt x="1266" y="1839"/>
                </a:lnTo>
                <a:lnTo>
                  <a:pt x="1284" y="1800"/>
                </a:lnTo>
                <a:lnTo>
                  <a:pt x="1304" y="1764"/>
                </a:lnTo>
                <a:lnTo>
                  <a:pt x="1325" y="1728"/>
                </a:lnTo>
                <a:lnTo>
                  <a:pt x="1346" y="1692"/>
                </a:lnTo>
                <a:lnTo>
                  <a:pt x="1370" y="1657"/>
                </a:lnTo>
                <a:lnTo>
                  <a:pt x="1394" y="1624"/>
                </a:lnTo>
                <a:lnTo>
                  <a:pt x="1419" y="1591"/>
                </a:lnTo>
                <a:lnTo>
                  <a:pt x="1445" y="1559"/>
                </a:lnTo>
                <a:lnTo>
                  <a:pt x="1472" y="1527"/>
                </a:lnTo>
                <a:lnTo>
                  <a:pt x="1499" y="1497"/>
                </a:lnTo>
                <a:lnTo>
                  <a:pt x="1529" y="1467"/>
                </a:lnTo>
                <a:lnTo>
                  <a:pt x="1559" y="1438"/>
                </a:lnTo>
                <a:lnTo>
                  <a:pt x="1589" y="1411"/>
                </a:lnTo>
                <a:lnTo>
                  <a:pt x="1621" y="1384"/>
                </a:lnTo>
                <a:lnTo>
                  <a:pt x="1653" y="1359"/>
                </a:lnTo>
                <a:lnTo>
                  <a:pt x="1687" y="1334"/>
                </a:lnTo>
                <a:lnTo>
                  <a:pt x="1721" y="1310"/>
                </a:lnTo>
                <a:lnTo>
                  <a:pt x="1755" y="1287"/>
                </a:lnTo>
                <a:lnTo>
                  <a:pt x="1791" y="1266"/>
                </a:lnTo>
                <a:lnTo>
                  <a:pt x="1828" y="1246"/>
                </a:lnTo>
                <a:lnTo>
                  <a:pt x="1865" y="1226"/>
                </a:lnTo>
                <a:lnTo>
                  <a:pt x="1902" y="1207"/>
                </a:lnTo>
                <a:lnTo>
                  <a:pt x="1941" y="1191"/>
                </a:lnTo>
                <a:lnTo>
                  <a:pt x="1980" y="1175"/>
                </a:lnTo>
                <a:lnTo>
                  <a:pt x="2019" y="1160"/>
                </a:lnTo>
                <a:lnTo>
                  <a:pt x="2060" y="1148"/>
                </a:lnTo>
                <a:lnTo>
                  <a:pt x="2101" y="1135"/>
                </a:lnTo>
                <a:lnTo>
                  <a:pt x="2142" y="1124"/>
                </a:lnTo>
                <a:lnTo>
                  <a:pt x="2183" y="1115"/>
                </a:lnTo>
                <a:lnTo>
                  <a:pt x="2227" y="1107"/>
                </a:lnTo>
                <a:lnTo>
                  <a:pt x="2522" y="647"/>
                </a:lnTo>
                <a:lnTo>
                  <a:pt x="2270" y="201"/>
                </a:lnTo>
                <a:lnTo>
                  <a:pt x="2223" y="205"/>
                </a:lnTo>
                <a:lnTo>
                  <a:pt x="2177" y="208"/>
                </a:lnTo>
                <a:lnTo>
                  <a:pt x="2130" y="213"/>
                </a:lnTo>
                <a:lnTo>
                  <a:pt x="2084" y="218"/>
                </a:lnTo>
                <a:lnTo>
                  <a:pt x="2038" y="225"/>
                </a:lnTo>
                <a:lnTo>
                  <a:pt x="1992" y="232"/>
                </a:lnTo>
                <a:lnTo>
                  <a:pt x="1946" y="240"/>
                </a:lnTo>
                <a:lnTo>
                  <a:pt x="1901" y="250"/>
                </a:lnTo>
                <a:lnTo>
                  <a:pt x="1856" y="260"/>
                </a:lnTo>
                <a:lnTo>
                  <a:pt x="1811" y="271"/>
                </a:lnTo>
                <a:lnTo>
                  <a:pt x="1767" y="283"/>
                </a:lnTo>
                <a:lnTo>
                  <a:pt x="1723" y="296"/>
                </a:lnTo>
                <a:lnTo>
                  <a:pt x="1680" y="310"/>
                </a:lnTo>
                <a:lnTo>
                  <a:pt x="1637" y="324"/>
                </a:lnTo>
                <a:lnTo>
                  <a:pt x="1595" y="341"/>
                </a:lnTo>
                <a:lnTo>
                  <a:pt x="1553" y="357"/>
                </a:lnTo>
                <a:lnTo>
                  <a:pt x="1511" y="374"/>
                </a:lnTo>
                <a:lnTo>
                  <a:pt x="1469" y="392"/>
                </a:lnTo>
                <a:lnTo>
                  <a:pt x="1428" y="410"/>
                </a:lnTo>
                <a:lnTo>
                  <a:pt x="1389" y="430"/>
                </a:lnTo>
                <a:lnTo>
                  <a:pt x="1349" y="451"/>
                </a:lnTo>
                <a:lnTo>
                  <a:pt x="1309" y="472"/>
                </a:lnTo>
                <a:lnTo>
                  <a:pt x="1271" y="494"/>
                </a:lnTo>
                <a:lnTo>
                  <a:pt x="1232" y="517"/>
                </a:lnTo>
                <a:lnTo>
                  <a:pt x="1193" y="541"/>
                </a:lnTo>
                <a:lnTo>
                  <a:pt x="1156" y="564"/>
                </a:lnTo>
                <a:lnTo>
                  <a:pt x="1120" y="589"/>
                </a:lnTo>
                <a:lnTo>
                  <a:pt x="1083" y="615"/>
                </a:lnTo>
                <a:lnTo>
                  <a:pt x="1048" y="642"/>
                </a:lnTo>
                <a:lnTo>
                  <a:pt x="1012" y="669"/>
                </a:lnTo>
                <a:lnTo>
                  <a:pt x="977" y="696"/>
                </a:lnTo>
                <a:lnTo>
                  <a:pt x="944" y="725"/>
                </a:lnTo>
                <a:lnTo>
                  <a:pt x="910" y="755"/>
                </a:lnTo>
                <a:lnTo>
                  <a:pt x="878" y="785"/>
                </a:lnTo>
                <a:lnTo>
                  <a:pt x="845" y="814"/>
                </a:lnTo>
                <a:lnTo>
                  <a:pt x="813" y="845"/>
                </a:lnTo>
                <a:lnTo>
                  <a:pt x="782" y="878"/>
                </a:lnTo>
                <a:lnTo>
                  <a:pt x="752" y="910"/>
                </a:lnTo>
                <a:lnTo>
                  <a:pt x="722" y="944"/>
                </a:lnTo>
                <a:lnTo>
                  <a:pt x="692" y="977"/>
                </a:lnTo>
                <a:lnTo>
                  <a:pt x="665" y="1011"/>
                </a:lnTo>
                <a:lnTo>
                  <a:pt x="637" y="1046"/>
                </a:lnTo>
                <a:lnTo>
                  <a:pt x="610" y="1082"/>
                </a:lnTo>
                <a:lnTo>
                  <a:pt x="583" y="1116"/>
                </a:lnTo>
                <a:lnTo>
                  <a:pt x="558" y="1154"/>
                </a:lnTo>
                <a:lnTo>
                  <a:pt x="533" y="1191"/>
                </a:lnTo>
                <a:lnTo>
                  <a:pt x="510" y="1228"/>
                </a:lnTo>
                <a:lnTo>
                  <a:pt x="486" y="1266"/>
                </a:lnTo>
                <a:lnTo>
                  <a:pt x="464" y="1304"/>
                </a:lnTo>
                <a:lnTo>
                  <a:pt x="441" y="1344"/>
                </a:lnTo>
                <a:lnTo>
                  <a:pt x="420" y="1383"/>
                </a:lnTo>
                <a:lnTo>
                  <a:pt x="400" y="1424"/>
                </a:lnTo>
                <a:lnTo>
                  <a:pt x="380" y="1463"/>
                </a:lnTo>
                <a:lnTo>
                  <a:pt x="362" y="1504"/>
                </a:lnTo>
                <a:lnTo>
                  <a:pt x="344" y="1545"/>
                </a:lnTo>
                <a:lnTo>
                  <a:pt x="327" y="1588"/>
                </a:lnTo>
                <a:lnTo>
                  <a:pt x="311" y="1630"/>
                </a:lnTo>
                <a:lnTo>
                  <a:pt x="296" y="1672"/>
                </a:lnTo>
                <a:lnTo>
                  <a:pt x="281" y="1716"/>
                </a:lnTo>
                <a:lnTo>
                  <a:pt x="267" y="1759"/>
                </a:lnTo>
                <a:lnTo>
                  <a:pt x="255" y="1803"/>
                </a:lnTo>
                <a:lnTo>
                  <a:pt x="242" y="1848"/>
                </a:lnTo>
                <a:lnTo>
                  <a:pt x="231" y="1891"/>
                </a:lnTo>
                <a:lnTo>
                  <a:pt x="221" y="1936"/>
                </a:lnTo>
                <a:lnTo>
                  <a:pt x="27" y="1895"/>
                </a:lnTo>
                <a:lnTo>
                  <a:pt x="39" y="1843"/>
                </a:lnTo>
                <a:lnTo>
                  <a:pt x="52" y="1790"/>
                </a:lnTo>
                <a:lnTo>
                  <a:pt x="66" y="1738"/>
                </a:lnTo>
                <a:lnTo>
                  <a:pt x="81" y="1687"/>
                </a:lnTo>
                <a:lnTo>
                  <a:pt x="97" y="1636"/>
                </a:lnTo>
                <a:lnTo>
                  <a:pt x="114" y="1586"/>
                </a:lnTo>
                <a:lnTo>
                  <a:pt x="132" y="1537"/>
                </a:lnTo>
                <a:lnTo>
                  <a:pt x="150" y="1488"/>
                </a:lnTo>
                <a:lnTo>
                  <a:pt x="170" y="1441"/>
                </a:lnTo>
                <a:lnTo>
                  <a:pt x="191" y="1392"/>
                </a:lnTo>
                <a:lnTo>
                  <a:pt x="214" y="1346"/>
                </a:lnTo>
                <a:lnTo>
                  <a:pt x="236" y="1300"/>
                </a:lnTo>
                <a:lnTo>
                  <a:pt x="260" y="1254"/>
                </a:lnTo>
                <a:lnTo>
                  <a:pt x="285" y="1210"/>
                </a:lnTo>
                <a:lnTo>
                  <a:pt x="311" y="1166"/>
                </a:lnTo>
                <a:lnTo>
                  <a:pt x="337" y="1123"/>
                </a:lnTo>
                <a:lnTo>
                  <a:pt x="364" y="1080"/>
                </a:lnTo>
                <a:lnTo>
                  <a:pt x="393" y="1038"/>
                </a:lnTo>
                <a:lnTo>
                  <a:pt x="421" y="997"/>
                </a:lnTo>
                <a:lnTo>
                  <a:pt x="451" y="956"/>
                </a:lnTo>
                <a:lnTo>
                  <a:pt x="482" y="916"/>
                </a:lnTo>
                <a:lnTo>
                  <a:pt x="513" y="878"/>
                </a:lnTo>
                <a:lnTo>
                  <a:pt x="546" y="839"/>
                </a:lnTo>
                <a:lnTo>
                  <a:pt x="578" y="802"/>
                </a:lnTo>
                <a:lnTo>
                  <a:pt x="612" y="765"/>
                </a:lnTo>
                <a:lnTo>
                  <a:pt x="646" y="729"/>
                </a:lnTo>
                <a:lnTo>
                  <a:pt x="683" y="694"/>
                </a:lnTo>
                <a:lnTo>
                  <a:pt x="717" y="659"/>
                </a:lnTo>
                <a:lnTo>
                  <a:pt x="755" y="625"/>
                </a:lnTo>
                <a:lnTo>
                  <a:pt x="792" y="593"/>
                </a:lnTo>
                <a:lnTo>
                  <a:pt x="830" y="561"/>
                </a:lnTo>
                <a:lnTo>
                  <a:pt x="869" y="530"/>
                </a:lnTo>
                <a:lnTo>
                  <a:pt x="909" y="499"/>
                </a:lnTo>
                <a:lnTo>
                  <a:pt x="949" y="469"/>
                </a:lnTo>
                <a:lnTo>
                  <a:pt x="988" y="440"/>
                </a:lnTo>
                <a:lnTo>
                  <a:pt x="1031" y="413"/>
                </a:lnTo>
                <a:lnTo>
                  <a:pt x="1072" y="385"/>
                </a:lnTo>
                <a:lnTo>
                  <a:pt x="1115" y="359"/>
                </a:lnTo>
                <a:lnTo>
                  <a:pt x="1157" y="333"/>
                </a:lnTo>
                <a:lnTo>
                  <a:pt x="1201" y="310"/>
                </a:lnTo>
                <a:lnTo>
                  <a:pt x="1246" y="286"/>
                </a:lnTo>
                <a:lnTo>
                  <a:pt x="1290" y="262"/>
                </a:lnTo>
                <a:lnTo>
                  <a:pt x="1335" y="241"/>
                </a:lnTo>
                <a:lnTo>
                  <a:pt x="1381" y="220"/>
                </a:lnTo>
                <a:lnTo>
                  <a:pt x="1427" y="200"/>
                </a:lnTo>
                <a:lnTo>
                  <a:pt x="1474" y="180"/>
                </a:lnTo>
                <a:lnTo>
                  <a:pt x="1522" y="163"/>
                </a:lnTo>
                <a:lnTo>
                  <a:pt x="1569" y="145"/>
                </a:lnTo>
                <a:lnTo>
                  <a:pt x="1617" y="128"/>
                </a:lnTo>
                <a:lnTo>
                  <a:pt x="1666" y="113"/>
                </a:lnTo>
                <a:lnTo>
                  <a:pt x="1716" y="98"/>
                </a:lnTo>
                <a:lnTo>
                  <a:pt x="1764" y="86"/>
                </a:lnTo>
                <a:lnTo>
                  <a:pt x="1814" y="72"/>
                </a:lnTo>
                <a:lnTo>
                  <a:pt x="1865" y="61"/>
                </a:lnTo>
                <a:lnTo>
                  <a:pt x="1916" y="51"/>
                </a:lnTo>
                <a:lnTo>
                  <a:pt x="1966" y="41"/>
                </a:lnTo>
                <a:lnTo>
                  <a:pt x="2018" y="32"/>
                </a:lnTo>
                <a:lnTo>
                  <a:pt x="2069" y="25"/>
                </a:lnTo>
                <a:lnTo>
                  <a:pt x="2121" y="17"/>
                </a:lnTo>
                <a:lnTo>
                  <a:pt x="2173" y="12"/>
                </a:lnTo>
                <a:lnTo>
                  <a:pt x="2225" y="7"/>
                </a:lnTo>
                <a:lnTo>
                  <a:pt x="2279" y="4"/>
                </a:lnTo>
                <a:lnTo>
                  <a:pt x="2331" y="1"/>
                </a:lnTo>
                <a:lnTo>
                  <a:pt x="2384" y="0"/>
                </a:lnTo>
                <a:lnTo>
                  <a:pt x="2755" y="653"/>
                </a:lnTo>
                <a:lnTo>
                  <a:pt x="2413" y="1187"/>
                </a:lnTo>
                <a:close/>
                <a:moveTo>
                  <a:pt x="1780" y="2183"/>
                </a:moveTo>
                <a:lnTo>
                  <a:pt x="1780" y="2708"/>
                </a:lnTo>
                <a:lnTo>
                  <a:pt x="1650" y="2708"/>
                </a:lnTo>
                <a:lnTo>
                  <a:pt x="1650" y="2183"/>
                </a:lnTo>
                <a:lnTo>
                  <a:pt x="1462" y="2183"/>
                </a:lnTo>
                <a:lnTo>
                  <a:pt x="1462" y="2055"/>
                </a:lnTo>
                <a:lnTo>
                  <a:pt x="1967" y="2055"/>
                </a:lnTo>
                <a:lnTo>
                  <a:pt x="1967" y="2183"/>
                </a:lnTo>
                <a:lnTo>
                  <a:pt x="1780" y="2183"/>
                </a:lnTo>
                <a:close/>
                <a:moveTo>
                  <a:pt x="2648" y="2708"/>
                </a:moveTo>
                <a:lnTo>
                  <a:pt x="2504" y="2708"/>
                </a:lnTo>
                <a:lnTo>
                  <a:pt x="2453" y="2562"/>
                </a:lnTo>
                <a:lnTo>
                  <a:pt x="2214" y="2562"/>
                </a:lnTo>
                <a:lnTo>
                  <a:pt x="2163" y="2708"/>
                </a:lnTo>
                <a:lnTo>
                  <a:pt x="2023" y="2708"/>
                </a:lnTo>
                <a:lnTo>
                  <a:pt x="2273" y="2055"/>
                </a:lnTo>
                <a:lnTo>
                  <a:pt x="2399" y="2055"/>
                </a:lnTo>
                <a:lnTo>
                  <a:pt x="2648" y="2708"/>
                </a:lnTo>
                <a:close/>
                <a:moveTo>
                  <a:pt x="2408" y="2438"/>
                </a:moveTo>
                <a:lnTo>
                  <a:pt x="2334" y="2225"/>
                </a:lnTo>
                <a:lnTo>
                  <a:pt x="2259" y="2438"/>
                </a:lnTo>
                <a:lnTo>
                  <a:pt x="2408" y="2438"/>
                </a:lnTo>
                <a:close/>
                <a:moveTo>
                  <a:pt x="3302" y="2708"/>
                </a:moveTo>
                <a:lnTo>
                  <a:pt x="3147" y="2708"/>
                </a:lnTo>
                <a:lnTo>
                  <a:pt x="3017" y="2488"/>
                </a:lnTo>
                <a:lnTo>
                  <a:pt x="2887" y="2708"/>
                </a:lnTo>
                <a:lnTo>
                  <a:pt x="2731" y="2708"/>
                </a:lnTo>
                <a:lnTo>
                  <a:pt x="2939" y="2375"/>
                </a:lnTo>
                <a:lnTo>
                  <a:pt x="2741" y="2055"/>
                </a:lnTo>
                <a:lnTo>
                  <a:pt x="2897" y="2055"/>
                </a:lnTo>
                <a:lnTo>
                  <a:pt x="3017" y="2260"/>
                </a:lnTo>
                <a:lnTo>
                  <a:pt x="3137" y="2055"/>
                </a:lnTo>
                <a:lnTo>
                  <a:pt x="3293" y="2055"/>
                </a:lnTo>
                <a:lnTo>
                  <a:pt x="3094" y="2375"/>
                </a:lnTo>
                <a:lnTo>
                  <a:pt x="3302" y="2708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  <p:sp>
        <p:nvSpPr>
          <p:cNvPr id="223" name="Google Shape;403;p42"/>
          <p:cNvSpPr/>
          <p:nvPr/>
        </p:nvSpPr>
        <p:spPr>
          <a:xfrm>
            <a:off x="7920360" y="1156680"/>
            <a:ext cx="25898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20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Alíquota padrão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CaixaDeTexto 18"/>
          <p:cNvSpPr/>
          <p:nvPr/>
        </p:nvSpPr>
        <p:spPr>
          <a:xfrm>
            <a:off x="6138720" y="1955880"/>
            <a:ext cx="5624280" cy="30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Alíquota definida pelo ente federado para efeito de cobrança do IBS e CBS (União – CBS, Estados – IBS, e Municípios – IBS);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Liberdade para o ente federativo utilizar a alíquota referência ou adotar outra;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 alíquota definida pelo ente federado se aplica à todas as operações com bens e serviços naquela localidade;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Utiliza como parâmetro o destino para identificar a alíquota da operação,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Alíquotas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7" name="Conector reto 38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pic>
        <p:nvPicPr>
          <p:cNvPr id="228" name="Google Shape;441;p45"/>
          <p:cNvPicPr/>
          <p:nvPr/>
        </p:nvPicPr>
        <p:blipFill>
          <a:blip r:embed="rId2"/>
          <a:srcRect l="0" t="6736" r="0" b="10095"/>
          <a:stretch/>
        </p:blipFill>
        <p:spPr>
          <a:xfrm>
            <a:off x="324720" y="999000"/>
            <a:ext cx="5637600" cy="468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Google Shape;442;p45"/>
          <p:cNvPicPr/>
          <p:nvPr/>
        </p:nvPicPr>
        <p:blipFill>
          <a:blip r:embed="rId3"/>
          <a:srcRect l="0" t="18781" r="0" b="12479"/>
          <a:stretch/>
        </p:blipFill>
        <p:spPr>
          <a:xfrm>
            <a:off x="6229440" y="1029600"/>
            <a:ext cx="4070520" cy="279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" name="Google Shape;443;p45"/>
          <p:cNvPicPr/>
          <p:nvPr/>
        </p:nvPicPr>
        <p:blipFill>
          <a:blip r:embed="rId4"/>
          <a:srcRect l="0" t="24666" r="0" b="39319"/>
          <a:stretch/>
        </p:blipFill>
        <p:spPr>
          <a:xfrm>
            <a:off x="6229440" y="3962880"/>
            <a:ext cx="4791240" cy="17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Google Shape;444;p45"/>
          <p:cNvSpPr/>
          <p:nvPr/>
        </p:nvSpPr>
        <p:spPr>
          <a:xfrm>
            <a:off x="6404760" y="4085640"/>
            <a:ext cx="181188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800" b="1" u="none" strike="noStrike">
                <a:solidFill>
                  <a:srgbClr val="fc5201"/>
                </a:solidFill>
                <a:effectLst/>
                <a:uFillTx/>
                <a:latin typeface="Aptos"/>
              </a:rPr>
              <a:t>0%</a:t>
            </a: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Cesta básica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Alíquotas por setor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4" name="Conector reto 38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sp>
        <p:nvSpPr>
          <p:cNvPr id="235" name="CaixaDeTexto 2"/>
          <p:cNvSpPr/>
          <p:nvPr/>
        </p:nvSpPr>
        <p:spPr>
          <a:xfrm>
            <a:off x="1095480" y="1306440"/>
            <a:ext cx="16952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Escolas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CaixaDeTexto 9"/>
          <p:cNvSpPr/>
          <p:nvPr/>
        </p:nvSpPr>
        <p:spPr>
          <a:xfrm>
            <a:off x="3817800" y="1306440"/>
            <a:ext cx="20664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Clínicas médicas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CaixaDeTexto 10"/>
          <p:cNvSpPr/>
          <p:nvPr/>
        </p:nvSpPr>
        <p:spPr>
          <a:xfrm>
            <a:off x="6935760" y="1262520"/>
            <a:ext cx="16952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Advogados e Contadores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CaixaDeTexto 11"/>
          <p:cNvSpPr/>
          <p:nvPr/>
        </p:nvSpPr>
        <p:spPr>
          <a:xfrm>
            <a:off x="9517680" y="1252800"/>
            <a:ext cx="24350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Serviços em Geral sem redução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405;p42"/>
          <p:cNvSpPr/>
          <p:nvPr/>
        </p:nvSpPr>
        <p:spPr>
          <a:xfrm>
            <a:off x="-95400" y="1760760"/>
            <a:ext cx="3121560" cy="33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371520" indent="-285840" algn="ctr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Redução de 60% da alíquota;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algn="ctr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Estimado aumento de carga tributária;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algn="ctr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Prestação de serviços em regra para PF;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algn="ctr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Provável repasse de preço;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algn="ctr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Se estiver no Simples, A PRIORI, nada muda;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405;p42"/>
          <p:cNvSpPr/>
          <p:nvPr/>
        </p:nvSpPr>
        <p:spPr>
          <a:xfrm>
            <a:off x="3057480" y="1760760"/>
            <a:ext cx="3066840" cy="39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371520" indent="-285840" algn="ctr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Redução de 60% da alíquota;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algn="ctr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Estimado aumento de carga tributária;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algn="ctr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Necessário verificar estrutura de custos para avaliar impacto na carga efetiva 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algn="ctr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Se estiver no Simples, A PRIORI, nada muda;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405;p42"/>
          <p:cNvSpPr/>
          <p:nvPr/>
        </p:nvSpPr>
        <p:spPr>
          <a:xfrm>
            <a:off x="6153120" y="2026440"/>
            <a:ext cx="3011760" cy="39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371520" indent="-285840" algn="ctr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Redução de 30% da alíquota;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algn="ctr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Estimado aumento de carga tributária;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algn="ctr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Maior custo com folha, que não gera crédito;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algn="ctr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Possibilidade de repasse, pois em regra o cliente é PJ;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405;p42"/>
          <p:cNvSpPr/>
          <p:nvPr/>
        </p:nvSpPr>
        <p:spPr>
          <a:xfrm>
            <a:off x="9137880" y="1931400"/>
            <a:ext cx="3011760" cy="39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371520" indent="-285840" algn="ctr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Alíquota de 28%, sem redução;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algn="ctr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Necessário uma real discussão de repasse de preço, considerando o crédito do adquirente;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algn="ctr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Caso  o cliente seja PF, será bastante onerado esse setor, com provável impacto de margem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3" name="Conector reto 4"/>
          <p:cNvCxnSpPr/>
          <p:nvPr/>
        </p:nvCxnSpPr>
        <p:spPr>
          <a:xfrm>
            <a:off x="3057480" y="1466640"/>
            <a:ext cx="360" cy="3924720"/>
          </a:xfrm>
          <a:prstGeom prst="straightConnector1">
            <a:avLst/>
          </a:prstGeom>
          <a:ln>
            <a:solidFill>
              <a:srgbClr val="156082"/>
            </a:solidFill>
            <a:prstDash val="lgDashDotDot"/>
          </a:ln>
        </p:spPr>
      </p:cxnSp>
      <p:cxnSp>
        <p:nvCxnSpPr>
          <p:cNvPr id="244" name="Conector reto 22"/>
          <p:cNvCxnSpPr/>
          <p:nvPr/>
        </p:nvCxnSpPr>
        <p:spPr>
          <a:xfrm>
            <a:off x="6184080" y="1428480"/>
            <a:ext cx="360" cy="3924720"/>
          </a:xfrm>
          <a:prstGeom prst="straightConnector1">
            <a:avLst/>
          </a:prstGeom>
          <a:ln>
            <a:solidFill>
              <a:srgbClr val="156082"/>
            </a:solidFill>
            <a:prstDash val="lgDashDotDot"/>
          </a:ln>
        </p:spPr>
      </p:cxnSp>
      <p:cxnSp>
        <p:nvCxnSpPr>
          <p:cNvPr id="245" name="Conector reto 23"/>
          <p:cNvCxnSpPr/>
          <p:nvPr/>
        </p:nvCxnSpPr>
        <p:spPr>
          <a:xfrm>
            <a:off x="9250920" y="1409400"/>
            <a:ext cx="360" cy="3924720"/>
          </a:xfrm>
          <a:prstGeom prst="straightConnector1">
            <a:avLst/>
          </a:prstGeom>
          <a:ln>
            <a:solidFill>
              <a:srgbClr val="156082"/>
            </a:solidFill>
            <a:prstDash val="lgDashDotDot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Estrutura Atual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8" name="Conector reto 38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sp>
        <p:nvSpPr>
          <p:cNvPr id="249" name="Retângulo: Cantos Arredondados 3"/>
          <p:cNvSpPr/>
          <p:nvPr/>
        </p:nvSpPr>
        <p:spPr>
          <a:xfrm>
            <a:off x="471960" y="1273320"/>
            <a:ext cx="3146040" cy="177912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SERVIARM SERVICO DE VIGILANCIA ARMADA LTDA</a:t>
            </a:r>
            <a:br>
              <a:rPr sz="1800"/>
            </a:br>
            <a:br>
              <a:rPr sz="1800"/>
            </a:b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80.11-1-01 - Atividades de vigilância e segurança privada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tângulo: Cantos Arredondados 5"/>
          <p:cNvSpPr/>
          <p:nvPr/>
        </p:nvSpPr>
        <p:spPr>
          <a:xfrm>
            <a:off x="4173840" y="1273320"/>
            <a:ext cx="3146040" cy="177912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SERVAL SERVICOS DE SEGURANCA LTDA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80.11-1-01 - Atividades de vigilância e segurança privada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etângulo: Cantos Arredondados 6"/>
          <p:cNvSpPr/>
          <p:nvPr/>
        </p:nvSpPr>
        <p:spPr>
          <a:xfrm>
            <a:off x="471960" y="3638160"/>
            <a:ext cx="3146040" cy="177912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SERVAL SERVICOS E LIMPEZA LTDA.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78.20-5-00 - Locação de mão-de-obra temporária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etângulo: Cantos Arredondados 7"/>
          <p:cNvSpPr/>
          <p:nvPr/>
        </p:nvSpPr>
        <p:spPr>
          <a:xfrm>
            <a:off x="4173840" y="3638160"/>
            <a:ext cx="3146040" cy="177912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AVANCE SERVICOS ADMINISTRATIVOS LTDA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62.04-0-00 - Consultoria em tecnologia da informação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3" name="Google Shape;406;p42"/>
          <p:cNvCxnSpPr/>
          <p:nvPr/>
        </p:nvCxnSpPr>
        <p:spPr>
          <a:xfrm>
            <a:off x="7734240" y="1270800"/>
            <a:ext cx="360" cy="4320360"/>
          </a:xfrm>
          <a:prstGeom prst="straightConnector1">
            <a:avLst/>
          </a:prstGeom>
          <a:ln w="9525">
            <a:solidFill>
              <a:srgbClr val="1a341b"/>
            </a:solidFill>
            <a:prstDash val="lgDashDotDot"/>
            <a:round/>
          </a:ln>
        </p:spPr>
      </p:cxnSp>
      <p:sp>
        <p:nvSpPr>
          <p:cNvPr id="254" name="Google Shape;405;p42"/>
          <p:cNvSpPr/>
          <p:nvPr/>
        </p:nvSpPr>
        <p:spPr>
          <a:xfrm>
            <a:off x="7875720" y="1567800"/>
            <a:ext cx="4077000" cy="39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Grande parte dos custos associados à mão de obra – sem créditos associados;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Não há previsão de redução de alíquotas previstas na legislação;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Necessário verificar estrutura de custos para avaliar impacto na carga efetiva;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Necessário avaliar impactos das operações intragrupo, especialmente o CSC.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CaixaDeTexto 18"/>
          <p:cNvSpPr/>
          <p:nvPr/>
        </p:nvSpPr>
        <p:spPr>
          <a:xfrm>
            <a:off x="8573760" y="1071360"/>
            <a:ext cx="31460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Principais comentários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" dur="indefinite" restart="never" nodeType="tmRoot">
          <p:childTnLst>
            <p:seq>
              <p:cTn id="22" dur="indefinite" nodeType="mainSeq"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Alíquotas e previsão ao longo do tempo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8" name="Tabela 4"/>
          <p:cNvGraphicFramePr/>
          <p:nvPr/>
        </p:nvGraphicFramePr>
        <p:xfrm>
          <a:off x="640440" y="1531800"/>
          <a:ext cx="7044840" cy="1727280"/>
        </p:xfrm>
        <a:graphic>
          <a:graphicData uri="http://schemas.openxmlformats.org/drawingml/2006/table">
            <a:tbl>
              <a:tblPr/>
              <a:tblGrid>
                <a:gridCol w="911520"/>
                <a:gridCol w="781200"/>
                <a:gridCol w="781200"/>
                <a:gridCol w="698400"/>
                <a:gridCol w="698400"/>
                <a:gridCol w="793080"/>
                <a:gridCol w="793080"/>
                <a:gridCol w="793080"/>
                <a:gridCol w="793080"/>
              </a:tblGrid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Descrição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Hoje </a:t>
                      </a:r>
                      <a:br>
                        <a:rPr sz="1050"/>
                      </a:b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(25 e 26)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2027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2028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2029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2030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2031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2032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2033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IBS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1,8%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3,6%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5,4%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7,2%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18,0%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CBS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ISS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4,5%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3,5%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PISCO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3,65%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IRPJ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CSLL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Total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19,5%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25,9%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25,9%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27,2%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28,5%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29,8%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31,1%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38,9%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 gridSpan="3"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i="1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*Não considera impacto de créditos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9" name="Subtítulo 2"/>
          <p:cNvSpPr/>
          <p:nvPr/>
        </p:nvSpPr>
        <p:spPr>
          <a:xfrm>
            <a:off x="536040" y="109764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Regime Geral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ubtítulo 2"/>
          <p:cNvSpPr/>
          <p:nvPr/>
        </p:nvSpPr>
        <p:spPr>
          <a:xfrm>
            <a:off x="4386600" y="3468240"/>
            <a:ext cx="659772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Com redução de 60%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1" name="Conector reto 7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graphicFrame>
        <p:nvGraphicFramePr>
          <p:cNvPr id="262" name="Tabela 3"/>
          <p:cNvGraphicFramePr/>
          <p:nvPr/>
        </p:nvGraphicFramePr>
        <p:xfrm>
          <a:off x="4163040" y="4064040"/>
          <a:ext cx="7556040" cy="1577160"/>
        </p:xfrm>
        <a:graphic>
          <a:graphicData uri="http://schemas.openxmlformats.org/drawingml/2006/table">
            <a:tbl>
              <a:tblPr/>
              <a:tblGrid>
                <a:gridCol w="977760"/>
                <a:gridCol w="838080"/>
                <a:gridCol w="838080"/>
                <a:gridCol w="749160"/>
                <a:gridCol w="749160"/>
                <a:gridCol w="850680"/>
                <a:gridCol w="850680"/>
                <a:gridCol w="850680"/>
                <a:gridCol w="850680"/>
              </a:tblGrid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Descrição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Hoje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2027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2028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2029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2030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2031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2032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2033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IBS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0,7%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1,4%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2,2%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7,2%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CBS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4,0%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4,0%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4,0%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4,0%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4,0%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4,0%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4,0%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ISS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5,00%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5,00%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5,00%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4,5%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4,0%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3,5%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0,0%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PISCO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3,65%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IRPJ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CSLL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Total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19,53%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19,9%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19,9%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20,1%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20,3%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20,5%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20,8%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22,1%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 gridSpan="3"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00" b="0" i="1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*Não considera impacto de créditos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Subtítulo 2"/>
          <p:cNvSpPr/>
          <p:nvPr/>
        </p:nvSpPr>
        <p:spPr>
          <a:xfrm>
            <a:off x="375120" y="34560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Cuidados com o fato gerador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5" name="Conector reto 38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cxnSp>
        <p:nvCxnSpPr>
          <p:cNvPr id="266" name="Google Shape;406;p42"/>
          <p:cNvCxnSpPr/>
          <p:nvPr/>
        </p:nvCxnSpPr>
        <p:spPr>
          <a:xfrm>
            <a:off x="5934960" y="1271160"/>
            <a:ext cx="360" cy="4320360"/>
          </a:xfrm>
          <a:prstGeom prst="straightConnector1">
            <a:avLst/>
          </a:prstGeom>
          <a:ln w="9525">
            <a:solidFill>
              <a:srgbClr val="1a341b"/>
            </a:solidFill>
            <a:prstDash val="lgDashDotDot"/>
            <a:round/>
          </a:ln>
        </p:spPr>
      </p:cxnSp>
      <p:sp>
        <p:nvSpPr>
          <p:cNvPr id="267" name="Google Shape;403;p42"/>
          <p:cNvSpPr/>
          <p:nvPr/>
        </p:nvSpPr>
        <p:spPr>
          <a:xfrm>
            <a:off x="1792800" y="1166760"/>
            <a:ext cx="31370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20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Nova regra de incidência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CaixaDeTexto 15"/>
          <p:cNvSpPr/>
          <p:nvPr/>
        </p:nvSpPr>
        <p:spPr>
          <a:xfrm>
            <a:off x="324720" y="1988640"/>
            <a:ext cx="5406120" cy="25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 partir de 2026, o fato gerador das operações de consumo será: </a:t>
            </a:r>
            <a:r>
              <a:rPr lang="pt-BR" sz="1600" b="0" u="sng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realização de operação onerosa com outras pessoas – físicas ou jurídicas;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Aluguel, cessão, permuta e diversos outros itens que atualmente não são tributados, passarão a ser no próximo ano;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Menor campo de discussão para não pagar os impostos;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Freeform 62"/>
          <p:cNvSpPr/>
          <p:nvPr/>
        </p:nvSpPr>
        <p:spPr>
          <a:xfrm>
            <a:off x="7199640" y="1053720"/>
            <a:ext cx="720360" cy="720360"/>
          </a:xfrm>
          <a:custGeom>
            <a:avLst/>
            <a:gdLst>
              <a:gd name="textAreaLeft" fmla="*/ 0 w 720360"/>
              <a:gd name="textAreaRight" fmla="*/ 720720 w 720360"/>
              <a:gd name="textAreaTop" fmla="*/ 0 h 720360"/>
              <a:gd name="textAreaBottom" fmla="*/ 720720 h 720360"/>
              <a:gd name="GluePoint1X" fmla="*/ 2147483647 w 4764"/>
              <a:gd name="GluePoint1Y" fmla="*/ 2147483647 h 4763"/>
              <a:gd name="GluePoint2X" fmla="*/ 2147483647 w 4764"/>
              <a:gd name="GluePoint2Y" fmla="*/ 2147483647 h 4763"/>
              <a:gd name="GluePoint3X" fmla="*/ 2147483647 w 4764"/>
              <a:gd name="GluePoint3Y" fmla="*/ 2147483647 h 4763"/>
              <a:gd name="GluePoint4X" fmla="*/ 2147483647 w 4764"/>
              <a:gd name="GluePoint4Y" fmla="*/ 2147483647 h 4763"/>
              <a:gd name="GluePoint5X" fmla="*/ 2147483647 w 4764"/>
              <a:gd name="GluePoint5Y" fmla="*/ 2147483647 h 4763"/>
              <a:gd name="GluePoint6X" fmla="*/ 2147483647 w 4764"/>
              <a:gd name="GluePoint6Y" fmla="*/ 2147483647 h 4763"/>
              <a:gd name="GluePoint7X" fmla="*/ 2147483647 w 4764"/>
              <a:gd name="GluePoint7Y" fmla="*/ 2147483647 h 4763"/>
              <a:gd name="GluePoint8X" fmla="*/ 2147483647 w 4764"/>
              <a:gd name="GluePoint8Y" fmla="*/ 2147483647 h 4763"/>
              <a:gd name="GluePoint9X" fmla="*/ 2147483647 w 4764"/>
              <a:gd name="GluePoint9Y" fmla="*/ 2147483647 h 4763"/>
              <a:gd name="GluePoint10X" fmla="*/ 2147483647 w 4764"/>
              <a:gd name="GluePoint10Y" fmla="*/ 2147483647 h 4763"/>
              <a:gd name="GluePoint11X" fmla="*/ 2147483647 w 4764"/>
              <a:gd name="GluePoint11Y" fmla="*/ 2147483647 h 4763"/>
              <a:gd name="GluePoint12X" fmla="*/ 2147483647 w 4764"/>
              <a:gd name="GluePoint12Y" fmla="*/ 2147483647 h 4763"/>
              <a:gd name="GluePoint13X" fmla="*/ 2147483647 w 4764"/>
              <a:gd name="GluePoint13Y" fmla="*/ 2147483647 h 4763"/>
              <a:gd name="GluePoint14X" fmla="*/ 2147483647 w 4764"/>
              <a:gd name="GluePoint14Y" fmla="*/ 2147483647 h 4763"/>
              <a:gd name="GluePoint15X" fmla="*/ 2147483647 w 4764"/>
              <a:gd name="GluePoint15Y" fmla="*/ 2147483647 h 4763"/>
              <a:gd name="GluePoint16X" fmla="*/ 2147483647 w 4764"/>
              <a:gd name="GluePoint16Y" fmla="*/ 2147483647 h 4763"/>
              <a:gd name="GluePoint17X" fmla="*/ 2147483647 w 4764"/>
              <a:gd name="GluePoint17Y" fmla="*/ 2147483647 h 4763"/>
              <a:gd name="GluePoint18X" fmla="*/ 2147483647 w 4764"/>
              <a:gd name="GluePoint18Y" fmla="*/ 2147483647 h 4763"/>
              <a:gd name="GluePoint19X" fmla="*/ 2147483647 w 4764"/>
              <a:gd name="GluePoint19Y" fmla="*/ 2147483647 h 4763"/>
              <a:gd name="GluePoint20X" fmla="*/ 2147483647 w 4764"/>
              <a:gd name="GluePoint20Y" fmla="*/ 2147483647 h 4763"/>
              <a:gd name="GluePoint21X" fmla="*/ 2147483647 w 4764"/>
              <a:gd name="GluePoint21Y" fmla="*/ 2147483647 h 4763"/>
              <a:gd name="GluePoint22X" fmla="*/ 2147483647 w 4764"/>
              <a:gd name="GluePoint22Y" fmla="*/ 2147483647 h 4763"/>
              <a:gd name="GluePoint23X" fmla="*/ 2147483647 w 4764"/>
              <a:gd name="GluePoint23Y" fmla="*/ 2147483647 h 4763"/>
              <a:gd name="GluePoint24X" fmla="*/ 2147483647 w 4764"/>
              <a:gd name="GluePoint24Y" fmla="*/ 2147483647 h 4763"/>
              <a:gd name="GluePoint25X" fmla="*/ 2147483647 w 4764"/>
              <a:gd name="GluePoint25Y" fmla="*/ 2147483647 h 4763"/>
              <a:gd name="GluePoint26X" fmla="*/ 2147483647 w 4764"/>
              <a:gd name="GluePoint26Y" fmla="*/ 2147483647 h 4763"/>
              <a:gd name="GluePoint27X" fmla="*/ 2147483647 w 4764"/>
              <a:gd name="GluePoint27Y" fmla="*/ 2147483647 h 4763"/>
              <a:gd name="GluePoint28X" fmla="*/ 2147483647 w 4764"/>
              <a:gd name="GluePoint28Y" fmla="*/ 2147483647 h 4763"/>
              <a:gd name="GluePoint29X" fmla="*/ 2147483647 w 4764"/>
              <a:gd name="GluePoint29Y" fmla="*/ 2147483647 h 4763"/>
              <a:gd name="GluePoint30X" fmla="*/ 2147483647 w 4764"/>
              <a:gd name="GluePoint30Y" fmla="*/ 2147483647 h 4763"/>
              <a:gd name="GluePoint31X" fmla="*/ 2147483647 w 4764"/>
              <a:gd name="GluePoint31Y" fmla="*/ 2147483647 h 4763"/>
              <a:gd name="GluePoint32X" fmla="*/ 2147483647 w 4764"/>
              <a:gd name="GluePoint32Y" fmla="*/ 2147483647 h 4763"/>
              <a:gd name="GluePoint33X" fmla="*/ 2147483647 w 4764"/>
              <a:gd name="GluePoint33Y" fmla="*/ 2147483647 h 4763"/>
              <a:gd name="GluePoint34X" fmla="*/ 2147483647 w 4764"/>
              <a:gd name="GluePoint34Y" fmla="*/ 2147483647 h 4763"/>
              <a:gd name="GluePoint35X" fmla="*/ 2147483647 w 4764"/>
              <a:gd name="GluePoint35Y" fmla="*/ 2147483647 h 4763"/>
              <a:gd name="GluePoint36X" fmla="*/ 2147483647 w 4764"/>
              <a:gd name="GluePoint36Y" fmla="*/ 2147483647 h 4763"/>
              <a:gd name="GluePoint37X" fmla="*/ 2147483647 w 4764"/>
              <a:gd name="GluePoint37Y" fmla="*/ 2147483647 h 4763"/>
              <a:gd name="GluePoint38X" fmla="*/ 2147483647 w 4764"/>
              <a:gd name="GluePoint38Y" fmla="*/ 2147483647 h 4763"/>
              <a:gd name="GluePoint39X" fmla="*/ 2147483647 w 4764"/>
              <a:gd name="GluePoint39Y" fmla="*/ 2147483647 h 4763"/>
              <a:gd name="GluePoint40X" fmla="*/ 2147483647 w 4764"/>
              <a:gd name="GluePoint40Y" fmla="*/ 2147483647 h 4763"/>
              <a:gd name="GluePoint41X" fmla="*/ 2147483647 w 4764"/>
              <a:gd name="GluePoint41Y" fmla="*/ 2147483647 h 4763"/>
              <a:gd name="GluePoint42X" fmla="*/ 2147483647 w 4764"/>
              <a:gd name="GluePoint42Y" fmla="*/ 2147483647 h 4763"/>
              <a:gd name="GluePoint43X" fmla="*/ 2147483647 w 4764"/>
              <a:gd name="GluePoint43Y" fmla="*/ 2147483647 h 4763"/>
              <a:gd name="GluePoint44X" fmla="*/ 2147483647 w 4764"/>
              <a:gd name="GluePoint44Y" fmla="*/ 2147483647 h 4763"/>
              <a:gd name="GluePoint45X" fmla="*/ 2147483647 w 4764"/>
              <a:gd name="GluePoint45Y" fmla="*/ 2147483647 h 4763"/>
              <a:gd name="GluePoint46X" fmla="*/ 2147483647 w 4764"/>
              <a:gd name="GluePoint46Y" fmla="*/ 2147483647 h 4763"/>
              <a:gd name="GluePoint47X" fmla="*/ 2147483647 w 4764"/>
              <a:gd name="GluePoint47Y" fmla="*/ 2147483647 h 4763"/>
              <a:gd name="GluePoint48X" fmla="*/ 2147483647 w 4764"/>
              <a:gd name="GluePoint48Y" fmla="*/ 2147483647 h 4763"/>
              <a:gd name="GluePoint49X" fmla="*/ 2147483647 w 4764"/>
              <a:gd name="GluePoint49Y" fmla="*/ 2147483647 h 4763"/>
              <a:gd name="GluePoint50X" fmla="*/ 2147483647 w 4764"/>
              <a:gd name="GluePoint50Y" fmla="*/ 2147483647 h 4763"/>
              <a:gd name="GluePoint51X" fmla="*/ 2147483647 w 4764"/>
              <a:gd name="GluePoint51Y" fmla="*/ 2147483647 h 4763"/>
              <a:gd name="GluePoint52X" fmla="*/ 2147483647 w 4764"/>
              <a:gd name="GluePoint52Y" fmla="*/ 2147483647 h 4763"/>
              <a:gd name="GluePoint53X" fmla="*/ 2147483647 w 4764"/>
              <a:gd name="GluePoint53Y" fmla="*/ 2147483647 h 4763"/>
              <a:gd name="GluePoint54X" fmla="*/ 2147483647 w 4764"/>
              <a:gd name="GluePoint54Y" fmla="*/ 2147483647 h 4763"/>
              <a:gd name="GluePoint55X" fmla="*/ 2147483647 w 4764"/>
              <a:gd name="GluePoint55Y" fmla="*/ 2147483647 h 4763"/>
              <a:gd name="GluePoint56X" fmla="*/ 2147483647 w 4764"/>
              <a:gd name="GluePoint56Y" fmla="*/ 2147483647 h 4763"/>
              <a:gd name="GluePoint57X" fmla="*/ 2147483647 w 4764"/>
              <a:gd name="GluePoint57Y" fmla="*/ 2147483647 h 4763"/>
              <a:gd name="GluePoint58X" fmla="*/ 2147483647 w 4764"/>
              <a:gd name="GluePoint58Y" fmla="*/ 2147483647 h 4763"/>
              <a:gd name="GluePoint59X" fmla="*/ 2147483647 w 4764"/>
              <a:gd name="GluePoint59Y" fmla="*/ 2147483647 h 4763"/>
              <a:gd name="GluePoint60X" fmla="*/ 2147483647 w 4764"/>
              <a:gd name="GluePoint60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</a:cxnLst>
            <a:rect l="textAreaLeft" t="textAreaTop" r="textAreaRight" b="textAreaBottom"/>
            <a:pathLst>
              <a:path w="4764" h="4763">
                <a:moveTo>
                  <a:pt x="3577" y="2413"/>
                </a:moveTo>
                <a:lnTo>
                  <a:pt x="3577" y="2413"/>
                </a:lnTo>
                <a:lnTo>
                  <a:pt x="3574" y="2367"/>
                </a:lnTo>
                <a:lnTo>
                  <a:pt x="3571" y="2321"/>
                </a:lnTo>
                <a:lnTo>
                  <a:pt x="3564" y="2276"/>
                </a:lnTo>
                <a:lnTo>
                  <a:pt x="3557" y="2232"/>
                </a:lnTo>
                <a:lnTo>
                  <a:pt x="3548" y="2187"/>
                </a:lnTo>
                <a:lnTo>
                  <a:pt x="3538" y="2143"/>
                </a:lnTo>
                <a:lnTo>
                  <a:pt x="3526" y="2101"/>
                </a:lnTo>
                <a:lnTo>
                  <a:pt x="3512" y="2059"/>
                </a:lnTo>
                <a:lnTo>
                  <a:pt x="3497" y="2018"/>
                </a:lnTo>
                <a:lnTo>
                  <a:pt x="3481" y="1977"/>
                </a:lnTo>
                <a:lnTo>
                  <a:pt x="3462" y="1936"/>
                </a:lnTo>
                <a:lnTo>
                  <a:pt x="3444" y="1897"/>
                </a:lnTo>
                <a:lnTo>
                  <a:pt x="3423" y="1859"/>
                </a:lnTo>
                <a:lnTo>
                  <a:pt x="3400" y="1821"/>
                </a:lnTo>
                <a:lnTo>
                  <a:pt x="3377" y="1784"/>
                </a:lnTo>
                <a:lnTo>
                  <a:pt x="3353" y="1748"/>
                </a:lnTo>
                <a:lnTo>
                  <a:pt x="3327" y="1713"/>
                </a:lnTo>
                <a:lnTo>
                  <a:pt x="3299" y="1680"/>
                </a:lnTo>
                <a:lnTo>
                  <a:pt x="3271" y="1646"/>
                </a:lnTo>
                <a:lnTo>
                  <a:pt x="3242" y="1615"/>
                </a:lnTo>
                <a:lnTo>
                  <a:pt x="3211" y="1584"/>
                </a:lnTo>
                <a:lnTo>
                  <a:pt x="3180" y="1554"/>
                </a:lnTo>
                <a:lnTo>
                  <a:pt x="3148" y="1526"/>
                </a:lnTo>
                <a:lnTo>
                  <a:pt x="3114" y="1498"/>
                </a:lnTo>
                <a:lnTo>
                  <a:pt x="3079" y="1472"/>
                </a:lnTo>
                <a:lnTo>
                  <a:pt x="3043" y="1447"/>
                </a:lnTo>
                <a:lnTo>
                  <a:pt x="3007" y="1424"/>
                </a:lnTo>
                <a:lnTo>
                  <a:pt x="2970" y="1401"/>
                </a:lnTo>
                <a:lnTo>
                  <a:pt x="2932" y="1380"/>
                </a:lnTo>
                <a:lnTo>
                  <a:pt x="2893" y="1360"/>
                </a:lnTo>
                <a:lnTo>
                  <a:pt x="2853" y="1341"/>
                </a:lnTo>
                <a:lnTo>
                  <a:pt x="2812" y="1324"/>
                </a:lnTo>
                <a:lnTo>
                  <a:pt x="2849" y="1232"/>
                </a:lnTo>
                <a:lnTo>
                  <a:pt x="2888" y="1248"/>
                </a:lnTo>
                <a:lnTo>
                  <a:pt x="2925" y="1266"/>
                </a:lnTo>
                <a:lnTo>
                  <a:pt x="2964" y="1284"/>
                </a:lnTo>
                <a:lnTo>
                  <a:pt x="3000" y="1304"/>
                </a:lnTo>
                <a:lnTo>
                  <a:pt x="3036" y="1324"/>
                </a:lnTo>
                <a:lnTo>
                  <a:pt x="3072" y="1346"/>
                </a:lnTo>
                <a:lnTo>
                  <a:pt x="3107" y="1370"/>
                </a:lnTo>
                <a:lnTo>
                  <a:pt x="3140" y="1394"/>
                </a:lnTo>
                <a:lnTo>
                  <a:pt x="3173" y="1419"/>
                </a:lnTo>
                <a:lnTo>
                  <a:pt x="3205" y="1445"/>
                </a:lnTo>
                <a:lnTo>
                  <a:pt x="3237" y="1472"/>
                </a:lnTo>
                <a:lnTo>
                  <a:pt x="3267" y="1499"/>
                </a:lnTo>
                <a:lnTo>
                  <a:pt x="3297" y="1529"/>
                </a:lnTo>
                <a:lnTo>
                  <a:pt x="3326" y="1559"/>
                </a:lnTo>
                <a:lnTo>
                  <a:pt x="3353" y="1589"/>
                </a:lnTo>
                <a:lnTo>
                  <a:pt x="3380" y="1621"/>
                </a:lnTo>
                <a:lnTo>
                  <a:pt x="3406" y="1654"/>
                </a:lnTo>
                <a:lnTo>
                  <a:pt x="3430" y="1687"/>
                </a:lnTo>
                <a:lnTo>
                  <a:pt x="3455" y="1721"/>
                </a:lnTo>
                <a:lnTo>
                  <a:pt x="3477" y="1756"/>
                </a:lnTo>
                <a:lnTo>
                  <a:pt x="3498" y="1792"/>
                </a:lnTo>
                <a:lnTo>
                  <a:pt x="3520" y="1828"/>
                </a:lnTo>
                <a:lnTo>
                  <a:pt x="3538" y="1865"/>
                </a:lnTo>
                <a:lnTo>
                  <a:pt x="3557" y="1902"/>
                </a:lnTo>
                <a:lnTo>
                  <a:pt x="3573" y="1941"/>
                </a:lnTo>
                <a:lnTo>
                  <a:pt x="3589" y="1979"/>
                </a:lnTo>
                <a:lnTo>
                  <a:pt x="3604" y="2019"/>
                </a:lnTo>
                <a:lnTo>
                  <a:pt x="3617" y="2060"/>
                </a:lnTo>
                <a:lnTo>
                  <a:pt x="3629" y="2101"/>
                </a:lnTo>
                <a:lnTo>
                  <a:pt x="3640" y="2142"/>
                </a:lnTo>
                <a:lnTo>
                  <a:pt x="3649" y="2183"/>
                </a:lnTo>
                <a:lnTo>
                  <a:pt x="3658" y="2225"/>
                </a:lnTo>
                <a:lnTo>
                  <a:pt x="4118" y="2523"/>
                </a:lnTo>
                <a:lnTo>
                  <a:pt x="4563" y="2270"/>
                </a:lnTo>
                <a:lnTo>
                  <a:pt x="4560" y="2223"/>
                </a:lnTo>
                <a:lnTo>
                  <a:pt x="4556" y="2176"/>
                </a:lnTo>
                <a:lnTo>
                  <a:pt x="4551" y="2130"/>
                </a:lnTo>
                <a:lnTo>
                  <a:pt x="4546" y="2084"/>
                </a:lnTo>
                <a:lnTo>
                  <a:pt x="4539" y="2036"/>
                </a:lnTo>
                <a:lnTo>
                  <a:pt x="4532" y="1992"/>
                </a:lnTo>
                <a:lnTo>
                  <a:pt x="4524" y="1946"/>
                </a:lnTo>
                <a:lnTo>
                  <a:pt x="4514" y="1901"/>
                </a:lnTo>
                <a:lnTo>
                  <a:pt x="4504" y="1856"/>
                </a:lnTo>
                <a:lnTo>
                  <a:pt x="4493" y="1811"/>
                </a:lnTo>
                <a:lnTo>
                  <a:pt x="4481" y="1767"/>
                </a:lnTo>
                <a:lnTo>
                  <a:pt x="4468" y="1723"/>
                </a:lnTo>
                <a:lnTo>
                  <a:pt x="4454" y="1680"/>
                </a:lnTo>
                <a:lnTo>
                  <a:pt x="4440" y="1637"/>
                </a:lnTo>
                <a:lnTo>
                  <a:pt x="4425" y="1595"/>
                </a:lnTo>
                <a:lnTo>
                  <a:pt x="4407" y="1553"/>
                </a:lnTo>
                <a:lnTo>
                  <a:pt x="4391" y="1511"/>
                </a:lnTo>
                <a:lnTo>
                  <a:pt x="4372" y="1470"/>
                </a:lnTo>
                <a:lnTo>
                  <a:pt x="4354" y="1429"/>
                </a:lnTo>
                <a:lnTo>
                  <a:pt x="4334" y="1389"/>
                </a:lnTo>
                <a:lnTo>
                  <a:pt x="4314" y="1349"/>
                </a:lnTo>
                <a:lnTo>
                  <a:pt x="4293" y="1309"/>
                </a:lnTo>
                <a:lnTo>
                  <a:pt x="4270" y="1271"/>
                </a:lnTo>
                <a:lnTo>
                  <a:pt x="4247" y="1232"/>
                </a:lnTo>
                <a:lnTo>
                  <a:pt x="4224" y="1194"/>
                </a:lnTo>
                <a:lnTo>
                  <a:pt x="4200" y="1156"/>
                </a:lnTo>
                <a:lnTo>
                  <a:pt x="4175" y="1119"/>
                </a:lnTo>
                <a:lnTo>
                  <a:pt x="4149" y="1083"/>
                </a:lnTo>
                <a:lnTo>
                  <a:pt x="4123" y="1047"/>
                </a:lnTo>
                <a:lnTo>
                  <a:pt x="4095" y="1012"/>
                </a:lnTo>
                <a:lnTo>
                  <a:pt x="4068" y="977"/>
                </a:lnTo>
                <a:lnTo>
                  <a:pt x="4039" y="944"/>
                </a:lnTo>
                <a:lnTo>
                  <a:pt x="4009" y="910"/>
                </a:lnTo>
                <a:lnTo>
                  <a:pt x="3980" y="877"/>
                </a:lnTo>
                <a:lnTo>
                  <a:pt x="3950" y="844"/>
                </a:lnTo>
                <a:lnTo>
                  <a:pt x="3919" y="813"/>
                </a:lnTo>
                <a:lnTo>
                  <a:pt x="3886" y="782"/>
                </a:lnTo>
                <a:lnTo>
                  <a:pt x="3854" y="752"/>
                </a:lnTo>
                <a:lnTo>
                  <a:pt x="3820" y="722"/>
                </a:lnTo>
                <a:lnTo>
                  <a:pt x="3787" y="693"/>
                </a:lnTo>
                <a:lnTo>
                  <a:pt x="3753" y="665"/>
                </a:lnTo>
                <a:lnTo>
                  <a:pt x="3718" y="637"/>
                </a:lnTo>
                <a:lnTo>
                  <a:pt x="3684" y="610"/>
                </a:lnTo>
                <a:lnTo>
                  <a:pt x="3648" y="583"/>
                </a:lnTo>
                <a:lnTo>
                  <a:pt x="3610" y="558"/>
                </a:lnTo>
                <a:lnTo>
                  <a:pt x="3574" y="533"/>
                </a:lnTo>
                <a:lnTo>
                  <a:pt x="3536" y="509"/>
                </a:lnTo>
                <a:lnTo>
                  <a:pt x="3498" y="486"/>
                </a:lnTo>
                <a:lnTo>
                  <a:pt x="3460" y="462"/>
                </a:lnTo>
                <a:lnTo>
                  <a:pt x="3420" y="441"/>
                </a:lnTo>
                <a:lnTo>
                  <a:pt x="3382" y="420"/>
                </a:lnTo>
                <a:lnTo>
                  <a:pt x="3341" y="400"/>
                </a:lnTo>
                <a:lnTo>
                  <a:pt x="3301" y="380"/>
                </a:lnTo>
                <a:lnTo>
                  <a:pt x="3260" y="362"/>
                </a:lnTo>
                <a:lnTo>
                  <a:pt x="3219" y="344"/>
                </a:lnTo>
                <a:lnTo>
                  <a:pt x="3176" y="327"/>
                </a:lnTo>
                <a:lnTo>
                  <a:pt x="3134" y="311"/>
                </a:lnTo>
                <a:lnTo>
                  <a:pt x="3092" y="295"/>
                </a:lnTo>
                <a:lnTo>
                  <a:pt x="3048" y="281"/>
                </a:lnTo>
                <a:lnTo>
                  <a:pt x="3005" y="267"/>
                </a:lnTo>
                <a:lnTo>
                  <a:pt x="2961" y="255"/>
                </a:lnTo>
                <a:lnTo>
                  <a:pt x="2918" y="242"/>
                </a:lnTo>
                <a:lnTo>
                  <a:pt x="2873" y="231"/>
                </a:lnTo>
                <a:lnTo>
                  <a:pt x="2828" y="221"/>
                </a:lnTo>
                <a:lnTo>
                  <a:pt x="2869" y="27"/>
                </a:lnTo>
                <a:lnTo>
                  <a:pt x="2922" y="39"/>
                </a:lnTo>
                <a:lnTo>
                  <a:pt x="2975" y="52"/>
                </a:lnTo>
                <a:lnTo>
                  <a:pt x="3026" y="66"/>
                </a:lnTo>
                <a:lnTo>
                  <a:pt x="3077" y="81"/>
                </a:lnTo>
                <a:lnTo>
                  <a:pt x="3128" y="97"/>
                </a:lnTo>
                <a:lnTo>
                  <a:pt x="3178" y="113"/>
                </a:lnTo>
                <a:lnTo>
                  <a:pt x="3227" y="132"/>
                </a:lnTo>
                <a:lnTo>
                  <a:pt x="3276" y="150"/>
                </a:lnTo>
                <a:lnTo>
                  <a:pt x="3324" y="170"/>
                </a:lnTo>
                <a:lnTo>
                  <a:pt x="3372" y="191"/>
                </a:lnTo>
                <a:lnTo>
                  <a:pt x="3418" y="214"/>
                </a:lnTo>
                <a:lnTo>
                  <a:pt x="3464" y="236"/>
                </a:lnTo>
                <a:lnTo>
                  <a:pt x="3510" y="260"/>
                </a:lnTo>
                <a:lnTo>
                  <a:pt x="3554" y="285"/>
                </a:lnTo>
                <a:lnTo>
                  <a:pt x="3598" y="311"/>
                </a:lnTo>
                <a:lnTo>
                  <a:pt x="3641" y="337"/>
                </a:lnTo>
                <a:lnTo>
                  <a:pt x="3684" y="364"/>
                </a:lnTo>
                <a:lnTo>
                  <a:pt x="3726" y="392"/>
                </a:lnTo>
                <a:lnTo>
                  <a:pt x="3767" y="421"/>
                </a:lnTo>
                <a:lnTo>
                  <a:pt x="3808" y="451"/>
                </a:lnTo>
                <a:lnTo>
                  <a:pt x="3848" y="481"/>
                </a:lnTo>
                <a:lnTo>
                  <a:pt x="3886" y="513"/>
                </a:lnTo>
                <a:lnTo>
                  <a:pt x="3925" y="546"/>
                </a:lnTo>
                <a:lnTo>
                  <a:pt x="3962" y="578"/>
                </a:lnTo>
                <a:lnTo>
                  <a:pt x="3999" y="612"/>
                </a:lnTo>
                <a:lnTo>
                  <a:pt x="4035" y="647"/>
                </a:lnTo>
                <a:lnTo>
                  <a:pt x="4070" y="681"/>
                </a:lnTo>
                <a:lnTo>
                  <a:pt x="4105" y="717"/>
                </a:lnTo>
                <a:lnTo>
                  <a:pt x="4139" y="755"/>
                </a:lnTo>
                <a:lnTo>
                  <a:pt x="4171" y="792"/>
                </a:lnTo>
                <a:lnTo>
                  <a:pt x="4203" y="831"/>
                </a:lnTo>
                <a:lnTo>
                  <a:pt x="4234" y="869"/>
                </a:lnTo>
                <a:lnTo>
                  <a:pt x="4265" y="908"/>
                </a:lnTo>
                <a:lnTo>
                  <a:pt x="4295" y="949"/>
                </a:lnTo>
                <a:lnTo>
                  <a:pt x="4324" y="988"/>
                </a:lnTo>
                <a:lnTo>
                  <a:pt x="4351" y="1031"/>
                </a:lnTo>
                <a:lnTo>
                  <a:pt x="4379" y="1072"/>
                </a:lnTo>
                <a:lnTo>
                  <a:pt x="4405" y="1115"/>
                </a:lnTo>
                <a:lnTo>
                  <a:pt x="4431" y="1157"/>
                </a:lnTo>
                <a:lnTo>
                  <a:pt x="4456" y="1201"/>
                </a:lnTo>
                <a:lnTo>
                  <a:pt x="4479" y="1246"/>
                </a:lnTo>
                <a:lnTo>
                  <a:pt x="4502" y="1291"/>
                </a:lnTo>
                <a:lnTo>
                  <a:pt x="4523" y="1335"/>
                </a:lnTo>
                <a:lnTo>
                  <a:pt x="4544" y="1381"/>
                </a:lnTo>
                <a:lnTo>
                  <a:pt x="4564" y="1427"/>
                </a:lnTo>
                <a:lnTo>
                  <a:pt x="4584" y="1475"/>
                </a:lnTo>
                <a:lnTo>
                  <a:pt x="4602" y="1522"/>
                </a:lnTo>
                <a:lnTo>
                  <a:pt x="4619" y="1569"/>
                </a:lnTo>
                <a:lnTo>
                  <a:pt x="4636" y="1618"/>
                </a:lnTo>
                <a:lnTo>
                  <a:pt x="4651" y="1666"/>
                </a:lnTo>
                <a:lnTo>
                  <a:pt x="4666" y="1716"/>
                </a:lnTo>
                <a:lnTo>
                  <a:pt x="4679" y="1764"/>
                </a:lnTo>
                <a:lnTo>
                  <a:pt x="4692" y="1814"/>
                </a:lnTo>
                <a:lnTo>
                  <a:pt x="4703" y="1865"/>
                </a:lnTo>
                <a:lnTo>
                  <a:pt x="4714" y="1915"/>
                </a:lnTo>
                <a:lnTo>
                  <a:pt x="4723" y="1966"/>
                </a:lnTo>
                <a:lnTo>
                  <a:pt x="4732" y="2018"/>
                </a:lnTo>
                <a:lnTo>
                  <a:pt x="4739" y="2069"/>
                </a:lnTo>
                <a:lnTo>
                  <a:pt x="4747" y="2121"/>
                </a:lnTo>
                <a:lnTo>
                  <a:pt x="4752" y="2173"/>
                </a:lnTo>
                <a:lnTo>
                  <a:pt x="4757" y="2225"/>
                </a:lnTo>
                <a:lnTo>
                  <a:pt x="4760" y="2279"/>
                </a:lnTo>
                <a:lnTo>
                  <a:pt x="4763" y="2331"/>
                </a:lnTo>
                <a:lnTo>
                  <a:pt x="4764" y="2385"/>
                </a:lnTo>
                <a:lnTo>
                  <a:pt x="4111" y="2754"/>
                </a:lnTo>
                <a:lnTo>
                  <a:pt x="3577" y="2413"/>
                </a:lnTo>
                <a:close/>
                <a:moveTo>
                  <a:pt x="2351" y="3574"/>
                </a:moveTo>
                <a:lnTo>
                  <a:pt x="2351" y="3574"/>
                </a:lnTo>
                <a:lnTo>
                  <a:pt x="2397" y="3572"/>
                </a:lnTo>
                <a:lnTo>
                  <a:pt x="2443" y="3568"/>
                </a:lnTo>
                <a:lnTo>
                  <a:pt x="2488" y="3563"/>
                </a:lnTo>
                <a:lnTo>
                  <a:pt x="2532" y="3556"/>
                </a:lnTo>
                <a:lnTo>
                  <a:pt x="2577" y="3547"/>
                </a:lnTo>
                <a:lnTo>
                  <a:pt x="2621" y="3536"/>
                </a:lnTo>
                <a:lnTo>
                  <a:pt x="2663" y="3523"/>
                </a:lnTo>
                <a:lnTo>
                  <a:pt x="2705" y="3511"/>
                </a:lnTo>
                <a:lnTo>
                  <a:pt x="2748" y="3495"/>
                </a:lnTo>
                <a:lnTo>
                  <a:pt x="2787" y="3479"/>
                </a:lnTo>
                <a:lnTo>
                  <a:pt x="2828" y="3461"/>
                </a:lnTo>
                <a:lnTo>
                  <a:pt x="2867" y="3441"/>
                </a:lnTo>
                <a:lnTo>
                  <a:pt x="2905" y="3422"/>
                </a:lnTo>
                <a:lnTo>
                  <a:pt x="2943" y="3399"/>
                </a:lnTo>
                <a:lnTo>
                  <a:pt x="2980" y="3376"/>
                </a:lnTo>
                <a:lnTo>
                  <a:pt x="3016" y="3351"/>
                </a:lnTo>
                <a:lnTo>
                  <a:pt x="3051" y="3325"/>
                </a:lnTo>
                <a:lnTo>
                  <a:pt x="3084" y="3298"/>
                </a:lnTo>
                <a:lnTo>
                  <a:pt x="3118" y="3270"/>
                </a:lnTo>
                <a:lnTo>
                  <a:pt x="3149" y="3240"/>
                </a:lnTo>
                <a:lnTo>
                  <a:pt x="3180" y="3210"/>
                </a:lnTo>
                <a:lnTo>
                  <a:pt x="3210" y="3179"/>
                </a:lnTo>
                <a:lnTo>
                  <a:pt x="3239" y="3145"/>
                </a:lnTo>
                <a:lnTo>
                  <a:pt x="3266" y="3112"/>
                </a:lnTo>
                <a:lnTo>
                  <a:pt x="3292" y="3077"/>
                </a:lnTo>
                <a:lnTo>
                  <a:pt x="3317" y="3042"/>
                </a:lnTo>
                <a:lnTo>
                  <a:pt x="3341" y="3006"/>
                </a:lnTo>
                <a:lnTo>
                  <a:pt x="3363" y="2968"/>
                </a:lnTo>
                <a:lnTo>
                  <a:pt x="3384" y="2930"/>
                </a:lnTo>
                <a:lnTo>
                  <a:pt x="3404" y="2891"/>
                </a:lnTo>
                <a:lnTo>
                  <a:pt x="3423" y="2851"/>
                </a:lnTo>
                <a:lnTo>
                  <a:pt x="3440" y="2811"/>
                </a:lnTo>
                <a:lnTo>
                  <a:pt x="3532" y="2847"/>
                </a:lnTo>
                <a:lnTo>
                  <a:pt x="3516" y="2886"/>
                </a:lnTo>
                <a:lnTo>
                  <a:pt x="3498" y="2924"/>
                </a:lnTo>
                <a:lnTo>
                  <a:pt x="3480" y="2961"/>
                </a:lnTo>
                <a:lnTo>
                  <a:pt x="3460" y="2999"/>
                </a:lnTo>
                <a:lnTo>
                  <a:pt x="3440" y="3035"/>
                </a:lnTo>
                <a:lnTo>
                  <a:pt x="3418" y="3070"/>
                </a:lnTo>
                <a:lnTo>
                  <a:pt x="3395" y="3104"/>
                </a:lnTo>
                <a:lnTo>
                  <a:pt x="3370" y="3139"/>
                </a:lnTo>
                <a:lnTo>
                  <a:pt x="3345" y="3172"/>
                </a:lnTo>
                <a:lnTo>
                  <a:pt x="3319" y="3204"/>
                </a:lnTo>
                <a:lnTo>
                  <a:pt x="3292" y="3235"/>
                </a:lnTo>
                <a:lnTo>
                  <a:pt x="3265" y="3266"/>
                </a:lnTo>
                <a:lnTo>
                  <a:pt x="3236" y="3296"/>
                </a:lnTo>
                <a:lnTo>
                  <a:pt x="3206" y="3325"/>
                </a:lnTo>
                <a:lnTo>
                  <a:pt x="3175" y="3352"/>
                </a:lnTo>
                <a:lnTo>
                  <a:pt x="3143" y="3378"/>
                </a:lnTo>
                <a:lnTo>
                  <a:pt x="3111" y="3404"/>
                </a:lnTo>
                <a:lnTo>
                  <a:pt x="3077" y="3429"/>
                </a:lnTo>
                <a:lnTo>
                  <a:pt x="3043" y="3453"/>
                </a:lnTo>
                <a:lnTo>
                  <a:pt x="3009" y="3475"/>
                </a:lnTo>
                <a:lnTo>
                  <a:pt x="2973" y="3497"/>
                </a:lnTo>
                <a:lnTo>
                  <a:pt x="2936" y="3517"/>
                </a:lnTo>
                <a:lnTo>
                  <a:pt x="2899" y="3537"/>
                </a:lnTo>
                <a:lnTo>
                  <a:pt x="2862" y="3555"/>
                </a:lnTo>
                <a:lnTo>
                  <a:pt x="2823" y="3572"/>
                </a:lnTo>
                <a:lnTo>
                  <a:pt x="2785" y="3588"/>
                </a:lnTo>
                <a:lnTo>
                  <a:pt x="2745" y="3602"/>
                </a:lnTo>
                <a:lnTo>
                  <a:pt x="2704" y="3615"/>
                </a:lnTo>
                <a:lnTo>
                  <a:pt x="2664" y="3628"/>
                </a:lnTo>
                <a:lnTo>
                  <a:pt x="2622" y="3638"/>
                </a:lnTo>
                <a:lnTo>
                  <a:pt x="2581" y="3648"/>
                </a:lnTo>
                <a:lnTo>
                  <a:pt x="2539" y="3655"/>
                </a:lnTo>
                <a:lnTo>
                  <a:pt x="2242" y="4116"/>
                </a:lnTo>
                <a:lnTo>
                  <a:pt x="2494" y="4560"/>
                </a:lnTo>
                <a:lnTo>
                  <a:pt x="2541" y="4558"/>
                </a:lnTo>
                <a:lnTo>
                  <a:pt x="2588" y="4554"/>
                </a:lnTo>
                <a:lnTo>
                  <a:pt x="2634" y="4550"/>
                </a:lnTo>
                <a:lnTo>
                  <a:pt x="2682" y="4544"/>
                </a:lnTo>
                <a:lnTo>
                  <a:pt x="2728" y="4538"/>
                </a:lnTo>
                <a:lnTo>
                  <a:pt x="2774" y="4531"/>
                </a:lnTo>
                <a:lnTo>
                  <a:pt x="2818" y="4522"/>
                </a:lnTo>
                <a:lnTo>
                  <a:pt x="2863" y="4513"/>
                </a:lnTo>
                <a:lnTo>
                  <a:pt x="2908" y="4503"/>
                </a:lnTo>
                <a:lnTo>
                  <a:pt x="2953" y="4492"/>
                </a:lnTo>
                <a:lnTo>
                  <a:pt x="2997" y="4480"/>
                </a:lnTo>
                <a:lnTo>
                  <a:pt x="3041" y="4467"/>
                </a:lnTo>
                <a:lnTo>
                  <a:pt x="3084" y="4452"/>
                </a:lnTo>
                <a:lnTo>
                  <a:pt x="3127" y="4439"/>
                </a:lnTo>
                <a:lnTo>
                  <a:pt x="3170" y="4422"/>
                </a:lnTo>
                <a:lnTo>
                  <a:pt x="3211" y="4406"/>
                </a:lnTo>
                <a:lnTo>
                  <a:pt x="3253" y="4389"/>
                </a:lnTo>
                <a:lnTo>
                  <a:pt x="3295" y="4371"/>
                </a:lnTo>
                <a:lnTo>
                  <a:pt x="3336" y="4351"/>
                </a:lnTo>
                <a:lnTo>
                  <a:pt x="3375" y="4333"/>
                </a:lnTo>
                <a:lnTo>
                  <a:pt x="3415" y="4312"/>
                </a:lnTo>
                <a:lnTo>
                  <a:pt x="3455" y="4291"/>
                </a:lnTo>
                <a:lnTo>
                  <a:pt x="3495" y="4268"/>
                </a:lnTo>
                <a:lnTo>
                  <a:pt x="3532" y="4246"/>
                </a:lnTo>
                <a:lnTo>
                  <a:pt x="3571" y="4222"/>
                </a:lnTo>
                <a:lnTo>
                  <a:pt x="3608" y="4199"/>
                </a:lnTo>
                <a:lnTo>
                  <a:pt x="3645" y="4174"/>
                </a:lnTo>
                <a:lnTo>
                  <a:pt x="3681" y="4148"/>
                </a:lnTo>
                <a:lnTo>
                  <a:pt x="3717" y="4121"/>
                </a:lnTo>
                <a:lnTo>
                  <a:pt x="3752" y="4094"/>
                </a:lnTo>
                <a:lnTo>
                  <a:pt x="3787" y="4066"/>
                </a:lnTo>
                <a:lnTo>
                  <a:pt x="3820" y="4037"/>
                </a:lnTo>
                <a:lnTo>
                  <a:pt x="3854" y="4008"/>
                </a:lnTo>
                <a:lnTo>
                  <a:pt x="3888" y="3978"/>
                </a:lnTo>
                <a:lnTo>
                  <a:pt x="3920" y="3947"/>
                </a:lnTo>
                <a:lnTo>
                  <a:pt x="3951" y="3916"/>
                </a:lnTo>
                <a:lnTo>
                  <a:pt x="3982" y="3885"/>
                </a:lnTo>
                <a:lnTo>
                  <a:pt x="4012" y="3853"/>
                </a:lnTo>
                <a:lnTo>
                  <a:pt x="4042" y="3819"/>
                </a:lnTo>
                <a:lnTo>
                  <a:pt x="4072" y="3786"/>
                </a:lnTo>
                <a:lnTo>
                  <a:pt x="4100" y="3752"/>
                </a:lnTo>
                <a:lnTo>
                  <a:pt x="4127" y="3717"/>
                </a:lnTo>
                <a:lnTo>
                  <a:pt x="4155" y="3681"/>
                </a:lnTo>
                <a:lnTo>
                  <a:pt x="4181" y="3645"/>
                </a:lnTo>
                <a:lnTo>
                  <a:pt x="4206" y="3609"/>
                </a:lnTo>
                <a:lnTo>
                  <a:pt x="4231" y="3572"/>
                </a:lnTo>
                <a:lnTo>
                  <a:pt x="4256" y="3535"/>
                </a:lnTo>
                <a:lnTo>
                  <a:pt x="4279" y="3496"/>
                </a:lnTo>
                <a:lnTo>
                  <a:pt x="4302" y="3458"/>
                </a:lnTo>
                <a:lnTo>
                  <a:pt x="4323" y="3419"/>
                </a:lnTo>
                <a:lnTo>
                  <a:pt x="4344" y="3379"/>
                </a:lnTo>
                <a:lnTo>
                  <a:pt x="4365" y="3339"/>
                </a:lnTo>
                <a:lnTo>
                  <a:pt x="4384" y="3300"/>
                </a:lnTo>
                <a:lnTo>
                  <a:pt x="4402" y="3259"/>
                </a:lnTo>
                <a:lnTo>
                  <a:pt x="4421" y="3216"/>
                </a:lnTo>
                <a:lnTo>
                  <a:pt x="4437" y="3175"/>
                </a:lnTo>
                <a:lnTo>
                  <a:pt x="4453" y="3133"/>
                </a:lnTo>
                <a:lnTo>
                  <a:pt x="4469" y="3091"/>
                </a:lnTo>
                <a:lnTo>
                  <a:pt x="4483" y="3047"/>
                </a:lnTo>
                <a:lnTo>
                  <a:pt x="4497" y="3004"/>
                </a:lnTo>
                <a:lnTo>
                  <a:pt x="4509" y="2960"/>
                </a:lnTo>
                <a:lnTo>
                  <a:pt x="4522" y="2915"/>
                </a:lnTo>
                <a:lnTo>
                  <a:pt x="4533" y="2871"/>
                </a:lnTo>
                <a:lnTo>
                  <a:pt x="4543" y="2826"/>
                </a:lnTo>
                <a:lnTo>
                  <a:pt x="4737" y="2868"/>
                </a:lnTo>
                <a:lnTo>
                  <a:pt x="4725" y="2920"/>
                </a:lnTo>
                <a:lnTo>
                  <a:pt x="4713" y="2973"/>
                </a:lnTo>
                <a:lnTo>
                  <a:pt x="4698" y="3025"/>
                </a:lnTo>
                <a:lnTo>
                  <a:pt x="4683" y="3076"/>
                </a:lnTo>
                <a:lnTo>
                  <a:pt x="4667" y="3127"/>
                </a:lnTo>
                <a:lnTo>
                  <a:pt x="4651" y="3177"/>
                </a:lnTo>
                <a:lnTo>
                  <a:pt x="4632" y="3225"/>
                </a:lnTo>
                <a:lnTo>
                  <a:pt x="4614" y="3275"/>
                </a:lnTo>
                <a:lnTo>
                  <a:pt x="4594" y="3322"/>
                </a:lnTo>
                <a:lnTo>
                  <a:pt x="4573" y="3369"/>
                </a:lnTo>
                <a:lnTo>
                  <a:pt x="4550" y="3417"/>
                </a:lnTo>
                <a:lnTo>
                  <a:pt x="4528" y="3463"/>
                </a:lnTo>
                <a:lnTo>
                  <a:pt x="4504" y="3507"/>
                </a:lnTo>
                <a:lnTo>
                  <a:pt x="4479" y="3552"/>
                </a:lnTo>
                <a:lnTo>
                  <a:pt x="4453" y="3597"/>
                </a:lnTo>
                <a:lnTo>
                  <a:pt x="4427" y="3640"/>
                </a:lnTo>
                <a:lnTo>
                  <a:pt x="4400" y="3683"/>
                </a:lnTo>
                <a:lnTo>
                  <a:pt x="4372" y="3725"/>
                </a:lnTo>
                <a:lnTo>
                  <a:pt x="4343" y="3766"/>
                </a:lnTo>
                <a:lnTo>
                  <a:pt x="4313" y="3806"/>
                </a:lnTo>
                <a:lnTo>
                  <a:pt x="4283" y="3845"/>
                </a:lnTo>
                <a:lnTo>
                  <a:pt x="4251" y="3885"/>
                </a:lnTo>
                <a:lnTo>
                  <a:pt x="4218" y="3924"/>
                </a:lnTo>
                <a:lnTo>
                  <a:pt x="4186" y="3961"/>
                </a:lnTo>
                <a:lnTo>
                  <a:pt x="4152" y="3997"/>
                </a:lnTo>
                <a:lnTo>
                  <a:pt x="4118" y="4033"/>
                </a:lnTo>
                <a:lnTo>
                  <a:pt x="4083" y="4069"/>
                </a:lnTo>
                <a:lnTo>
                  <a:pt x="4047" y="4104"/>
                </a:lnTo>
                <a:lnTo>
                  <a:pt x="4009" y="4138"/>
                </a:lnTo>
                <a:lnTo>
                  <a:pt x="3972" y="4170"/>
                </a:lnTo>
                <a:lnTo>
                  <a:pt x="3935" y="4202"/>
                </a:lnTo>
                <a:lnTo>
                  <a:pt x="3895" y="4233"/>
                </a:lnTo>
                <a:lnTo>
                  <a:pt x="3856" y="4264"/>
                </a:lnTo>
                <a:lnTo>
                  <a:pt x="3815" y="4293"/>
                </a:lnTo>
                <a:lnTo>
                  <a:pt x="3776" y="4323"/>
                </a:lnTo>
                <a:lnTo>
                  <a:pt x="3733" y="4350"/>
                </a:lnTo>
                <a:lnTo>
                  <a:pt x="3692" y="4378"/>
                </a:lnTo>
                <a:lnTo>
                  <a:pt x="3650" y="4404"/>
                </a:lnTo>
                <a:lnTo>
                  <a:pt x="3607" y="4429"/>
                </a:lnTo>
                <a:lnTo>
                  <a:pt x="3563" y="4453"/>
                </a:lnTo>
                <a:lnTo>
                  <a:pt x="3518" y="4477"/>
                </a:lnTo>
                <a:lnTo>
                  <a:pt x="3474" y="4499"/>
                </a:lnTo>
                <a:lnTo>
                  <a:pt x="3429" y="4522"/>
                </a:lnTo>
                <a:lnTo>
                  <a:pt x="3383" y="4543"/>
                </a:lnTo>
                <a:lnTo>
                  <a:pt x="3337" y="4563"/>
                </a:lnTo>
                <a:lnTo>
                  <a:pt x="3290" y="4581"/>
                </a:lnTo>
                <a:lnTo>
                  <a:pt x="3242" y="4600"/>
                </a:lnTo>
                <a:lnTo>
                  <a:pt x="3195" y="4618"/>
                </a:lnTo>
                <a:lnTo>
                  <a:pt x="3147" y="4634"/>
                </a:lnTo>
                <a:lnTo>
                  <a:pt x="3098" y="4650"/>
                </a:lnTo>
                <a:lnTo>
                  <a:pt x="3050" y="4664"/>
                </a:lnTo>
                <a:lnTo>
                  <a:pt x="3000" y="4677"/>
                </a:lnTo>
                <a:lnTo>
                  <a:pt x="2950" y="4690"/>
                </a:lnTo>
                <a:lnTo>
                  <a:pt x="2899" y="4702"/>
                </a:lnTo>
                <a:lnTo>
                  <a:pt x="2849" y="4712"/>
                </a:lnTo>
                <a:lnTo>
                  <a:pt x="2798" y="4722"/>
                </a:lnTo>
                <a:lnTo>
                  <a:pt x="2746" y="4731"/>
                </a:lnTo>
                <a:lnTo>
                  <a:pt x="2695" y="4738"/>
                </a:lnTo>
                <a:lnTo>
                  <a:pt x="2643" y="4744"/>
                </a:lnTo>
                <a:lnTo>
                  <a:pt x="2591" y="4751"/>
                </a:lnTo>
                <a:lnTo>
                  <a:pt x="2539" y="4754"/>
                </a:lnTo>
                <a:lnTo>
                  <a:pt x="2485" y="4758"/>
                </a:lnTo>
                <a:lnTo>
                  <a:pt x="2433" y="4761"/>
                </a:lnTo>
                <a:lnTo>
                  <a:pt x="2380" y="4763"/>
                </a:lnTo>
                <a:lnTo>
                  <a:pt x="2010" y="4110"/>
                </a:lnTo>
                <a:lnTo>
                  <a:pt x="2351" y="3574"/>
                </a:lnTo>
                <a:close/>
                <a:moveTo>
                  <a:pt x="1189" y="2350"/>
                </a:moveTo>
                <a:lnTo>
                  <a:pt x="1189" y="2350"/>
                </a:lnTo>
                <a:lnTo>
                  <a:pt x="1190" y="2396"/>
                </a:lnTo>
                <a:lnTo>
                  <a:pt x="1195" y="2442"/>
                </a:lnTo>
                <a:lnTo>
                  <a:pt x="1200" y="2487"/>
                </a:lnTo>
                <a:lnTo>
                  <a:pt x="1207" y="2531"/>
                </a:lnTo>
                <a:lnTo>
                  <a:pt x="1216" y="2575"/>
                </a:lnTo>
                <a:lnTo>
                  <a:pt x="1227" y="2618"/>
                </a:lnTo>
                <a:lnTo>
                  <a:pt x="1238" y="2662"/>
                </a:lnTo>
                <a:lnTo>
                  <a:pt x="1252" y="2704"/>
                </a:lnTo>
                <a:lnTo>
                  <a:pt x="1267" y="2745"/>
                </a:lnTo>
                <a:lnTo>
                  <a:pt x="1284" y="2786"/>
                </a:lnTo>
                <a:lnTo>
                  <a:pt x="1302" y="2826"/>
                </a:lnTo>
                <a:lnTo>
                  <a:pt x="1322" y="2866"/>
                </a:lnTo>
                <a:lnTo>
                  <a:pt x="1341" y="2904"/>
                </a:lnTo>
                <a:lnTo>
                  <a:pt x="1364" y="2942"/>
                </a:lnTo>
                <a:lnTo>
                  <a:pt x="1387" y="2979"/>
                </a:lnTo>
                <a:lnTo>
                  <a:pt x="1412" y="3014"/>
                </a:lnTo>
                <a:lnTo>
                  <a:pt x="1437" y="3050"/>
                </a:lnTo>
                <a:lnTo>
                  <a:pt x="1465" y="3083"/>
                </a:lnTo>
                <a:lnTo>
                  <a:pt x="1493" y="3116"/>
                </a:lnTo>
                <a:lnTo>
                  <a:pt x="1522" y="3148"/>
                </a:lnTo>
                <a:lnTo>
                  <a:pt x="1553" y="3179"/>
                </a:lnTo>
                <a:lnTo>
                  <a:pt x="1584" y="3209"/>
                </a:lnTo>
                <a:lnTo>
                  <a:pt x="1617" y="3237"/>
                </a:lnTo>
                <a:lnTo>
                  <a:pt x="1651" y="3265"/>
                </a:lnTo>
                <a:lnTo>
                  <a:pt x="1685" y="3291"/>
                </a:lnTo>
                <a:lnTo>
                  <a:pt x="1721" y="3316"/>
                </a:lnTo>
                <a:lnTo>
                  <a:pt x="1757" y="3339"/>
                </a:lnTo>
                <a:lnTo>
                  <a:pt x="1794" y="3362"/>
                </a:lnTo>
                <a:lnTo>
                  <a:pt x="1832" y="3383"/>
                </a:lnTo>
                <a:lnTo>
                  <a:pt x="1871" y="3403"/>
                </a:lnTo>
                <a:lnTo>
                  <a:pt x="1912" y="3422"/>
                </a:lnTo>
                <a:lnTo>
                  <a:pt x="1952" y="3438"/>
                </a:lnTo>
                <a:lnTo>
                  <a:pt x="1916" y="3531"/>
                </a:lnTo>
                <a:lnTo>
                  <a:pt x="1876" y="3515"/>
                </a:lnTo>
                <a:lnTo>
                  <a:pt x="1839" y="3497"/>
                </a:lnTo>
                <a:lnTo>
                  <a:pt x="1801" y="3479"/>
                </a:lnTo>
                <a:lnTo>
                  <a:pt x="1764" y="3459"/>
                </a:lnTo>
                <a:lnTo>
                  <a:pt x="1728" y="3438"/>
                </a:lnTo>
                <a:lnTo>
                  <a:pt x="1692" y="3417"/>
                </a:lnTo>
                <a:lnTo>
                  <a:pt x="1658" y="3393"/>
                </a:lnTo>
                <a:lnTo>
                  <a:pt x="1624" y="3369"/>
                </a:lnTo>
                <a:lnTo>
                  <a:pt x="1591" y="3344"/>
                </a:lnTo>
                <a:lnTo>
                  <a:pt x="1559" y="3318"/>
                </a:lnTo>
                <a:lnTo>
                  <a:pt x="1528" y="3291"/>
                </a:lnTo>
                <a:lnTo>
                  <a:pt x="1497" y="3262"/>
                </a:lnTo>
                <a:lnTo>
                  <a:pt x="1467" y="3234"/>
                </a:lnTo>
                <a:lnTo>
                  <a:pt x="1438" y="3204"/>
                </a:lnTo>
                <a:lnTo>
                  <a:pt x="1411" y="3173"/>
                </a:lnTo>
                <a:lnTo>
                  <a:pt x="1384" y="3142"/>
                </a:lnTo>
                <a:lnTo>
                  <a:pt x="1359" y="3109"/>
                </a:lnTo>
                <a:lnTo>
                  <a:pt x="1334" y="3076"/>
                </a:lnTo>
                <a:lnTo>
                  <a:pt x="1310" y="3042"/>
                </a:lnTo>
                <a:lnTo>
                  <a:pt x="1287" y="3007"/>
                </a:lnTo>
                <a:lnTo>
                  <a:pt x="1266" y="2971"/>
                </a:lnTo>
                <a:lnTo>
                  <a:pt x="1246" y="2935"/>
                </a:lnTo>
                <a:lnTo>
                  <a:pt x="1226" y="2898"/>
                </a:lnTo>
                <a:lnTo>
                  <a:pt x="1208" y="2861"/>
                </a:lnTo>
                <a:lnTo>
                  <a:pt x="1191" y="2822"/>
                </a:lnTo>
                <a:lnTo>
                  <a:pt x="1175" y="2782"/>
                </a:lnTo>
                <a:lnTo>
                  <a:pt x="1161" y="2743"/>
                </a:lnTo>
                <a:lnTo>
                  <a:pt x="1147" y="2703"/>
                </a:lnTo>
                <a:lnTo>
                  <a:pt x="1135" y="2662"/>
                </a:lnTo>
                <a:lnTo>
                  <a:pt x="1125" y="2621"/>
                </a:lnTo>
                <a:lnTo>
                  <a:pt x="1115" y="2579"/>
                </a:lnTo>
                <a:lnTo>
                  <a:pt x="1108" y="2536"/>
                </a:lnTo>
                <a:lnTo>
                  <a:pt x="646" y="2240"/>
                </a:lnTo>
                <a:lnTo>
                  <a:pt x="203" y="2492"/>
                </a:lnTo>
                <a:lnTo>
                  <a:pt x="205" y="2539"/>
                </a:lnTo>
                <a:lnTo>
                  <a:pt x="208" y="2586"/>
                </a:lnTo>
                <a:lnTo>
                  <a:pt x="213" y="2633"/>
                </a:lnTo>
                <a:lnTo>
                  <a:pt x="219" y="2679"/>
                </a:lnTo>
                <a:lnTo>
                  <a:pt x="225" y="2725"/>
                </a:lnTo>
                <a:lnTo>
                  <a:pt x="232" y="2771"/>
                </a:lnTo>
                <a:lnTo>
                  <a:pt x="241" y="2817"/>
                </a:lnTo>
                <a:lnTo>
                  <a:pt x="250" y="2862"/>
                </a:lnTo>
                <a:lnTo>
                  <a:pt x="260" y="2907"/>
                </a:lnTo>
                <a:lnTo>
                  <a:pt x="271" y="2952"/>
                </a:lnTo>
                <a:lnTo>
                  <a:pt x="283" y="2995"/>
                </a:lnTo>
                <a:lnTo>
                  <a:pt x="296" y="3039"/>
                </a:lnTo>
                <a:lnTo>
                  <a:pt x="310" y="3082"/>
                </a:lnTo>
                <a:lnTo>
                  <a:pt x="324" y="3126"/>
                </a:lnTo>
                <a:lnTo>
                  <a:pt x="341" y="3168"/>
                </a:lnTo>
                <a:lnTo>
                  <a:pt x="357" y="3210"/>
                </a:lnTo>
                <a:lnTo>
                  <a:pt x="374" y="3252"/>
                </a:lnTo>
                <a:lnTo>
                  <a:pt x="392" y="3293"/>
                </a:lnTo>
                <a:lnTo>
                  <a:pt x="410" y="3334"/>
                </a:lnTo>
                <a:lnTo>
                  <a:pt x="430" y="3374"/>
                </a:lnTo>
                <a:lnTo>
                  <a:pt x="451" y="3414"/>
                </a:lnTo>
                <a:lnTo>
                  <a:pt x="472" y="3454"/>
                </a:lnTo>
                <a:lnTo>
                  <a:pt x="494" y="3492"/>
                </a:lnTo>
                <a:lnTo>
                  <a:pt x="517" y="3531"/>
                </a:lnTo>
                <a:lnTo>
                  <a:pt x="541" y="3569"/>
                </a:lnTo>
                <a:lnTo>
                  <a:pt x="564" y="3607"/>
                </a:lnTo>
                <a:lnTo>
                  <a:pt x="589" y="3643"/>
                </a:lnTo>
                <a:lnTo>
                  <a:pt x="615" y="3680"/>
                </a:lnTo>
                <a:lnTo>
                  <a:pt x="641" y="3715"/>
                </a:lnTo>
                <a:lnTo>
                  <a:pt x="669" y="3751"/>
                </a:lnTo>
                <a:lnTo>
                  <a:pt x="697" y="3785"/>
                </a:lnTo>
                <a:lnTo>
                  <a:pt x="725" y="3819"/>
                </a:lnTo>
                <a:lnTo>
                  <a:pt x="755" y="3853"/>
                </a:lnTo>
                <a:lnTo>
                  <a:pt x="784" y="3885"/>
                </a:lnTo>
                <a:lnTo>
                  <a:pt x="814" y="3918"/>
                </a:lnTo>
                <a:lnTo>
                  <a:pt x="847" y="3950"/>
                </a:lnTo>
                <a:lnTo>
                  <a:pt x="878" y="3981"/>
                </a:lnTo>
                <a:lnTo>
                  <a:pt x="910" y="4011"/>
                </a:lnTo>
                <a:lnTo>
                  <a:pt x="944" y="4041"/>
                </a:lnTo>
                <a:lnTo>
                  <a:pt x="977" y="4069"/>
                </a:lnTo>
                <a:lnTo>
                  <a:pt x="1011" y="4098"/>
                </a:lnTo>
                <a:lnTo>
                  <a:pt x="1046" y="4125"/>
                </a:lnTo>
                <a:lnTo>
                  <a:pt x="1082" y="4153"/>
                </a:lnTo>
                <a:lnTo>
                  <a:pt x="1118" y="4179"/>
                </a:lnTo>
                <a:lnTo>
                  <a:pt x="1154" y="4205"/>
                </a:lnTo>
                <a:lnTo>
                  <a:pt x="1191" y="4230"/>
                </a:lnTo>
                <a:lnTo>
                  <a:pt x="1228" y="4253"/>
                </a:lnTo>
                <a:lnTo>
                  <a:pt x="1266" y="4277"/>
                </a:lnTo>
                <a:lnTo>
                  <a:pt x="1304" y="4299"/>
                </a:lnTo>
                <a:lnTo>
                  <a:pt x="1344" y="4322"/>
                </a:lnTo>
                <a:lnTo>
                  <a:pt x="1384" y="4343"/>
                </a:lnTo>
                <a:lnTo>
                  <a:pt x="1423" y="4363"/>
                </a:lnTo>
                <a:lnTo>
                  <a:pt x="1463" y="4383"/>
                </a:lnTo>
                <a:lnTo>
                  <a:pt x="1504" y="4401"/>
                </a:lnTo>
                <a:lnTo>
                  <a:pt x="1545" y="4419"/>
                </a:lnTo>
                <a:lnTo>
                  <a:pt x="1588" y="4436"/>
                </a:lnTo>
                <a:lnTo>
                  <a:pt x="1630" y="4452"/>
                </a:lnTo>
                <a:lnTo>
                  <a:pt x="1672" y="4467"/>
                </a:lnTo>
                <a:lnTo>
                  <a:pt x="1716" y="4482"/>
                </a:lnTo>
                <a:lnTo>
                  <a:pt x="1759" y="4496"/>
                </a:lnTo>
                <a:lnTo>
                  <a:pt x="1803" y="4508"/>
                </a:lnTo>
                <a:lnTo>
                  <a:pt x="1847" y="4521"/>
                </a:lnTo>
                <a:lnTo>
                  <a:pt x="1891" y="4531"/>
                </a:lnTo>
                <a:lnTo>
                  <a:pt x="1937" y="4540"/>
                </a:lnTo>
                <a:lnTo>
                  <a:pt x="1895" y="4736"/>
                </a:lnTo>
                <a:lnTo>
                  <a:pt x="1842" y="4723"/>
                </a:lnTo>
                <a:lnTo>
                  <a:pt x="1790" y="4711"/>
                </a:lnTo>
                <a:lnTo>
                  <a:pt x="1738" y="4697"/>
                </a:lnTo>
                <a:lnTo>
                  <a:pt x="1687" y="4682"/>
                </a:lnTo>
                <a:lnTo>
                  <a:pt x="1636" y="4666"/>
                </a:lnTo>
                <a:lnTo>
                  <a:pt x="1586" y="4649"/>
                </a:lnTo>
                <a:lnTo>
                  <a:pt x="1537" y="4631"/>
                </a:lnTo>
                <a:lnTo>
                  <a:pt x="1488" y="4611"/>
                </a:lnTo>
                <a:lnTo>
                  <a:pt x="1441" y="4591"/>
                </a:lnTo>
                <a:lnTo>
                  <a:pt x="1392" y="4572"/>
                </a:lnTo>
                <a:lnTo>
                  <a:pt x="1346" y="4549"/>
                </a:lnTo>
                <a:lnTo>
                  <a:pt x="1300" y="4527"/>
                </a:lnTo>
                <a:lnTo>
                  <a:pt x="1254" y="4502"/>
                </a:lnTo>
                <a:lnTo>
                  <a:pt x="1210" y="4478"/>
                </a:lnTo>
                <a:lnTo>
                  <a:pt x="1166" y="4452"/>
                </a:lnTo>
                <a:lnTo>
                  <a:pt x="1123" y="4426"/>
                </a:lnTo>
                <a:lnTo>
                  <a:pt x="1080" y="4399"/>
                </a:lnTo>
                <a:lnTo>
                  <a:pt x="1038" y="4370"/>
                </a:lnTo>
                <a:lnTo>
                  <a:pt x="997" y="4342"/>
                </a:lnTo>
                <a:lnTo>
                  <a:pt x="956" y="4312"/>
                </a:lnTo>
                <a:lnTo>
                  <a:pt x="916" y="4281"/>
                </a:lnTo>
                <a:lnTo>
                  <a:pt x="878" y="4250"/>
                </a:lnTo>
                <a:lnTo>
                  <a:pt x="839" y="4217"/>
                </a:lnTo>
                <a:lnTo>
                  <a:pt x="802" y="4185"/>
                </a:lnTo>
                <a:lnTo>
                  <a:pt x="765" y="4150"/>
                </a:lnTo>
                <a:lnTo>
                  <a:pt x="729" y="4116"/>
                </a:lnTo>
                <a:lnTo>
                  <a:pt x="694" y="4080"/>
                </a:lnTo>
                <a:lnTo>
                  <a:pt x="659" y="4044"/>
                </a:lnTo>
                <a:lnTo>
                  <a:pt x="625" y="4008"/>
                </a:lnTo>
                <a:lnTo>
                  <a:pt x="593" y="3971"/>
                </a:lnTo>
                <a:lnTo>
                  <a:pt x="561" y="3932"/>
                </a:lnTo>
                <a:lnTo>
                  <a:pt x="530" y="3894"/>
                </a:lnTo>
                <a:lnTo>
                  <a:pt x="499" y="3854"/>
                </a:lnTo>
                <a:lnTo>
                  <a:pt x="469" y="3814"/>
                </a:lnTo>
                <a:lnTo>
                  <a:pt x="440" y="3773"/>
                </a:lnTo>
                <a:lnTo>
                  <a:pt x="413" y="3732"/>
                </a:lnTo>
                <a:lnTo>
                  <a:pt x="385" y="3690"/>
                </a:lnTo>
                <a:lnTo>
                  <a:pt x="359" y="3648"/>
                </a:lnTo>
                <a:lnTo>
                  <a:pt x="333" y="3606"/>
                </a:lnTo>
                <a:lnTo>
                  <a:pt x="310" y="3561"/>
                </a:lnTo>
                <a:lnTo>
                  <a:pt x="286" y="3517"/>
                </a:lnTo>
                <a:lnTo>
                  <a:pt x="262" y="3472"/>
                </a:lnTo>
                <a:lnTo>
                  <a:pt x="241" y="3426"/>
                </a:lnTo>
                <a:lnTo>
                  <a:pt x="220" y="3382"/>
                </a:lnTo>
                <a:lnTo>
                  <a:pt x="200" y="3334"/>
                </a:lnTo>
                <a:lnTo>
                  <a:pt x="180" y="3288"/>
                </a:lnTo>
                <a:lnTo>
                  <a:pt x="163" y="3241"/>
                </a:lnTo>
                <a:lnTo>
                  <a:pt x="145" y="3193"/>
                </a:lnTo>
                <a:lnTo>
                  <a:pt x="129" y="3145"/>
                </a:lnTo>
                <a:lnTo>
                  <a:pt x="113" y="3097"/>
                </a:lnTo>
                <a:lnTo>
                  <a:pt x="98" y="3047"/>
                </a:lnTo>
                <a:lnTo>
                  <a:pt x="86" y="2998"/>
                </a:lnTo>
                <a:lnTo>
                  <a:pt x="72" y="2948"/>
                </a:lnTo>
                <a:lnTo>
                  <a:pt x="61" y="2898"/>
                </a:lnTo>
                <a:lnTo>
                  <a:pt x="51" y="2847"/>
                </a:lnTo>
                <a:lnTo>
                  <a:pt x="41" y="2796"/>
                </a:lnTo>
                <a:lnTo>
                  <a:pt x="32" y="2745"/>
                </a:lnTo>
                <a:lnTo>
                  <a:pt x="25" y="2694"/>
                </a:lnTo>
                <a:lnTo>
                  <a:pt x="19" y="2642"/>
                </a:lnTo>
                <a:lnTo>
                  <a:pt x="12" y="2590"/>
                </a:lnTo>
                <a:lnTo>
                  <a:pt x="7" y="2538"/>
                </a:lnTo>
                <a:lnTo>
                  <a:pt x="4" y="2484"/>
                </a:lnTo>
                <a:lnTo>
                  <a:pt x="1" y="2431"/>
                </a:lnTo>
                <a:lnTo>
                  <a:pt x="0" y="2377"/>
                </a:lnTo>
                <a:lnTo>
                  <a:pt x="653" y="2008"/>
                </a:lnTo>
                <a:lnTo>
                  <a:pt x="1187" y="2350"/>
                </a:lnTo>
                <a:lnTo>
                  <a:pt x="1189" y="2350"/>
                </a:lnTo>
                <a:close/>
                <a:moveTo>
                  <a:pt x="2413" y="1187"/>
                </a:moveTo>
                <a:lnTo>
                  <a:pt x="2413" y="1187"/>
                </a:lnTo>
                <a:lnTo>
                  <a:pt x="2367" y="1190"/>
                </a:lnTo>
                <a:lnTo>
                  <a:pt x="2321" y="1194"/>
                </a:lnTo>
                <a:lnTo>
                  <a:pt x="2276" y="1200"/>
                </a:lnTo>
                <a:lnTo>
                  <a:pt x="2232" y="1207"/>
                </a:lnTo>
                <a:lnTo>
                  <a:pt x="2187" y="1216"/>
                </a:lnTo>
                <a:lnTo>
                  <a:pt x="2143" y="1227"/>
                </a:lnTo>
                <a:lnTo>
                  <a:pt x="2101" y="1238"/>
                </a:lnTo>
                <a:lnTo>
                  <a:pt x="2059" y="1252"/>
                </a:lnTo>
                <a:lnTo>
                  <a:pt x="2018" y="1267"/>
                </a:lnTo>
                <a:lnTo>
                  <a:pt x="1977" y="1284"/>
                </a:lnTo>
                <a:lnTo>
                  <a:pt x="1937" y="1302"/>
                </a:lnTo>
                <a:lnTo>
                  <a:pt x="1897" y="1322"/>
                </a:lnTo>
                <a:lnTo>
                  <a:pt x="1859" y="1341"/>
                </a:lnTo>
                <a:lnTo>
                  <a:pt x="1821" y="1364"/>
                </a:lnTo>
                <a:lnTo>
                  <a:pt x="1784" y="1387"/>
                </a:lnTo>
                <a:lnTo>
                  <a:pt x="1748" y="1412"/>
                </a:lnTo>
                <a:lnTo>
                  <a:pt x="1713" y="1437"/>
                </a:lnTo>
                <a:lnTo>
                  <a:pt x="1680" y="1465"/>
                </a:lnTo>
                <a:lnTo>
                  <a:pt x="1647" y="1493"/>
                </a:lnTo>
                <a:lnTo>
                  <a:pt x="1615" y="1522"/>
                </a:lnTo>
                <a:lnTo>
                  <a:pt x="1584" y="1553"/>
                </a:lnTo>
                <a:lnTo>
                  <a:pt x="1554" y="1584"/>
                </a:lnTo>
                <a:lnTo>
                  <a:pt x="1525" y="1616"/>
                </a:lnTo>
                <a:lnTo>
                  <a:pt x="1498" y="1650"/>
                </a:lnTo>
                <a:lnTo>
                  <a:pt x="1472" y="1685"/>
                </a:lnTo>
                <a:lnTo>
                  <a:pt x="1447" y="1721"/>
                </a:lnTo>
                <a:lnTo>
                  <a:pt x="1423" y="1757"/>
                </a:lnTo>
                <a:lnTo>
                  <a:pt x="1401" y="1794"/>
                </a:lnTo>
                <a:lnTo>
                  <a:pt x="1380" y="1833"/>
                </a:lnTo>
                <a:lnTo>
                  <a:pt x="1360" y="1871"/>
                </a:lnTo>
                <a:lnTo>
                  <a:pt x="1341" y="1911"/>
                </a:lnTo>
                <a:lnTo>
                  <a:pt x="1325" y="1952"/>
                </a:lnTo>
                <a:lnTo>
                  <a:pt x="1232" y="1916"/>
                </a:lnTo>
                <a:lnTo>
                  <a:pt x="1248" y="1876"/>
                </a:lnTo>
                <a:lnTo>
                  <a:pt x="1266" y="1839"/>
                </a:lnTo>
                <a:lnTo>
                  <a:pt x="1284" y="1800"/>
                </a:lnTo>
                <a:lnTo>
                  <a:pt x="1304" y="1764"/>
                </a:lnTo>
                <a:lnTo>
                  <a:pt x="1325" y="1728"/>
                </a:lnTo>
                <a:lnTo>
                  <a:pt x="1346" y="1692"/>
                </a:lnTo>
                <a:lnTo>
                  <a:pt x="1370" y="1657"/>
                </a:lnTo>
                <a:lnTo>
                  <a:pt x="1394" y="1624"/>
                </a:lnTo>
                <a:lnTo>
                  <a:pt x="1419" y="1591"/>
                </a:lnTo>
                <a:lnTo>
                  <a:pt x="1445" y="1559"/>
                </a:lnTo>
                <a:lnTo>
                  <a:pt x="1472" y="1527"/>
                </a:lnTo>
                <a:lnTo>
                  <a:pt x="1499" y="1497"/>
                </a:lnTo>
                <a:lnTo>
                  <a:pt x="1529" y="1467"/>
                </a:lnTo>
                <a:lnTo>
                  <a:pt x="1559" y="1438"/>
                </a:lnTo>
                <a:lnTo>
                  <a:pt x="1589" y="1411"/>
                </a:lnTo>
                <a:lnTo>
                  <a:pt x="1621" y="1384"/>
                </a:lnTo>
                <a:lnTo>
                  <a:pt x="1653" y="1359"/>
                </a:lnTo>
                <a:lnTo>
                  <a:pt x="1687" y="1334"/>
                </a:lnTo>
                <a:lnTo>
                  <a:pt x="1721" y="1310"/>
                </a:lnTo>
                <a:lnTo>
                  <a:pt x="1755" y="1287"/>
                </a:lnTo>
                <a:lnTo>
                  <a:pt x="1791" y="1266"/>
                </a:lnTo>
                <a:lnTo>
                  <a:pt x="1828" y="1246"/>
                </a:lnTo>
                <a:lnTo>
                  <a:pt x="1865" y="1226"/>
                </a:lnTo>
                <a:lnTo>
                  <a:pt x="1902" y="1207"/>
                </a:lnTo>
                <a:lnTo>
                  <a:pt x="1941" y="1191"/>
                </a:lnTo>
                <a:lnTo>
                  <a:pt x="1980" y="1175"/>
                </a:lnTo>
                <a:lnTo>
                  <a:pt x="2019" y="1160"/>
                </a:lnTo>
                <a:lnTo>
                  <a:pt x="2060" y="1148"/>
                </a:lnTo>
                <a:lnTo>
                  <a:pt x="2101" y="1135"/>
                </a:lnTo>
                <a:lnTo>
                  <a:pt x="2142" y="1124"/>
                </a:lnTo>
                <a:lnTo>
                  <a:pt x="2183" y="1115"/>
                </a:lnTo>
                <a:lnTo>
                  <a:pt x="2227" y="1107"/>
                </a:lnTo>
                <a:lnTo>
                  <a:pt x="2522" y="647"/>
                </a:lnTo>
                <a:lnTo>
                  <a:pt x="2270" y="201"/>
                </a:lnTo>
                <a:lnTo>
                  <a:pt x="2223" y="205"/>
                </a:lnTo>
                <a:lnTo>
                  <a:pt x="2177" y="208"/>
                </a:lnTo>
                <a:lnTo>
                  <a:pt x="2130" y="213"/>
                </a:lnTo>
                <a:lnTo>
                  <a:pt x="2084" y="218"/>
                </a:lnTo>
                <a:lnTo>
                  <a:pt x="2038" y="225"/>
                </a:lnTo>
                <a:lnTo>
                  <a:pt x="1992" y="232"/>
                </a:lnTo>
                <a:lnTo>
                  <a:pt x="1946" y="240"/>
                </a:lnTo>
                <a:lnTo>
                  <a:pt x="1901" y="250"/>
                </a:lnTo>
                <a:lnTo>
                  <a:pt x="1856" y="260"/>
                </a:lnTo>
                <a:lnTo>
                  <a:pt x="1811" y="271"/>
                </a:lnTo>
                <a:lnTo>
                  <a:pt x="1767" y="283"/>
                </a:lnTo>
                <a:lnTo>
                  <a:pt x="1723" y="296"/>
                </a:lnTo>
                <a:lnTo>
                  <a:pt x="1680" y="310"/>
                </a:lnTo>
                <a:lnTo>
                  <a:pt x="1637" y="324"/>
                </a:lnTo>
                <a:lnTo>
                  <a:pt x="1595" y="341"/>
                </a:lnTo>
                <a:lnTo>
                  <a:pt x="1553" y="357"/>
                </a:lnTo>
                <a:lnTo>
                  <a:pt x="1511" y="374"/>
                </a:lnTo>
                <a:lnTo>
                  <a:pt x="1469" y="392"/>
                </a:lnTo>
                <a:lnTo>
                  <a:pt x="1428" y="410"/>
                </a:lnTo>
                <a:lnTo>
                  <a:pt x="1389" y="430"/>
                </a:lnTo>
                <a:lnTo>
                  <a:pt x="1349" y="451"/>
                </a:lnTo>
                <a:lnTo>
                  <a:pt x="1309" y="472"/>
                </a:lnTo>
                <a:lnTo>
                  <a:pt x="1271" y="494"/>
                </a:lnTo>
                <a:lnTo>
                  <a:pt x="1232" y="517"/>
                </a:lnTo>
                <a:lnTo>
                  <a:pt x="1193" y="541"/>
                </a:lnTo>
                <a:lnTo>
                  <a:pt x="1156" y="564"/>
                </a:lnTo>
                <a:lnTo>
                  <a:pt x="1120" y="589"/>
                </a:lnTo>
                <a:lnTo>
                  <a:pt x="1083" y="615"/>
                </a:lnTo>
                <a:lnTo>
                  <a:pt x="1048" y="642"/>
                </a:lnTo>
                <a:lnTo>
                  <a:pt x="1012" y="669"/>
                </a:lnTo>
                <a:lnTo>
                  <a:pt x="977" y="696"/>
                </a:lnTo>
                <a:lnTo>
                  <a:pt x="944" y="725"/>
                </a:lnTo>
                <a:lnTo>
                  <a:pt x="910" y="755"/>
                </a:lnTo>
                <a:lnTo>
                  <a:pt x="878" y="785"/>
                </a:lnTo>
                <a:lnTo>
                  <a:pt x="845" y="814"/>
                </a:lnTo>
                <a:lnTo>
                  <a:pt x="813" y="845"/>
                </a:lnTo>
                <a:lnTo>
                  <a:pt x="782" y="878"/>
                </a:lnTo>
                <a:lnTo>
                  <a:pt x="752" y="910"/>
                </a:lnTo>
                <a:lnTo>
                  <a:pt x="722" y="944"/>
                </a:lnTo>
                <a:lnTo>
                  <a:pt x="692" y="977"/>
                </a:lnTo>
                <a:lnTo>
                  <a:pt x="665" y="1011"/>
                </a:lnTo>
                <a:lnTo>
                  <a:pt x="637" y="1046"/>
                </a:lnTo>
                <a:lnTo>
                  <a:pt x="610" y="1082"/>
                </a:lnTo>
                <a:lnTo>
                  <a:pt x="583" y="1116"/>
                </a:lnTo>
                <a:lnTo>
                  <a:pt x="558" y="1154"/>
                </a:lnTo>
                <a:lnTo>
                  <a:pt x="533" y="1191"/>
                </a:lnTo>
                <a:lnTo>
                  <a:pt x="510" y="1228"/>
                </a:lnTo>
                <a:lnTo>
                  <a:pt x="486" y="1266"/>
                </a:lnTo>
                <a:lnTo>
                  <a:pt x="464" y="1304"/>
                </a:lnTo>
                <a:lnTo>
                  <a:pt x="441" y="1344"/>
                </a:lnTo>
                <a:lnTo>
                  <a:pt x="420" y="1383"/>
                </a:lnTo>
                <a:lnTo>
                  <a:pt x="400" y="1424"/>
                </a:lnTo>
                <a:lnTo>
                  <a:pt x="380" y="1463"/>
                </a:lnTo>
                <a:lnTo>
                  <a:pt x="362" y="1504"/>
                </a:lnTo>
                <a:lnTo>
                  <a:pt x="344" y="1545"/>
                </a:lnTo>
                <a:lnTo>
                  <a:pt x="327" y="1588"/>
                </a:lnTo>
                <a:lnTo>
                  <a:pt x="311" y="1630"/>
                </a:lnTo>
                <a:lnTo>
                  <a:pt x="296" y="1672"/>
                </a:lnTo>
                <a:lnTo>
                  <a:pt x="281" y="1716"/>
                </a:lnTo>
                <a:lnTo>
                  <a:pt x="267" y="1759"/>
                </a:lnTo>
                <a:lnTo>
                  <a:pt x="255" y="1803"/>
                </a:lnTo>
                <a:lnTo>
                  <a:pt x="242" y="1848"/>
                </a:lnTo>
                <a:lnTo>
                  <a:pt x="231" y="1891"/>
                </a:lnTo>
                <a:lnTo>
                  <a:pt x="221" y="1936"/>
                </a:lnTo>
                <a:lnTo>
                  <a:pt x="27" y="1895"/>
                </a:lnTo>
                <a:lnTo>
                  <a:pt x="39" y="1843"/>
                </a:lnTo>
                <a:lnTo>
                  <a:pt x="52" y="1790"/>
                </a:lnTo>
                <a:lnTo>
                  <a:pt x="66" y="1738"/>
                </a:lnTo>
                <a:lnTo>
                  <a:pt x="81" y="1687"/>
                </a:lnTo>
                <a:lnTo>
                  <a:pt x="97" y="1636"/>
                </a:lnTo>
                <a:lnTo>
                  <a:pt x="114" y="1586"/>
                </a:lnTo>
                <a:lnTo>
                  <a:pt x="132" y="1537"/>
                </a:lnTo>
                <a:lnTo>
                  <a:pt x="150" y="1488"/>
                </a:lnTo>
                <a:lnTo>
                  <a:pt x="170" y="1441"/>
                </a:lnTo>
                <a:lnTo>
                  <a:pt x="191" y="1392"/>
                </a:lnTo>
                <a:lnTo>
                  <a:pt x="214" y="1346"/>
                </a:lnTo>
                <a:lnTo>
                  <a:pt x="236" y="1300"/>
                </a:lnTo>
                <a:lnTo>
                  <a:pt x="260" y="1254"/>
                </a:lnTo>
                <a:lnTo>
                  <a:pt x="285" y="1210"/>
                </a:lnTo>
                <a:lnTo>
                  <a:pt x="311" y="1166"/>
                </a:lnTo>
                <a:lnTo>
                  <a:pt x="337" y="1123"/>
                </a:lnTo>
                <a:lnTo>
                  <a:pt x="364" y="1080"/>
                </a:lnTo>
                <a:lnTo>
                  <a:pt x="393" y="1038"/>
                </a:lnTo>
                <a:lnTo>
                  <a:pt x="421" y="997"/>
                </a:lnTo>
                <a:lnTo>
                  <a:pt x="451" y="956"/>
                </a:lnTo>
                <a:lnTo>
                  <a:pt x="482" y="916"/>
                </a:lnTo>
                <a:lnTo>
                  <a:pt x="513" y="878"/>
                </a:lnTo>
                <a:lnTo>
                  <a:pt x="546" y="839"/>
                </a:lnTo>
                <a:lnTo>
                  <a:pt x="578" y="802"/>
                </a:lnTo>
                <a:lnTo>
                  <a:pt x="612" y="765"/>
                </a:lnTo>
                <a:lnTo>
                  <a:pt x="646" y="729"/>
                </a:lnTo>
                <a:lnTo>
                  <a:pt x="683" y="694"/>
                </a:lnTo>
                <a:lnTo>
                  <a:pt x="717" y="659"/>
                </a:lnTo>
                <a:lnTo>
                  <a:pt x="755" y="625"/>
                </a:lnTo>
                <a:lnTo>
                  <a:pt x="792" y="593"/>
                </a:lnTo>
                <a:lnTo>
                  <a:pt x="830" y="561"/>
                </a:lnTo>
                <a:lnTo>
                  <a:pt x="869" y="530"/>
                </a:lnTo>
                <a:lnTo>
                  <a:pt x="909" y="499"/>
                </a:lnTo>
                <a:lnTo>
                  <a:pt x="949" y="469"/>
                </a:lnTo>
                <a:lnTo>
                  <a:pt x="988" y="440"/>
                </a:lnTo>
                <a:lnTo>
                  <a:pt x="1031" y="413"/>
                </a:lnTo>
                <a:lnTo>
                  <a:pt x="1072" y="385"/>
                </a:lnTo>
                <a:lnTo>
                  <a:pt x="1115" y="359"/>
                </a:lnTo>
                <a:lnTo>
                  <a:pt x="1157" y="333"/>
                </a:lnTo>
                <a:lnTo>
                  <a:pt x="1201" y="310"/>
                </a:lnTo>
                <a:lnTo>
                  <a:pt x="1246" y="286"/>
                </a:lnTo>
                <a:lnTo>
                  <a:pt x="1290" y="262"/>
                </a:lnTo>
                <a:lnTo>
                  <a:pt x="1335" y="241"/>
                </a:lnTo>
                <a:lnTo>
                  <a:pt x="1381" y="220"/>
                </a:lnTo>
                <a:lnTo>
                  <a:pt x="1427" y="200"/>
                </a:lnTo>
                <a:lnTo>
                  <a:pt x="1474" y="180"/>
                </a:lnTo>
                <a:lnTo>
                  <a:pt x="1522" y="163"/>
                </a:lnTo>
                <a:lnTo>
                  <a:pt x="1569" y="145"/>
                </a:lnTo>
                <a:lnTo>
                  <a:pt x="1617" y="128"/>
                </a:lnTo>
                <a:lnTo>
                  <a:pt x="1666" y="113"/>
                </a:lnTo>
                <a:lnTo>
                  <a:pt x="1716" y="98"/>
                </a:lnTo>
                <a:lnTo>
                  <a:pt x="1764" y="86"/>
                </a:lnTo>
                <a:lnTo>
                  <a:pt x="1814" y="72"/>
                </a:lnTo>
                <a:lnTo>
                  <a:pt x="1865" y="61"/>
                </a:lnTo>
                <a:lnTo>
                  <a:pt x="1916" y="51"/>
                </a:lnTo>
                <a:lnTo>
                  <a:pt x="1966" y="41"/>
                </a:lnTo>
                <a:lnTo>
                  <a:pt x="2018" y="32"/>
                </a:lnTo>
                <a:lnTo>
                  <a:pt x="2069" y="25"/>
                </a:lnTo>
                <a:lnTo>
                  <a:pt x="2121" y="17"/>
                </a:lnTo>
                <a:lnTo>
                  <a:pt x="2173" y="12"/>
                </a:lnTo>
                <a:lnTo>
                  <a:pt x="2225" y="7"/>
                </a:lnTo>
                <a:lnTo>
                  <a:pt x="2279" y="4"/>
                </a:lnTo>
                <a:lnTo>
                  <a:pt x="2331" y="1"/>
                </a:lnTo>
                <a:lnTo>
                  <a:pt x="2384" y="0"/>
                </a:lnTo>
                <a:lnTo>
                  <a:pt x="2755" y="653"/>
                </a:lnTo>
                <a:lnTo>
                  <a:pt x="2413" y="1187"/>
                </a:lnTo>
                <a:close/>
                <a:moveTo>
                  <a:pt x="1780" y="2183"/>
                </a:moveTo>
                <a:lnTo>
                  <a:pt x="1780" y="2708"/>
                </a:lnTo>
                <a:lnTo>
                  <a:pt x="1650" y="2708"/>
                </a:lnTo>
                <a:lnTo>
                  <a:pt x="1650" y="2183"/>
                </a:lnTo>
                <a:lnTo>
                  <a:pt x="1462" y="2183"/>
                </a:lnTo>
                <a:lnTo>
                  <a:pt x="1462" y="2055"/>
                </a:lnTo>
                <a:lnTo>
                  <a:pt x="1967" y="2055"/>
                </a:lnTo>
                <a:lnTo>
                  <a:pt x="1967" y="2183"/>
                </a:lnTo>
                <a:lnTo>
                  <a:pt x="1780" y="2183"/>
                </a:lnTo>
                <a:close/>
                <a:moveTo>
                  <a:pt x="2648" y="2708"/>
                </a:moveTo>
                <a:lnTo>
                  <a:pt x="2504" y="2708"/>
                </a:lnTo>
                <a:lnTo>
                  <a:pt x="2453" y="2562"/>
                </a:lnTo>
                <a:lnTo>
                  <a:pt x="2214" y="2562"/>
                </a:lnTo>
                <a:lnTo>
                  <a:pt x="2163" y="2708"/>
                </a:lnTo>
                <a:lnTo>
                  <a:pt x="2023" y="2708"/>
                </a:lnTo>
                <a:lnTo>
                  <a:pt x="2273" y="2055"/>
                </a:lnTo>
                <a:lnTo>
                  <a:pt x="2399" y="2055"/>
                </a:lnTo>
                <a:lnTo>
                  <a:pt x="2648" y="2708"/>
                </a:lnTo>
                <a:close/>
                <a:moveTo>
                  <a:pt x="2408" y="2438"/>
                </a:moveTo>
                <a:lnTo>
                  <a:pt x="2334" y="2225"/>
                </a:lnTo>
                <a:lnTo>
                  <a:pt x="2259" y="2438"/>
                </a:lnTo>
                <a:lnTo>
                  <a:pt x="2408" y="2438"/>
                </a:lnTo>
                <a:close/>
                <a:moveTo>
                  <a:pt x="3302" y="2708"/>
                </a:moveTo>
                <a:lnTo>
                  <a:pt x="3147" y="2708"/>
                </a:lnTo>
                <a:lnTo>
                  <a:pt x="3017" y="2488"/>
                </a:lnTo>
                <a:lnTo>
                  <a:pt x="2887" y="2708"/>
                </a:lnTo>
                <a:lnTo>
                  <a:pt x="2731" y="2708"/>
                </a:lnTo>
                <a:lnTo>
                  <a:pt x="2939" y="2375"/>
                </a:lnTo>
                <a:lnTo>
                  <a:pt x="2741" y="2055"/>
                </a:lnTo>
                <a:lnTo>
                  <a:pt x="2897" y="2055"/>
                </a:lnTo>
                <a:lnTo>
                  <a:pt x="3017" y="2260"/>
                </a:lnTo>
                <a:lnTo>
                  <a:pt x="3137" y="2055"/>
                </a:lnTo>
                <a:lnTo>
                  <a:pt x="3293" y="2055"/>
                </a:lnTo>
                <a:lnTo>
                  <a:pt x="3094" y="2375"/>
                </a:lnTo>
                <a:lnTo>
                  <a:pt x="3302" y="2708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  <p:sp>
        <p:nvSpPr>
          <p:cNvPr id="270" name="Google Shape;403;p42"/>
          <p:cNvSpPr/>
          <p:nvPr/>
        </p:nvSpPr>
        <p:spPr>
          <a:xfrm>
            <a:off x="7920360" y="1156680"/>
            <a:ext cx="25898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20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Operações com partes relacionadas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CaixaDeTexto 18"/>
          <p:cNvSpPr/>
          <p:nvPr/>
        </p:nvSpPr>
        <p:spPr>
          <a:xfrm>
            <a:off x="6138720" y="1955880"/>
            <a:ext cx="5624280" cy="23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 distribuição a título gratuito de bens e serviços pela pessoa jurídica são enquadradas como fato gerador.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680" defTabSz="914400">
              <a:lnSpc>
                <a:spcPct val="100000"/>
              </a:lnSpc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Ex: Pagamento da escola do filho pela PJ, despesas do sócios, entre outras.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Venda entre PJs do mesmo grupo econômico, visando economia tributária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Freeform 62"/>
          <p:cNvSpPr/>
          <p:nvPr/>
        </p:nvSpPr>
        <p:spPr>
          <a:xfrm>
            <a:off x="1072080" y="1005120"/>
            <a:ext cx="720360" cy="720360"/>
          </a:xfrm>
          <a:custGeom>
            <a:avLst/>
            <a:gdLst>
              <a:gd name="textAreaLeft" fmla="*/ 0 w 720360"/>
              <a:gd name="textAreaRight" fmla="*/ 720720 w 720360"/>
              <a:gd name="textAreaTop" fmla="*/ 0 h 720360"/>
              <a:gd name="textAreaBottom" fmla="*/ 720720 h 720360"/>
              <a:gd name="GluePoint1X" fmla="*/ 2147483647 w 4764"/>
              <a:gd name="GluePoint1Y" fmla="*/ 2147483647 h 4763"/>
              <a:gd name="GluePoint2X" fmla="*/ 2147483647 w 4764"/>
              <a:gd name="GluePoint2Y" fmla="*/ 2147483647 h 4763"/>
              <a:gd name="GluePoint3X" fmla="*/ 2147483647 w 4764"/>
              <a:gd name="GluePoint3Y" fmla="*/ 2147483647 h 4763"/>
              <a:gd name="GluePoint4X" fmla="*/ 2147483647 w 4764"/>
              <a:gd name="GluePoint4Y" fmla="*/ 2147483647 h 4763"/>
              <a:gd name="GluePoint5X" fmla="*/ 2147483647 w 4764"/>
              <a:gd name="GluePoint5Y" fmla="*/ 2147483647 h 4763"/>
              <a:gd name="GluePoint6X" fmla="*/ 2147483647 w 4764"/>
              <a:gd name="GluePoint6Y" fmla="*/ 2147483647 h 4763"/>
              <a:gd name="GluePoint7X" fmla="*/ 2147483647 w 4764"/>
              <a:gd name="GluePoint7Y" fmla="*/ 2147483647 h 4763"/>
              <a:gd name="GluePoint8X" fmla="*/ 2147483647 w 4764"/>
              <a:gd name="GluePoint8Y" fmla="*/ 2147483647 h 4763"/>
              <a:gd name="GluePoint9X" fmla="*/ 2147483647 w 4764"/>
              <a:gd name="GluePoint9Y" fmla="*/ 2147483647 h 4763"/>
              <a:gd name="GluePoint10X" fmla="*/ 2147483647 w 4764"/>
              <a:gd name="GluePoint10Y" fmla="*/ 2147483647 h 4763"/>
              <a:gd name="GluePoint11X" fmla="*/ 2147483647 w 4764"/>
              <a:gd name="GluePoint11Y" fmla="*/ 2147483647 h 4763"/>
              <a:gd name="GluePoint12X" fmla="*/ 2147483647 w 4764"/>
              <a:gd name="GluePoint12Y" fmla="*/ 2147483647 h 4763"/>
              <a:gd name="GluePoint13X" fmla="*/ 2147483647 w 4764"/>
              <a:gd name="GluePoint13Y" fmla="*/ 2147483647 h 4763"/>
              <a:gd name="GluePoint14X" fmla="*/ 2147483647 w 4764"/>
              <a:gd name="GluePoint14Y" fmla="*/ 2147483647 h 4763"/>
              <a:gd name="GluePoint15X" fmla="*/ 2147483647 w 4764"/>
              <a:gd name="GluePoint15Y" fmla="*/ 2147483647 h 4763"/>
              <a:gd name="GluePoint16X" fmla="*/ 2147483647 w 4764"/>
              <a:gd name="GluePoint16Y" fmla="*/ 2147483647 h 4763"/>
              <a:gd name="GluePoint17X" fmla="*/ 2147483647 w 4764"/>
              <a:gd name="GluePoint17Y" fmla="*/ 2147483647 h 4763"/>
              <a:gd name="GluePoint18X" fmla="*/ 2147483647 w 4764"/>
              <a:gd name="GluePoint18Y" fmla="*/ 2147483647 h 4763"/>
              <a:gd name="GluePoint19X" fmla="*/ 2147483647 w 4764"/>
              <a:gd name="GluePoint19Y" fmla="*/ 2147483647 h 4763"/>
              <a:gd name="GluePoint20X" fmla="*/ 2147483647 w 4764"/>
              <a:gd name="GluePoint20Y" fmla="*/ 2147483647 h 4763"/>
              <a:gd name="GluePoint21X" fmla="*/ 2147483647 w 4764"/>
              <a:gd name="GluePoint21Y" fmla="*/ 2147483647 h 4763"/>
              <a:gd name="GluePoint22X" fmla="*/ 2147483647 w 4764"/>
              <a:gd name="GluePoint22Y" fmla="*/ 2147483647 h 4763"/>
              <a:gd name="GluePoint23X" fmla="*/ 2147483647 w 4764"/>
              <a:gd name="GluePoint23Y" fmla="*/ 2147483647 h 4763"/>
              <a:gd name="GluePoint24X" fmla="*/ 2147483647 w 4764"/>
              <a:gd name="GluePoint24Y" fmla="*/ 2147483647 h 4763"/>
              <a:gd name="GluePoint25X" fmla="*/ 2147483647 w 4764"/>
              <a:gd name="GluePoint25Y" fmla="*/ 2147483647 h 4763"/>
              <a:gd name="GluePoint26X" fmla="*/ 2147483647 w 4764"/>
              <a:gd name="GluePoint26Y" fmla="*/ 2147483647 h 4763"/>
              <a:gd name="GluePoint27X" fmla="*/ 2147483647 w 4764"/>
              <a:gd name="GluePoint27Y" fmla="*/ 2147483647 h 4763"/>
              <a:gd name="GluePoint28X" fmla="*/ 2147483647 w 4764"/>
              <a:gd name="GluePoint28Y" fmla="*/ 2147483647 h 4763"/>
              <a:gd name="GluePoint29X" fmla="*/ 2147483647 w 4764"/>
              <a:gd name="GluePoint29Y" fmla="*/ 2147483647 h 4763"/>
              <a:gd name="GluePoint30X" fmla="*/ 2147483647 w 4764"/>
              <a:gd name="GluePoint30Y" fmla="*/ 2147483647 h 4763"/>
              <a:gd name="GluePoint31X" fmla="*/ 2147483647 w 4764"/>
              <a:gd name="GluePoint31Y" fmla="*/ 2147483647 h 4763"/>
              <a:gd name="GluePoint32X" fmla="*/ 2147483647 w 4764"/>
              <a:gd name="GluePoint32Y" fmla="*/ 2147483647 h 4763"/>
              <a:gd name="GluePoint33X" fmla="*/ 2147483647 w 4764"/>
              <a:gd name="GluePoint33Y" fmla="*/ 2147483647 h 4763"/>
              <a:gd name="GluePoint34X" fmla="*/ 2147483647 w 4764"/>
              <a:gd name="GluePoint34Y" fmla="*/ 2147483647 h 4763"/>
              <a:gd name="GluePoint35X" fmla="*/ 2147483647 w 4764"/>
              <a:gd name="GluePoint35Y" fmla="*/ 2147483647 h 4763"/>
              <a:gd name="GluePoint36X" fmla="*/ 2147483647 w 4764"/>
              <a:gd name="GluePoint36Y" fmla="*/ 2147483647 h 4763"/>
              <a:gd name="GluePoint37X" fmla="*/ 2147483647 w 4764"/>
              <a:gd name="GluePoint37Y" fmla="*/ 2147483647 h 4763"/>
              <a:gd name="GluePoint38X" fmla="*/ 2147483647 w 4764"/>
              <a:gd name="GluePoint38Y" fmla="*/ 2147483647 h 4763"/>
              <a:gd name="GluePoint39X" fmla="*/ 2147483647 w 4764"/>
              <a:gd name="GluePoint39Y" fmla="*/ 2147483647 h 4763"/>
              <a:gd name="GluePoint40X" fmla="*/ 2147483647 w 4764"/>
              <a:gd name="GluePoint40Y" fmla="*/ 2147483647 h 4763"/>
              <a:gd name="GluePoint41X" fmla="*/ 2147483647 w 4764"/>
              <a:gd name="GluePoint41Y" fmla="*/ 2147483647 h 4763"/>
              <a:gd name="GluePoint42X" fmla="*/ 2147483647 w 4764"/>
              <a:gd name="GluePoint42Y" fmla="*/ 2147483647 h 4763"/>
              <a:gd name="GluePoint43X" fmla="*/ 2147483647 w 4764"/>
              <a:gd name="GluePoint43Y" fmla="*/ 2147483647 h 4763"/>
              <a:gd name="GluePoint44X" fmla="*/ 2147483647 w 4764"/>
              <a:gd name="GluePoint44Y" fmla="*/ 2147483647 h 4763"/>
              <a:gd name="GluePoint45X" fmla="*/ 2147483647 w 4764"/>
              <a:gd name="GluePoint45Y" fmla="*/ 2147483647 h 4763"/>
              <a:gd name="GluePoint46X" fmla="*/ 2147483647 w 4764"/>
              <a:gd name="GluePoint46Y" fmla="*/ 2147483647 h 4763"/>
              <a:gd name="GluePoint47X" fmla="*/ 2147483647 w 4764"/>
              <a:gd name="GluePoint47Y" fmla="*/ 2147483647 h 4763"/>
              <a:gd name="GluePoint48X" fmla="*/ 2147483647 w 4764"/>
              <a:gd name="GluePoint48Y" fmla="*/ 2147483647 h 4763"/>
              <a:gd name="GluePoint49X" fmla="*/ 2147483647 w 4764"/>
              <a:gd name="GluePoint49Y" fmla="*/ 2147483647 h 4763"/>
              <a:gd name="GluePoint50X" fmla="*/ 2147483647 w 4764"/>
              <a:gd name="GluePoint50Y" fmla="*/ 2147483647 h 4763"/>
              <a:gd name="GluePoint51X" fmla="*/ 2147483647 w 4764"/>
              <a:gd name="GluePoint51Y" fmla="*/ 2147483647 h 4763"/>
              <a:gd name="GluePoint52X" fmla="*/ 2147483647 w 4764"/>
              <a:gd name="GluePoint52Y" fmla="*/ 2147483647 h 4763"/>
              <a:gd name="GluePoint53X" fmla="*/ 2147483647 w 4764"/>
              <a:gd name="GluePoint53Y" fmla="*/ 2147483647 h 4763"/>
              <a:gd name="GluePoint54X" fmla="*/ 2147483647 w 4764"/>
              <a:gd name="GluePoint54Y" fmla="*/ 2147483647 h 4763"/>
              <a:gd name="GluePoint55X" fmla="*/ 2147483647 w 4764"/>
              <a:gd name="GluePoint55Y" fmla="*/ 2147483647 h 4763"/>
              <a:gd name="GluePoint56X" fmla="*/ 2147483647 w 4764"/>
              <a:gd name="GluePoint56Y" fmla="*/ 2147483647 h 4763"/>
              <a:gd name="GluePoint57X" fmla="*/ 2147483647 w 4764"/>
              <a:gd name="GluePoint57Y" fmla="*/ 2147483647 h 4763"/>
              <a:gd name="GluePoint58X" fmla="*/ 2147483647 w 4764"/>
              <a:gd name="GluePoint58Y" fmla="*/ 2147483647 h 4763"/>
              <a:gd name="GluePoint59X" fmla="*/ 2147483647 w 4764"/>
              <a:gd name="GluePoint59Y" fmla="*/ 2147483647 h 4763"/>
              <a:gd name="GluePoint60X" fmla="*/ 2147483647 w 4764"/>
              <a:gd name="GluePoint60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</a:cxnLst>
            <a:rect l="textAreaLeft" t="textAreaTop" r="textAreaRight" b="textAreaBottom"/>
            <a:pathLst>
              <a:path w="4764" h="4763">
                <a:moveTo>
                  <a:pt x="3577" y="2413"/>
                </a:moveTo>
                <a:lnTo>
                  <a:pt x="3577" y="2413"/>
                </a:lnTo>
                <a:lnTo>
                  <a:pt x="3574" y="2367"/>
                </a:lnTo>
                <a:lnTo>
                  <a:pt x="3571" y="2321"/>
                </a:lnTo>
                <a:lnTo>
                  <a:pt x="3564" y="2276"/>
                </a:lnTo>
                <a:lnTo>
                  <a:pt x="3557" y="2232"/>
                </a:lnTo>
                <a:lnTo>
                  <a:pt x="3548" y="2187"/>
                </a:lnTo>
                <a:lnTo>
                  <a:pt x="3538" y="2143"/>
                </a:lnTo>
                <a:lnTo>
                  <a:pt x="3526" y="2101"/>
                </a:lnTo>
                <a:lnTo>
                  <a:pt x="3512" y="2059"/>
                </a:lnTo>
                <a:lnTo>
                  <a:pt x="3497" y="2018"/>
                </a:lnTo>
                <a:lnTo>
                  <a:pt x="3481" y="1977"/>
                </a:lnTo>
                <a:lnTo>
                  <a:pt x="3462" y="1936"/>
                </a:lnTo>
                <a:lnTo>
                  <a:pt x="3444" y="1897"/>
                </a:lnTo>
                <a:lnTo>
                  <a:pt x="3423" y="1859"/>
                </a:lnTo>
                <a:lnTo>
                  <a:pt x="3400" y="1821"/>
                </a:lnTo>
                <a:lnTo>
                  <a:pt x="3377" y="1784"/>
                </a:lnTo>
                <a:lnTo>
                  <a:pt x="3353" y="1748"/>
                </a:lnTo>
                <a:lnTo>
                  <a:pt x="3327" y="1713"/>
                </a:lnTo>
                <a:lnTo>
                  <a:pt x="3299" y="1680"/>
                </a:lnTo>
                <a:lnTo>
                  <a:pt x="3271" y="1646"/>
                </a:lnTo>
                <a:lnTo>
                  <a:pt x="3242" y="1615"/>
                </a:lnTo>
                <a:lnTo>
                  <a:pt x="3211" y="1584"/>
                </a:lnTo>
                <a:lnTo>
                  <a:pt x="3180" y="1554"/>
                </a:lnTo>
                <a:lnTo>
                  <a:pt x="3148" y="1526"/>
                </a:lnTo>
                <a:lnTo>
                  <a:pt x="3114" y="1498"/>
                </a:lnTo>
                <a:lnTo>
                  <a:pt x="3079" y="1472"/>
                </a:lnTo>
                <a:lnTo>
                  <a:pt x="3043" y="1447"/>
                </a:lnTo>
                <a:lnTo>
                  <a:pt x="3007" y="1424"/>
                </a:lnTo>
                <a:lnTo>
                  <a:pt x="2970" y="1401"/>
                </a:lnTo>
                <a:lnTo>
                  <a:pt x="2932" y="1380"/>
                </a:lnTo>
                <a:lnTo>
                  <a:pt x="2893" y="1360"/>
                </a:lnTo>
                <a:lnTo>
                  <a:pt x="2853" y="1341"/>
                </a:lnTo>
                <a:lnTo>
                  <a:pt x="2812" y="1324"/>
                </a:lnTo>
                <a:lnTo>
                  <a:pt x="2849" y="1232"/>
                </a:lnTo>
                <a:lnTo>
                  <a:pt x="2888" y="1248"/>
                </a:lnTo>
                <a:lnTo>
                  <a:pt x="2925" y="1266"/>
                </a:lnTo>
                <a:lnTo>
                  <a:pt x="2964" y="1284"/>
                </a:lnTo>
                <a:lnTo>
                  <a:pt x="3000" y="1304"/>
                </a:lnTo>
                <a:lnTo>
                  <a:pt x="3036" y="1324"/>
                </a:lnTo>
                <a:lnTo>
                  <a:pt x="3072" y="1346"/>
                </a:lnTo>
                <a:lnTo>
                  <a:pt x="3107" y="1370"/>
                </a:lnTo>
                <a:lnTo>
                  <a:pt x="3140" y="1394"/>
                </a:lnTo>
                <a:lnTo>
                  <a:pt x="3173" y="1419"/>
                </a:lnTo>
                <a:lnTo>
                  <a:pt x="3205" y="1445"/>
                </a:lnTo>
                <a:lnTo>
                  <a:pt x="3237" y="1472"/>
                </a:lnTo>
                <a:lnTo>
                  <a:pt x="3267" y="1499"/>
                </a:lnTo>
                <a:lnTo>
                  <a:pt x="3297" y="1529"/>
                </a:lnTo>
                <a:lnTo>
                  <a:pt x="3326" y="1559"/>
                </a:lnTo>
                <a:lnTo>
                  <a:pt x="3353" y="1589"/>
                </a:lnTo>
                <a:lnTo>
                  <a:pt x="3380" y="1621"/>
                </a:lnTo>
                <a:lnTo>
                  <a:pt x="3406" y="1654"/>
                </a:lnTo>
                <a:lnTo>
                  <a:pt x="3430" y="1687"/>
                </a:lnTo>
                <a:lnTo>
                  <a:pt x="3455" y="1721"/>
                </a:lnTo>
                <a:lnTo>
                  <a:pt x="3477" y="1756"/>
                </a:lnTo>
                <a:lnTo>
                  <a:pt x="3498" y="1792"/>
                </a:lnTo>
                <a:lnTo>
                  <a:pt x="3520" y="1828"/>
                </a:lnTo>
                <a:lnTo>
                  <a:pt x="3538" y="1865"/>
                </a:lnTo>
                <a:lnTo>
                  <a:pt x="3557" y="1902"/>
                </a:lnTo>
                <a:lnTo>
                  <a:pt x="3573" y="1941"/>
                </a:lnTo>
                <a:lnTo>
                  <a:pt x="3589" y="1979"/>
                </a:lnTo>
                <a:lnTo>
                  <a:pt x="3604" y="2019"/>
                </a:lnTo>
                <a:lnTo>
                  <a:pt x="3617" y="2060"/>
                </a:lnTo>
                <a:lnTo>
                  <a:pt x="3629" y="2101"/>
                </a:lnTo>
                <a:lnTo>
                  <a:pt x="3640" y="2142"/>
                </a:lnTo>
                <a:lnTo>
                  <a:pt x="3649" y="2183"/>
                </a:lnTo>
                <a:lnTo>
                  <a:pt x="3658" y="2225"/>
                </a:lnTo>
                <a:lnTo>
                  <a:pt x="4118" y="2523"/>
                </a:lnTo>
                <a:lnTo>
                  <a:pt x="4563" y="2270"/>
                </a:lnTo>
                <a:lnTo>
                  <a:pt x="4560" y="2223"/>
                </a:lnTo>
                <a:lnTo>
                  <a:pt x="4556" y="2176"/>
                </a:lnTo>
                <a:lnTo>
                  <a:pt x="4551" y="2130"/>
                </a:lnTo>
                <a:lnTo>
                  <a:pt x="4546" y="2084"/>
                </a:lnTo>
                <a:lnTo>
                  <a:pt x="4539" y="2036"/>
                </a:lnTo>
                <a:lnTo>
                  <a:pt x="4532" y="1992"/>
                </a:lnTo>
                <a:lnTo>
                  <a:pt x="4524" y="1946"/>
                </a:lnTo>
                <a:lnTo>
                  <a:pt x="4514" y="1901"/>
                </a:lnTo>
                <a:lnTo>
                  <a:pt x="4504" y="1856"/>
                </a:lnTo>
                <a:lnTo>
                  <a:pt x="4493" y="1811"/>
                </a:lnTo>
                <a:lnTo>
                  <a:pt x="4481" y="1767"/>
                </a:lnTo>
                <a:lnTo>
                  <a:pt x="4468" y="1723"/>
                </a:lnTo>
                <a:lnTo>
                  <a:pt x="4454" y="1680"/>
                </a:lnTo>
                <a:lnTo>
                  <a:pt x="4440" y="1637"/>
                </a:lnTo>
                <a:lnTo>
                  <a:pt x="4425" y="1595"/>
                </a:lnTo>
                <a:lnTo>
                  <a:pt x="4407" y="1553"/>
                </a:lnTo>
                <a:lnTo>
                  <a:pt x="4391" y="1511"/>
                </a:lnTo>
                <a:lnTo>
                  <a:pt x="4372" y="1470"/>
                </a:lnTo>
                <a:lnTo>
                  <a:pt x="4354" y="1429"/>
                </a:lnTo>
                <a:lnTo>
                  <a:pt x="4334" y="1389"/>
                </a:lnTo>
                <a:lnTo>
                  <a:pt x="4314" y="1349"/>
                </a:lnTo>
                <a:lnTo>
                  <a:pt x="4293" y="1309"/>
                </a:lnTo>
                <a:lnTo>
                  <a:pt x="4270" y="1271"/>
                </a:lnTo>
                <a:lnTo>
                  <a:pt x="4247" y="1232"/>
                </a:lnTo>
                <a:lnTo>
                  <a:pt x="4224" y="1194"/>
                </a:lnTo>
                <a:lnTo>
                  <a:pt x="4200" y="1156"/>
                </a:lnTo>
                <a:lnTo>
                  <a:pt x="4175" y="1119"/>
                </a:lnTo>
                <a:lnTo>
                  <a:pt x="4149" y="1083"/>
                </a:lnTo>
                <a:lnTo>
                  <a:pt x="4123" y="1047"/>
                </a:lnTo>
                <a:lnTo>
                  <a:pt x="4095" y="1012"/>
                </a:lnTo>
                <a:lnTo>
                  <a:pt x="4068" y="977"/>
                </a:lnTo>
                <a:lnTo>
                  <a:pt x="4039" y="944"/>
                </a:lnTo>
                <a:lnTo>
                  <a:pt x="4009" y="910"/>
                </a:lnTo>
                <a:lnTo>
                  <a:pt x="3980" y="877"/>
                </a:lnTo>
                <a:lnTo>
                  <a:pt x="3950" y="844"/>
                </a:lnTo>
                <a:lnTo>
                  <a:pt x="3919" y="813"/>
                </a:lnTo>
                <a:lnTo>
                  <a:pt x="3886" y="782"/>
                </a:lnTo>
                <a:lnTo>
                  <a:pt x="3854" y="752"/>
                </a:lnTo>
                <a:lnTo>
                  <a:pt x="3820" y="722"/>
                </a:lnTo>
                <a:lnTo>
                  <a:pt x="3787" y="693"/>
                </a:lnTo>
                <a:lnTo>
                  <a:pt x="3753" y="665"/>
                </a:lnTo>
                <a:lnTo>
                  <a:pt x="3718" y="637"/>
                </a:lnTo>
                <a:lnTo>
                  <a:pt x="3684" y="610"/>
                </a:lnTo>
                <a:lnTo>
                  <a:pt x="3648" y="583"/>
                </a:lnTo>
                <a:lnTo>
                  <a:pt x="3610" y="558"/>
                </a:lnTo>
                <a:lnTo>
                  <a:pt x="3574" y="533"/>
                </a:lnTo>
                <a:lnTo>
                  <a:pt x="3536" y="509"/>
                </a:lnTo>
                <a:lnTo>
                  <a:pt x="3498" y="486"/>
                </a:lnTo>
                <a:lnTo>
                  <a:pt x="3460" y="462"/>
                </a:lnTo>
                <a:lnTo>
                  <a:pt x="3420" y="441"/>
                </a:lnTo>
                <a:lnTo>
                  <a:pt x="3382" y="420"/>
                </a:lnTo>
                <a:lnTo>
                  <a:pt x="3341" y="400"/>
                </a:lnTo>
                <a:lnTo>
                  <a:pt x="3301" y="380"/>
                </a:lnTo>
                <a:lnTo>
                  <a:pt x="3260" y="362"/>
                </a:lnTo>
                <a:lnTo>
                  <a:pt x="3219" y="344"/>
                </a:lnTo>
                <a:lnTo>
                  <a:pt x="3176" y="327"/>
                </a:lnTo>
                <a:lnTo>
                  <a:pt x="3134" y="311"/>
                </a:lnTo>
                <a:lnTo>
                  <a:pt x="3092" y="295"/>
                </a:lnTo>
                <a:lnTo>
                  <a:pt x="3048" y="281"/>
                </a:lnTo>
                <a:lnTo>
                  <a:pt x="3005" y="267"/>
                </a:lnTo>
                <a:lnTo>
                  <a:pt x="2961" y="255"/>
                </a:lnTo>
                <a:lnTo>
                  <a:pt x="2918" y="242"/>
                </a:lnTo>
                <a:lnTo>
                  <a:pt x="2873" y="231"/>
                </a:lnTo>
                <a:lnTo>
                  <a:pt x="2828" y="221"/>
                </a:lnTo>
                <a:lnTo>
                  <a:pt x="2869" y="27"/>
                </a:lnTo>
                <a:lnTo>
                  <a:pt x="2922" y="39"/>
                </a:lnTo>
                <a:lnTo>
                  <a:pt x="2975" y="52"/>
                </a:lnTo>
                <a:lnTo>
                  <a:pt x="3026" y="66"/>
                </a:lnTo>
                <a:lnTo>
                  <a:pt x="3077" y="81"/>
                </a:lnTo>
                <a:lnTo>
                  <a:pt x="3128" y="97"/>
                </a:lnTo>
                <a:lnTo>
                  <a:pt x="3178" y="113"/>
                </a:lnTo>
                <a:lnTo>
                  <a:pt x="3227" y="132"/>
                </a:lnTo>
                <a:lnTo>
                  <a:pt x="3276" y="150"/>
                </a:lnTo>
                <a:lnTo>
                  <a:pt x="3324" y="170"/>
                </a:lnTo>
                <a:lnTo>
                  <a:pt x="3372" y="191"/>
                </a:lnTo>
                <a:lnTo>
                  <a:pt x="3418" y="214"/>
                </a:lnTo>
                <a:lnTo>
                  <a:pt x="3464" y="236"/>
                </a:lnTo>
                <a:lnTo>
                  <a:pt x="3510" y="260"/>
                </a:lnTo>
                <a:lnTo>
                  <a:pt x="3554" y="285"/>
                </a:lnTo>
                <a:lnTo>
                  <a:pt x="3598" y="311"/>
                </a:lnTo>
                <a:lnTo>
                  <a:pt x="3641" y="337"/>
                </a:lnTo>
                <a:lnTo>
                  <a:pt x="3684" y="364"/>
                </a:lnTo>
                <a:lnTo>
                  <a:pt x="3726" y="392"/>
                </a:lnTo>
                <a:lnTo>
                  <a:pt x="3767" y="421"/>
                </a:lnTo>
                <a:lnTo>
                  <a:pt x="3808" y="451"/>
                </a:lnTo>
                <a:lnTo>
                  <a:pt x="3848" y="481"/>
                </a:lnTo>
                <a:lnTo>
                  <a:pt x="3886" y="513"/>
                </a:lnTo>
                <a:lnTo>
                  <a:pt x="3925" y="546"/>
                </a:lnTo>
                <a:lnTo>
                  <a:pt x="3962" y="578"/>
                </a:lnTo>
                <a:lnTo>
                  <a:pt x="3999" y="612"/>
                </a:lnTo>
                <a:lnTo>
                  <a:pt x="4035" y="647"/>
                </a:lnTo>
                <a:lnTo>
                  <a:pt x="4070" y="681"/>
                </a:lnTo>
                <a:lnTo>
                  <a:pt x="4105" y="717"/>
                </a:lnTo>
                <a:lnTo>
                  <a:pt x="4139" y="755"/>
                </a:lnTo>
                <a:lnTo>
                  <a:pt x="4171" y="792"/>
                </a:lnTo>
                <a:lnTo>
                  <a:pt x="4203" y="831"/>
                </a:lnTo>
                <a:lnTo>
                  <a:pt x="4234" y="869"/>
                </a:lnTo>
                <a:lnTo>
                  <a:pt x="4265" y="908"/>
                </a:lnTo>
                <a:lnTo>
                  <a:pt x="4295" y="949"/>
                </a:lnTo>
                <a:lnTo>
                  <a:pt x="4324" y="988"/>
                </a:lnTo>
                <a:lnTo>
                  <a:pt x="4351" y="1031"/>
                </a:lnTo>
                <a:lnTo>
                  <a:pt x="4379" y="1072"/>
                </a:lnTo>
                <a:lnTo>
                  <a:pt x="4405" y="1115"/>
                </a:lnTo>
                <a:lnTo>
                  <a:pt x="4431" y="1157"/>
                </a:lnTo>
                <a:lnTo>
                  <a:pt x="4456" y="1201"/>
                </a:lnTo>
                <a:lnTo>
                  <a:pt x="4479" y="1246"/>
                </a:lnTo>
                <a:lnTo>
                  <a:pt x="4502" y="1291"/>
                </a:lnTo>
                <a:lnTo>
                  <a:pt x="4523" y="1335"/>
                </a:lnTo>
                <a:lnTo>
                  <a:pt x="4544" y="1381"/>
                </a:lnTo>
                <a:lnTo>
                  <a:pt x="4564" y="1427"/>
                </a:lnTo>
                <a:lnTo>
                  <a:pt x="4584" y="1475"/>
                </a:lnTo>
                <a:lnTo>
                  <a:pt x="4602" y="1522"/>
                </a:lnTo>
                <a:lnTo>
                  <a:pt x="4619" y="1569"/>
                </a:lnTo>
                <a:lnTo>
                  <a:pt x="4636" y="1618"/>
                </a:lnTo>
                <a:lnTo>
                  <a:pt x="4651" y="1666"/>
                </a:lnTo>
                <a:lnTo>
                  <a:pt x="4666" y="1716"/>
                </a:lnTo>
                <a:lnTo>
                  <a:pt x="4679" y="1764"/>
                </a:lnTo>
                <a:lnTo>
                  <a:pt x="4692" y="1814"/>
                </a:lnTo>
                <a:lnTo>
                  <a:pt x="4703" y="1865"/>
                </a:lnTo>
                <a:lnTo>
                  <a:pt x="4714" y="1915"/>
                </a:lnTo>
                <a:lnTo>
                  <a:pt x="4723" y="1966"/>
                </a:lnTo>
                <a:lnTo>
                  <a:pt x="4732" y="2018"/>
                </a:lnTo>
                <a:lnTo>
                  <a:pt x="4739" y="2069"/>
                </a:lnTo>
                <a:lnTo>
                  <a:pt x="4747" y="2121"/>
                </a:lnTo>
                <a:lnTo>
                  <a:pt x="4752" y="2173"/>
                </a:lnTo>
                <a:lnTo>
                  <a:pt x="4757" y="2225"/>
                </a:lnTo>
                <a:lnTo>
                  <a:pt x="4760" y="2279"/>
                </a:lnTo>
                <a:lnTo>
                  <a:pt x="4763" y="2331"/>
                </a:lnTo>
                <a:lnTo>
                  <a:pt x="4764" y="2385"/>
                </a:lnTo>
                <a:lnTo>
                  <a:pt x="4111" y="2754"/>
                </a:lnTo>
                <a:lnTo>
                  <a:pt x="3577" y="2413"/>
                </a:lnTo>
                <a:close/>
                <a:moveTo>
                  <a:pt x="2351" y="3574"/>
                </a:moveTo>
                <a:lnTo>
                  <a:pt x="2351" y="3574"/>
                </a:lnTo>
                <a:lnTo>
                  <a:pt x="2397" y="3572"/>
                </a:lnTo>
                <a:lnTo>
                  <a:pt x="2443" y="3568"/>
                </a:lnTo>
                <a:lnTo>
                  <a:pt x="2488" y="3563"/>
                </a:lnTo>
                <a:lnTo>
                  <a:pt x="2532" y="3556"/>
                </a:lnTo>
                <a:lnTo>
                  <a:pt x="2577" y="3547"/>
                </a:lnTo>
                <a:lnTo>
                  <a:pt x="2621" y="3536"/>
                </a:lnTo>
                <a:lnTo>
                  <a:pt x="2663" y="3523"/>
                </a:lnTo>
                <a:lnTo>
                  <a:pt x="2705" y="3511"/>
                </a:lnTo>
                <a:lnTo>
                  <a:pt x="2748" y="3495"/>
                </a:lnTo>
                <a:lnTo>
                  <a:pt x="2787" y="3479"/>
                </a:lnTo>
                <a:lnTo>
                  <a:pt x="2828" y="3461"/>
                </a:lnTo>
                <a:lnTo>
                  <a:pt x="2867" y="3441"/>
                </a:lnTo>
                <a:lnTo>
                  <a:pt x="2905" y="3422"/>
                </a:lnTo>
                <a:lnTo>
                  <a:pt x="2943" y="3399"/>
                </a:lnTo>
                <a:lnTo>
                  <a:pt x="2980" y="3376"/>
                </a:lnTo>
                <a:lnTo>
                  <a:pt x="3016" y="3351"/>
                </a:lnTo>
                <a:lnTo>
                  <a:pt x="3051" y="3325"/>
                </a:lnTo>
                <a:lnTo>
                  <a:pt x="3084" y="3298"/>
                </a:lnTo>
                <a:lnTo>
                  <a:pt x="3118" y="3270"/>
                </a:lnTo>
                <a:lnTo>
                  <a:pt x="3149" y="3240"/>
                </a:lnTo>
                <a:lnTo>
                  <a:pt x="3180" y="3210"/>
                </a:lnTo>
                <a:lnTo>
                  <a:pt x="3210" y="3179"/>
                </a:lnTo>
                <a:lnTo>
                  <a:pt x="3239" y="3145"/>
                </a:lnTo>
                <a:lnTo>
                  <a:pt x="3266" y="3112"/>
                </a:lnTo>
                <a:lnTo>
                  <a:pt x="3292" y="3077"/>
                </a:lnTo>
                <a:lnTo>
                  <a:pt x="3317" y="3042"/>
                </a:lnTo>
                <a:lnTo>
                  <a:pt x="3341" y="3006"/>
                </a:lnTo>
                <a:lnTo>
                  <a:pt x="3363" y="2968"/>
                </a:lnTo>
                <a:lnTo>
                  <a:pt x="3384" y="2930"/>
                </a:lnTo>
                <a:lnTo>
                  <a:pt x="3404" y="2891"/>
                </a:lnTo>
                <a:lnTo>
                  <a:pt x="3423" y="2851"/>
                </a:lnTo>
                <a:lnTo>
                  <a:pt x="3440" y="2811"/>
                </a:lnTo>
                <a:lnTo>
                  <a:pt x="3532" y="2847"/>
                </a:lnTo>
                <a:lnTo>
                  <a:pt x="3516" y="2886"/>
                </a:lnTo>
                <a:lnTo>
                  <a:pt x="3498" y="2924"/>
                </a:lnTo>
                <a:lnTo>
                  <a:pt x="3480" y="2961"/>
                </a:lnTo>
                <a:lnTo>
                  <a:pt x="3460" y="2999"/>
                </a:lnTo>
                <a:lnTo>
                  <a:pt x="3440" y="3035"/>
                </a:lnTo>
                <a:lnTo>
                  <a:pt x="3418" y="3070"/>
                </a:lnTo>
                <a:lnTo>
                  <a:pt x="3395" y="3104"/>
                </a:lnTo>
                <a:lnTo>
                  <a:pt x="3370" y="3139"/>
                </a:lnTo>
                <a:lnTo>
                  <a:pt x="3345" y="3172"/>
                </a:lnTo>
                <a:lnTo>
                  <a:pt x="3319" y="3204"/>
                </a:lnTo>
                <a:lnTo>
                  <a:pt x="3292" y="3235"/>
                </a:lnTo>
                <a:lnTo>
                  <a:pt x="3265" y="3266"/>
                </a:lnTo>
                <a:lnTo>
                  <a:pt x="3236" y="3296"/>
                </a:lnTo>
                <a:lnTo>
                  <a:pt x="3206" y="3325"/>
                </a:lnTo>
                <a:lnTo>
                  <a:pt x="3175" y="3352"/>
                </a:lnTo>
                <a:lnTo>
                  <a:pt x="3143" y="3378"/>
                </a:lnTo>
                <a:lnTo>
                  <a:pt x="3111" y="3404"/>
                </a:lnTo>
                <a:lnTo>
                  <a:pt x="3077" y="3429"/>
                </a:lnTo>
                <a:lnTo>
                  <a:pt x="3043" y="3453"/>
                </a:lnTo>
                <a:lnTo>
                  <a:pt x="3009" y="3475"/>
                </a:lnTo>
                <a:lnTo>
                  <a:pt x="2973" y="3497"/>
                </a:lnTo>
                <a:lnTo>
                  <a:pt x="2936" y="3517"/>
                </a:lnTo>
                <a:lnTo>
                  <a:pt x="2899" y="3537"/>
                </a:lnTo>
                <a:lnTo>
                  <a:pt x="2862" y="3555"/>
                </a:lnTo>
                <a:lnTo>
                  <a:pt x="2823" y="3572"/>
                </a:lnTo>
                <a:lnTo>
                  <a:pt x="2785" y="3588"/>
                </a:lnTo>
                <a:lnTo>
                  <a:pt x="2745" y="3602"/>
                </a:lnTo>
                <a:lnTo>
                  <a:pt x="2704" y="3615"/>
                </a:lnTo>
                <a:lnTo>
                  <a:pt x="2664" y="3628"/>
                </a:lnTo>
                <a:lnTo>
                  <a:pt x="2622" y="3638"/>
                </a:lnTo>
                <a:lnTo>
                  <a:pt x="2581" y="3648"/>
                </a:lnTo>
                <a:lnTo>
                  <a:pt x="2539" y="3655"/>
                </a:lnTo>
                <a:lnTo>
                  <a:pt x="2242" y="4116"/>
                </a:lnTo>
                <a:lnTo>
                  <a:pt x="2494" y="4560"/>
                </a:lnTo>
                <a:lnTo>
                  <a:pt x="2541" y="4558"/>
                </a:lnTo>
                <a:lnTo>
                  <a:pt x="2588" y="4554"/>
                </a:lnTo>
                <a:lnTo>
                  <a:pt x="2634" y="4550"/>
                </a:lnTo>
                <a:lnTo>
                  <a:pt x="2682" y="4544"/>
                </a:lnTo>
                <a:lnTo>
                  <a:pt x="2728" y="4538"/>
                </a:lnTo>
                <a:lnTo>
                  <a:pt x="2774" y="4531"/>
                </a:lnTo>
                <a:lnTo>
                  <a:pt x="2818" y="4522"/>
                </a:lnTo>
                <a:lnTo>
                  <a:pt x="2863" y="4513"/>
                </a:lnTo>
                <a:lnTo>
                  <a:pt x="2908" y="4503"/>
                </a:lnTo>
                <a:lnTo>
                  <a:pt x="2953" y="4492"/>
                </a:lnTo>
                <a:lnTo>
                  <a:pt x="2997" y="4480"/>
                </a:lnTo>
                <a:lnTo>
                  <a:pt x="3041" y="4467"/>
                </a:lnTo>
                <a:lnTo>
                  <a:pt x="3084" y="4452"/>
                </a:lnTo>
                <a:lnTo>
                  <a:pt x="3127" y="4439"/>
                </a:lnTo>
                <a:lnTo>
                  <a:pt x="3170" y="4422"/>
                </a:lnTo>
                <a:lnTo>
                  <a:pt x="3211" y="4406"/>
                </a:lnTo>
                <a:lnTo>
                  <a:pt x="3253" y="4389"/>
                </a:lnTo>
                <a:lnTo>
                  <a:pt x="3295" y="4371"/>
                </a:lnTo>
                <a:lnTo>
                  <a:pt x="3336" y="4351"/>
                </a:lnTo>
                <a:lnTo>
                  <a:pt x="3375" y="4333"/>
                </a:lnTo>
                <a:lnTo>
                  <a:pt x="3415" y="4312"/>
                </a:lnTo>
                <a:lnTo>
                  <a:pt x="3455" y="4291"/>
                </a:lnTo>
                <a:lnTo>
                  <a:pt x="3495" y="4268"/>
                </a:lnTo>
                <a:lnTo>
                  <a:pt x="3532" y="4246"/>
                </a:lnTo>
                <a:lnTo>
                  <a:pt x="3571" y="4222"/>
                </a:lnTo>
                <a:lnTo>
                  <a:pt x="3608" y="4199"/>
                </a:lnTo>
                <a:lnTo>
                  <a:pt x="3645" y="4174"/>
                </a:lnTo>
                <a:lnTo>
                  <a:pt x="3681" y="4148"/>
                </a:lnTo>
                <a:lnTo>
                  <a:pt x="3717" y="4121"/>
                </a:lnTo>
                <a:lnTo>
                  <a:pt x="3752" y="4094"/>
                </a:lnTo>
                <a:lnTo>
                  <a:pt x="3787" y="4066"/>
                </a:lnTo>
                <a:lnTo>
                  <a:pt x="3820" y="4037"/>
                </a:lnTo>
                <a:lnTo>
                  <a:pt x="3854" y="4008"/>
                </a:lnTo>
                <a:lnTo>
                  <a:pt x="3888" y="3978"/>
                </a:lnTo>
                <a:lnTo>
                  <a:pt x="3920" y="3947"/>
                </a:lnTo>
                <a:lnTo>
                  <a:pt x="3951" y="3916"/>
                </a:lnTo>
                <a:lnTo>
                  <a:pt x="3982" y="3885"/>
                </a:lnTo>
                <a:lnTo>
                  <a:pt x="4012" y="3853"/>
                </a:lnTo>
                <a:lnTo>
                  <a:pt x="4042" y="3819"/>
                </a:lnTo>
                <a:lnTo>
                  <a:pt x="4072" y="3786"/>
                </a:lnTo>
                <a:lnTo>
                  <a:pt x="4100" y="3752"/>
                </a:lnTo>
                <a:lnTo>
                  <a:pt x="4127" y="3717"/>
                </a:lnTo>
                <a:lnTo>
                  <a:pt x="4155" y="3681"/>
                </a:lnTo>
                <a:lnTo>
                  <a:pt x="4181" y="3645"/>
                </a:lnTo>
                <a:lnTo>
                  <a:pt x="4206" y="3609"/>
                </a:lnTo>
                <a:lnTo>
                  <a:pt x="4231" y="3572"/>
                </a:lnTo>
                <a:lnTo>
                  <a:pt x="4256" y="3535"/>
                </a:lnTo>
                <a:lnTo>
                  <a:pt x="4279" y="3496"/>
                </a:lnTo>
                <a:lnTo>
                  <a:pt x="4302" y="3458"/>
                </a:lnTo>
                <a:lnTo>
                  <a:pt x="4323" y="3419"/>
                </a:lnTo>
                <a:lnTo>
                  <a:pt x="4344" y="3379"/>
                </a:lnTo>
                <a:lnTo>
                  <a:pt x="4365" y="3339"/>
                </a:lnTo>
                <a:lnTo>
                  <a:pt x="4384" y="3300"/>
                </a:lnTo>
                <a:lnTo>
                  <a:pt x="4402" y="3259"/>
                </a:lnTo>
                <a:lnTo>
                  <a:pt x="4421" y="3216"/>
                </a:lnTo>
                <a:lnTo>
                  <a:pt x="4437" y="3175"/>
                </a:lnTo>
                <a:lnTo>
                  <a:pt x="4453" y="3133"/>
                </a:lnTo>
                <a:lnTo>
                  <a:pt x="4469" y="3091"/>
                </a:lnTo>
                <a:lnTo>
                  <a:pt x="4483" y="3047"/>
                </a:lnTo>
                <a:lnTo>
                  <a:pt x="4497" y="3004"/>
                </a:lnTo>
                <a:lnTo>
                  <a:pt x="4509" y="2960"/>
                </a:lnTo>
                <a:lnTo>
                  <a:pt x="4522" y="2915"/>
                </a:lnTo>
                <a:lnTo>
                  <a:pt x="4533" y="2871"/>
                </a:lnTo>
                <a:lnTo>
                  <a:pt x="4543" y="2826"/>
                </a:lnTo>
                <a:lnTo>
                  <a:pt x="4737" y="2868"/>
                </a:lnTo>
                <a:lnTo>
                  <a:pt x="4725" y="2920"/>
                </a:lnTo>
                <a:lnTo>
                  <a:pt x="4713" y="2973"/>
                </a:lnTo>
                <a:lnTo>
                  <a:pt x="4698" y="3025"/>
                </a:lnTo>
                <a:lnTo>
                  <a:pt x="4683" y="3076"/>
                </a:lnTo>
                <a:lnTo>
                  <a:pt x="4667" y="3127"/>
                </a:lnTo>
                <a:lnTo>
                  <a:pt x="4651" y="3177"/>
                </a:lnTo>
                <a:lnTo>
                  <a:pt x="4632" y="3225"/>
                </a:lnTo>
                <a:lnTo>
                  <a:pt x="4614" y="3275"/>
                </a:lnTo>
                <a:lnTo>
                  <a:pt x="4594" y="3322"/>
                </a:lnTo>
                <a:lnTo>
                  <a:pt x="4573" y="3369"/>
                </a:lnTo>
                <a:lnTo>
                  <a:pt x="4550" y="3417"/>
                </a:lnTo>
                <a:lnTo>
                  <a:pt x="4528" y="3463"/>
                </a:lnTo>
                <a:lnTo>
                  <a:pt x="4504" y="3507"/>
                </a:lnTo>
                <a:lnTo>
                  <a:pt x="4479" y="3552"/>
                </a:lnTo>
                <a:lnTo>
                  <a:pt x="4453" y="3597"/>
                </a:lnTo>
                <a:lnTo>
                  <a:pt x="4427" y="3640"/>
                </a:lnTo>
                <a:lnTo>
                  <a:pt x="4400" y="3683"/>
                </a:lnTo>
                <a:lnTo>
                  <a:pt x="4372" y="3725"/>
                </a:lnTo>
                <a:lnTo>
                  <a:pt x="4343" y="3766"/>
                </a:lnTo>
                <a:lnTo>
                  <a:pt x="4313" y="3806"/>
                </a:lnTo>
                <a:lnTo>
                  <a:pt x="4283" y="3845"/>
                </a:lnTo>
                <a:lnTo>
                  <a:pt x="4251" y="3885"/>
                </a:lnTo>
                <a:lnTo>
                  <a:pt x="4218" y="3924"/>
                </a:lnTo>
                <a:lnTo>
                  <a:pt x="4186" y="3961"/>
                </a:lnTo>
                <a:lnTo>
                  <a:pt x="4152" y="3997"/>
                </a:lnTo>
                <a:lnTo>
                  <a:pt x="4118" y="4033"/>
                </a:lnTo>
                <a:lnTo>
                  <a:pt x="4083" y="4069"/>
                </a:lnTo>
                <a:lnTo>
                  <a:pt x="4047" y="4104"/>
                </a:lnTo>
                <a:lnTo>
                  <a:pt x="4009" y="4138"/>
                </a:lnTo>
                <a:lnTo>
                  <a:pt x="3972" y="4170"/>
                </a:lnTo>
                <a:lnTo>
                  <a:pt x="3935" y="4202"/>
                </a:lnTo>
                <a:lnTo>
                  <a:pt x="3895" y="4233"/>
                </a:lnTo>
                <a:lnTo>
                  <a:pt x="3856" y="4264"/>
                </a:lnTo>
                <a:lnTo>
                  <a:pt x="3815" y="4293"/>
                </a:lnTo>
                <a:lnTo>
                  <a:pt x="3776" y="4323"/>
                </a:lnTo>
                <a:lnTo>
                  <a:pt x="3733" y="4350"/>
                </a:lnTo>
                <a:lnTo>
                  <a:pt x="3692" y="4378"/>
                </a:lnTo>
                <a:lnTo>
                  <a:pt x="3650" y="4404"/>
                </a:lnTo>
                <a:lnTo>
                  <a:pt x="3607" y="4429"/>
                </a:lnTo>
                <a:lnTo>
                  <a:pt x="3563" y="4453"/>
                </a:lnTo>
                <a:lnTo>
                  <a:pt x="3518" y="4477"/>
                </a:lnTo>
                <a:lnTo>
                  <a:pt x="3474" y="4499"/>
                </a:lnTo>
                <a:lnTo>
                  <a:pt x="3429" y="4522"/>
                </a:lnTo>
                <a:lnTo>
                  <a:pt x="3383" y="4543"/>
                </a:lnTo>
                <a:lnTo>
                  <a:pt x="3337" y="4563"/>
                </a:lnTo>
                <a:lnTo>
                  <a:pt x="3290" y="4581"/>
                </a:lnTo>
                <a:lnTo>
                  <a:pt x="3242" y="4600"/>
                </a:lnTo>
                <a:lnTo>
                  <a:pt x="3195" y="4618"/>
                </a:lnTo>
                <a:lnTo>
                  <a:pt x="3147" y="4634"/>
                </a:lnTo>
                <a:lnTo>
                  <a:pt x="3098" y="4650"/>
                </a:lnTo>
                <a:lnTo>
                  <a:pt x="3050" y="4664"/>
                </a:lnTo>
                <a:lnTo>
                  <a:pt x="3000" y="4677"/>
                </a:lnTo>
                <a:lnTo>
                  <a:pt x="2950" y="4690"/>
                </a:lnTo>
                <a:lnTo>
                  <a:pt x="2899" y="4702"/>
                </a:lnTo>
                <a:lnTo>
                  <a:pt x="2849" y="4712"/>
                </a:lnTo>
                <a:lnTo>
                  <a:pt x="2798" y="4722"/>
                </a:lnTo>
                <a:lnTo>
                  <a:pt x="2746" y="4731"/>
                </a:lnTo>
                <a:lnTo>
                  <a:pt x="2695" y="4738"/>
                </a:lnTo>
                <a:lnTo>
                  <a:pt x="2643" y="4744"/>
                </a:lnTo>
                <a:lnTo>
                  <a:pt x="2591" y="4751"/>
                </a:lnTo>
                <a:lnTo>
                  <a:pt x="2539" y="4754"/>
                </a:lnTo>
                <a:lnTo>
                  <a:pt x="2485" y="4758"/>
                </a:lnTo>
                <a:lnTo>
                  <a:pt x="2433" y="4761"/>
                </a:lnTo>
                <a:lnTo>
                  <a:pt x="2380" y="4763"/>
                </a:lnTo>
                <a:lnTo>
                  <a:pt x="2010" y="4110"/>
                </a:lnTo>
                <a:lnTo>
                  <a:pt x="2351" y="3574"/>
                </a:lnTo>
                <a:close/>
                <a:moveTo>
                  <a:pt x="1189" y="2350"/>
                </a:moveTo>
                <a:lnTo>
                  <a:pt x="1189" y="2350"/>
                </a:lnTo>
                <a:lnTo>
                  <a:pt x="1190" y="2396"/>
                </a:lnTo>
                <a:lnTo>
                  <a:pt x="1195" y="2442"/>
                </a:lnTo>
                <a:lnTo>
                  <a:pt x="1200" y="2487"/>
                </a:lnTo>
                <a:lnTo>
                  <a:pt x="1207" y="2531"/>
                </a:lnTo>
                <a:lnTo>
                  <a:pt x="1216" y="2575"/>
                </a:lnTo>
                <a:lnTo>
                  <a:pt x="1227" y="2618"/>
                </a:lnTo>
                <a:lnTo>
                  <a:pt x="1238" y="2662"/>
                </a:lnTo>
                <a:lnTo>
                  <a:pt x="1252" y="2704"/>
                </a:lnTo>
                <a:lnTo>
                  <a:pt x="1267" y="2745"/>
                </a:lnTo>
                <a:lnTo>
                  <a:pt x="1284" y="2786"/>
                </a:lnTo>
                <a:lnTo>
                  <a:pt x="1302" y="2826"/>
                </a:lnTo>
                <a:lnTo>
                  <a:pt x="1322" y="2866"/>
                </a:lnTo>
                <a:lnTo>
                  <a:pt x="1341" y="2904"/>
                </a:lnTo>
                <a:lnTo>
                  <a:pt x="1364" y="2942"/>
                </a:lnTo>
                <a:lnTo>
                  <a:pt x="1387" y="2979"/>
                </a:lnTo>
                <a:lnTo>
                  <a:pt x="1412" y="3014"/>
                </a:lnTo>
                <a:lnTo>
                  <a:pt x="1437" y="3050"/>
                </a:lnTo>
                <a:lnTo>
                  <a:pt x="1465" y="3083"/>
                </a:lnTo>
                <a:lnTo>
                  <a:pt x="1493" y="3116"/>
                </a:lnTo>
                <a:lnTo>
                  <a:pt x="1522" y="3148"/>
                </a:lnTo>
                <a:lnTo>
                  <a:pt x="1553" y="3179"/>
                </a:lnTo>
                <a:lnTo>
                  <a:pt x="1584" y="3209"/>
                </a:lnTo>
                <a:lnTo>
                  <a:pt x="1617" y="3237"/>
                </a:lnTo>
                <a:lnTo>
                  <a:pt x="1651" y="3265"/>
                </a:lnTo>
                <a:lnTo>
                  <a:pt x="1685" y="3291"/>
                </a:lnTo>
                <a:lnTo>
                  <a:pt x="1721" y="3316"/>
                </a:lnTo>
                <a:lnTo>
                  <a:pt x="1757" y="3339"/>
                </a:lnTo>
                <a:lnTo>
                  <a:pt x="1794" y="3362"/>
                </a:lnTo>
                <a:lnTo>
                  <a:pt x="1832" y="3383"/>
                </a:lnTo>
                <a:lnTo>
                  <a:pt x="1871" y="3403"/>
                </a:lnTo>
                <a:lnTo>
                  <a:pt x="1912" y="3422"/>
                </a:lnTo>
                <a:lnTo>
                  <a:pt x="1952" y="3438"/>
                </a:lnTo>
                <a:lnTo>
                  <a:pt x="1916" y="3531"/>
                </a:lnTo>
                <a:lnTo>
                  <a:pt x="1876" y="3515"/>
                </a:lnTo>
                <a:lnTo>
                  <a:pt x="1839" y="3497"/>
                </a:lnTo>
                <a:lnTo>
                  <a:pt x="1801" y="3479"/>
                </a:lnTo>
                <a:lnTo>
                  <a:pt x="1764" y="3459"/>
                </a:lnTo>
                <a:lnTo>
                  <a:pt x="1728" y="3438"/>
                </a:lnTo>
                <a:lnTo>
                  <a:pt x="1692" y="3417"/>
                </a:lnTo>
                <a:lnTo>
                  <a:pt x="1658" y="3393"/>
                </a:lnTo>
                <a:lnTo>
                  <a:pt x="1624" y="3369"/>
                </a:lnTo>
                <a:lnTo>
                  <a:pt x="1591" y="3344"/>
                </a:lnTo>
                <a:lnTo>
                  <a:pt x="1559" y="3318"/>
                </a:lnTo>
                <a:lnTo>
                  <a:pt x="1528" y="3291"/>
                </a:lnTo>
                <a:lnTo>
                  <a:pt x="1497" y="3262"/>
                </a:lnTo>
                <a:lnTo>
                  <a:pt x="1467" y="3234"/>
                </a:lnTo>
                <a:lnTo>
                  <a:pt x="1438" y="3204"/>
                </a:lnTo>
                <a:lnTo>
                  <a:pt x="1411" y="3173"/>
                </a:lnTo>
                <a:lnTo>
                  <a:pt x="1384" y="3142"/>
                </a:lnTo>
                <a:lnTo>
                  <a:pt x="1359" y="3109"/>
                </a:lnTo>
                <a:lnTo>
                  <a:pt x="1334" y="3076"/>
                </a:lnTo>
                <a:lnTo>
                  <a:pt x="1310" y="3042"/>
                </a:lnTo>
                <a:lnTo>
                  <a:pt x="1287" y="3007"/>
                </a:lnTo>
                <a:lnTo>
                  <a:pt x="1266" y="2971"/>
                </a:lnTo>
                <a:lnTo>
                  <a:pt x="1246" y="2935"/>
                </a:lnTo>
                <a:lnTo>
                  <a:pt x="1226" y="2898"/>
                </a:lnTo>
                <a:lnTo>
                  <a:pt x="1208" y="2861"/>
                </a:lnTo>
                <a:lnTo>
                  <a:pt x="1191" y="2822"/>
                </a:lnTo>
                <a:lnTo>
                  <a:pt x="1175" y="2782"/>
                </a:lnTo>
                <a:lnTo>
                  <a:pt x="1161" y="2743"/>
                </a:lnTo>
                <a:lnTo>
                  <a:pt x="1147" y="2703"/>
                </a:lnTo>
                <a:lnTo>
                  <a:pt x="1135" y="2662"/>
                </a:lnTo>
                <a:lnTo>
                  <a:pt x="1125" y="2621"/>
                </a:lnTo>
                <a:lnTo>
                  <a:pt x="1115" y="2579"/>
                </a:lnTo>
                <a:lnTo>
                  <a:pt x="1108" y="2536"/>
                </a:lnTo>
                <a:lnTo>
                  <a:pt x="646" y="2240"/>
                </a:lnTo>
                <a:lnTo>
                  <a:pt x="203" y="2492"/>
                </a:lnTo>
                <a:lnTo>
                  <a:pt x="205" y="2539"/>
                </a:lnTo>
                <a:lnTo>
                  <a:pt x="208" y="2586"/>
                </a:lnTo>
                <a:lnTo>
                  <a:pt x="213" y="2633"/>
                </a:lnTo>
                <a:lnTo>
                  <a:pt x="219" y="2679"/>
                </a:lnTo>
                <a:lnTo>
                  <a:pt x="225" y="2725"/>
                </a:lnTo>
                <a:lnTo>
                  <a:pt x="232" y="2771"/>
                </a:lnTo>
                <a:lnTo>
                  <a:pt x="241" y="2817"/>
                </a:lnTo>
                <a:lnTo>
                  <a:pt x="250" y="2862"/>
                </a:lnTo>
                <a:lnTo>
                  <a:pt x="260" y="2907"/>
                </a:lnTo>
                <a:lnTo>
                  <a:pt x="271" y="2952"/>
                </a:lnTo>
                <a:lnTo>
                  <a:pt x="283" y="2995"/>
                </a:lnTo>
                <a:lnTo>
                  <a:pt x="296" y="3039"/>
                </a:lnTo>
                <a:lnTo>
                  <a:pt x="310" y="3082"/>
                </a:lnTo>
                <a:lnTo>
                  <a:pt x="324" y="3126"/>
                </a:lnTo>
                <a:lnTo>
                  <a:pt x="341" y="3168"/>
                </a:lnTo>
                <a:lnTo>
                  <a:pt x="357" y="3210"/>
                </a:lnTo>
                <a:lnTo>
                  <a:pt x="374" y="3252"/>
                </a:lnTo>
                <a:lnTo>
                  <a:pt x="392" y="3293"/>
                </a:lnTo>
                <a:lnTo>
                  <a:pt x="410" y="3334"/>
                </a:lnTo>
                <a:lnTo>
                  <a:pt x="430" y="3374"/>
                </a:lnTo>
                <a:lnTo>
                  <a:pt x="451" y="3414"/>
                </a:lnTo>
                <a:lnTo>
                  <a:pt x="472" y="3454"/>
                </a:lnTo>
                <a:lnTo>
                  <a:pt x="494" y="3492"/>
                </a:lnTo>
                <a:lnTo>
                  <a:pt x="517" y="3531"/>
                </a:lnTo>
                <a:lnTo>
                  <a:pt x="541" y="3569"/>
                </a:lnTo>
                <a:lnTo>
                  <a:pt x="564" y="3607"/>
                </a:lnTo>
                <a:lnTo>
                  <a:pt x="589" y="3643"/>
                </a:lnTo>
                <a:lnTo>
                  <a:pt x="615" y="3680"/>
                </a:lnTo>
                <a:lnTo>
                  <a:pt x="641" y="3715"/>
                </a:lnTo>
                <a:lnTo>
                  <a:pt x="669" y="3751"/>
                </a:lnTo>
                <a:lnTo>
                  <a:pt x="697" y="3785"/>
                </a:lnTo>
                <a:lnTo>
                  <a:pt x="725" y="3819"/>
                </a:lnTo>
                <a:lnTo>
                  <a:pt x="755" y="3853"/>
                </a:lnTo>
                <a:lnTo>
                  <a:pt x="784" y="3885"/>
                </a:lnTo>
                <a:lnTo>
                  <a:pt x="814" y="3918"/>
                </a:lnTo>
                <a:lnTo>
                  <a:pt x="847" y="3950"/>
                </a:lnTo>
                <a:lnTo>
                  <a:pt x="878" y="3981"/>
                </a:lnTo>
                <a:lnTo>
                  <a:pt x="910" y="4011"/>
                </a:lnTo>
                <a:lnTo>
                  <a:pt x="944" y="4041"/>
                </a:lnTo>
                <a:lnTo>
                  <a:pt x="977" y="4069"/>
                </a:lnTo>
                <a:lnTo>
                  <a:pt x="1011" y="4098"/>
                </a:lnTo>
                <a:lnTo>
                  <a:pt x="1046" y="4125"/>
                </a:lnTo>
                <a:lnTo>
                  <a:pt x="1082" y="4153"/>
                </a:lnTo>
                <a:lnTo>
                  <a:pt x="1118" y="4179"/>
                </a:lnTo>
                <a:lnTo>
                  <a:pt x="1154" y="4205"/>
                </a:lnTo>
                <a:lnTo>
                  <a:pt x="1191" y="4230"/>
                </a:lnTo>
                <a:lnTo>
                  <a:pt x="1228" y="4253"/>
                </a:lnTo>
                <a:lnTo>
                  <a:pt x="1266" y="4277"/>
                </a:lnTo>
                <a:lnTo>
                  <a:pt x="1304" y="4299"/>
                </a:lnTo>
                <a:lnTo>
                  <a:pt x="1344" y="4322"/>
                </a:lnTo>
                <a:lnTo>
                  <a:pt x="1384" y="4343"/>
                </a:lnTo>
                <a:lnTo>
                  <a:pt x="1423" y="4363"/>
                </a:lnTo>
                <a:lnTo>
                  <a:pt x="1463" y="4383"/>
                </a:lnTo>
                <a:lnTo>
                  <a:pt x="1504" y="4401"/>
                </a:lnTo>
                <a:lnTo>
                  <a:pt x="1545" y="4419"/>
                </a:lnTo>
                <a:lnTo>
                  <a:pt x="1588" y="4436"/>
                </a:lnTo>
                <a:lnTo>
                  <a:pt x="1630" y="4452"/>
                </a:lnTo>
                <a:lnTo>
                  <a:pt x="1672" y="4467"/>
                </a:lnTo>
                <a:lnTo>
                  <a:pt x="1716" y="4482"/>
                </a:lnTo>
                <a:lnTo>
                  <a:pt x="1759" y="4496"/>
                </a:lnTo>
                <a:lnTo>
                  <a:pt x="1803" y="4508"/>
                </a:lnTo>
                <a:lnTo>
                  <a:pt x="1847" y="4521"/>
                </a:lnTo>
                <a:lnTo>
                  <a:pt x="1891" y="4531"/>
                </a:lnTo>
                <a:lnTo>
                  <a:pt x="1937" y="4540"/>
                </a:lnTo>
                <a:lnTo>
                  <a:pt x="1895" y="4736"/>
                </a:lnTo>
                <a:lnTo>
                  <a:pt x="1842" y="4723"/>
                </a:lnTo>
                <a:lnTo>
                  <a:pt x="1790" y="4711"/>
                </a:lnTo>
                <a:lnTo>
                  <a:pt x="1738" y="4697"/>
                </a:lnTo>
                <a:lnTo>
                  <a:pt x="1687" y="4682"/>
                </a:lnTo>
                <a:lnTo>
                  <a:pt x="1636" y="4666"/>
                </a:lnTo>
                <a:lnTo>
                  <a:pt x="1586" y="4649"/>
                </a:lnTo>
                <a:lnTo>
                  <a:pt x="1537" y="4631"/>
                </a:lnTo>
                <a:lnTo>
                  <a:pt x="1488" y="4611"/>
                </a:lnTo>
                <a:lnTo>
                  <a:pt x="1441" y="4591"/>
                </a:lnTo>
                <a:lnTo>
                  <a:pt x="1392" y="4572"/>
                </a:lnTo>
                <a:lnTo>
                  <a:pt x="1346" y="4549"/>
                </a:lnTo>
                <a:lnTo>
                  <a:pt x="1300" y="4527"/>
                </a:lnTo>
                <a:lnTo>
                  <a:pt x="1254" y="4502"/>
                </a:lnTo>
                <a:lnTo>
                  <a:pt x="1210" y="4478"/>
                </a:lnTo>
                <a:lnTo>
                  <a:pt x="1166" y="4452"/>
                </a:lnTo>
                <a:lnTo>
                  <a:pt x="1123" y="4426"/>
                </a:lnTo>
                <a:lnTo>
                  <a:pt x="1080" y="4399"/>
                </a:lnTo>
                <a:lnTo>
                  <a:pt x="1038" y="4370"/>
                </a:lnTo>
                <a:lnTo>
                  <a:pt x="997" y="4342"/>
                </a:lnTo>
                <a:lnTo>
                  <a:pt x="956" y="4312"/>
                </a:lnTo>
                <a:lnTo>
                  <a:pt x="916" y="4281"/>
                </a:lnTo>
                <a:lnTo>
                  <a:pt x="878" y="4250"/>
                </a:lnTo>
                <a:lnTo>
                  <a:pt x="839" y="4217"/>
                </a:lnTo>
                <a:lnTo>
                  <a:pt x="802" y="4185"/>
                </a:lnTo>
                <a:lnTo>
                  <a:pt x="765" y="4150"/>
                </a:lnTo>
                <a:lnTo>
                  <a:pt x="729" y="4116"/>
                </a:lnTo>
                <a:lnTo>
                  <a:pt x="694" y="4080"/>
                </a:lnTo>
                <a:lnTo>
                  <a:pt x="659" y="4044"/>
                </a:lnTo>
                <a:lnTo>
                  <a:pt x="625" y="4008"/>
                </a:lnTo>
                <a:lnTo>
                  <a:pt x="593" y="3971"/>
                </a:lnTo>
                <a:lnTo>
                  <a:pt x="561" y="3932"/>
                </a:lnTo>
                <a:lnTo>
                  <a:pt x="530" y="3894"/>
                </a:lnTo>
                <a:lnTo>
                  <a:pt x="499" y="3854"/>
                </a:lnTo>
                <a:lnTo>
                  <a:pt x="469" y="3814"/>
                </a:lnTo>
                <a:lnTo>
                  <a:pt x="440" y="3773"/>
                </a:lnTo>
                <a:lnTo>
                  <a:pt x="413" y="3732"/>
                </a:lnTo>
                <a:lnTo>
                  <a:pt x="385" y="3690"/>
                </a:lnTo>
                <a:lnTo>
                  <a:pt x="359" y="3648"/>
                </a:lnTo>
                <a:lnTo>
                  <a:pt x="333" y="3606"/>
                </a:lnTo>
                <a:lnTo>
                  <a:pt x="310" y="3561"/>
                </a:lnTo>
                <a:lnTo>
                  <a:pt x="286" y="3517"/>
                </a:lnTo>
                <a:lnTo>
                  <a:pt x="262" y="3472"/>
                </a:lnTo>
                <a:lnTo>
                  <a:pt x="241" y="3426"/>
                </a:lnTo>
                <a:lnTo>
                  <a:pt x="220" y="3382"/>
                </a:lnTo>
                <a:lnTo>
                  <a:pt x="200" y="3334"/>
                </a:lnTo>
                <a:lnTo>
                  <a:pt x="180" y="3288"/>
                </a:lnTo>
                <a:lnTo>
                  <a:pt x="163" y="3241"/>
                </a:lnTo>
                <a:lnTo>
                  <a:pt x="145" y="3193"/>
                </a:lnTo>
                <a:lnTo>
                  <a:pt x="129" y="3145"/>
                </a:lnTo>
                <a:lnTo>
                  <a:pt x="113" y="3097"/>
                </a:lnTo>
                <a:lnTo>
                  <a:pt x="98" y="3047"/>
                </a:lnTo>
                <a:lnTo>
                  <a:pt x="86" y="2998"/>
                </a:lnTo>
                <a:lnTo>
                  <a:pt x="72" y="2948"/>
                </a:lnTo>
                <a:lnTo>
                  <a:pt x="61" y="2898"/>
                </a:lnTo>
                <a:lnTo>
                  <a:pt x="51" y="2847"/>
                </a:lnTo>
                <a:lnTo>
                  <a:pt x="41" y="2796"/>
                </a:lnTo>
                <a:lnTo>
                  <a:pt x="32" y="2745"/>
                </a:lnTo>
                <a:lnTo>
                  <a:pt x="25" y="2694"/>
                </a:lnTo>
                <a:lnTo>
                  <a:pt x="19" y="2642"/>
                </a:lnTo>
                <a:lnTo>
                  <a:pt x="12" y="2590"/>
                </a:lnTo>
                <a:lnTo>
                  <a:pt x="7" y="2538"/>
                </a:lnTo>
                <a:lnTo>
                  <a:pt x="4" y="2484"/>
                </a:lnTo>
                <a:lnTo>
                  <a:pt x="1" y="2431"/>
                </a:lnTo>
                <a:lnTo>
                  <a:pt x="0" y="2377"/>
                </a:lnTo>
                <a:lnTo>
                  <a:pt x="653" y="2008"/>
                </a:lnTo>
                <a:lnTo>
                  <a:pt x="1187" y="2350"/>
                </a:lnTo>
                <a:lnTo>
                  <a:pt x="1189" y="2350"/>
                </a:lnTo>
                <a:close/>
                <a:moveTo>
                  <a:pt x="2413" y="1187"/>
                </a:moveTo>
                <a:lnTo>
                  <a:pt x="2413" y="1187"/>
                </a:lnTo>
                <a:lnTo>
                  <a:pt x="2367" y="1190"/>
                </a:lnTo>
                <a:lnTo>
                  <a:pt x="2321" y="1194"/>
                </a:lnTo>
                <a:lnTo>
                  <a:pt x="2276" y="1200"/>
                </a:lnTo>
                <a:lnTo>
                  <a:pt x="2232" y="1207"/>
                </a:lnTo>
                <a:lnTo>
                  <a:pt x="2187" y="1216"/>
                </a:lnTo>
                <a:lnTo>
                  <a:pt x="2143" y="1227"/>
                </a:lnTo>
                <a:lnTo>
                  <a:pt x="2101" y="1238"/>
                </a:lnTo>
                <a:lnTo>
                  <a:pt x="2059" y="1252"/>
                </a:lnTo>
                <a:lnTo>
                  <a:pt x="2018" y="1267"/>
                </a:lnTo>
                <a:lnTo>
                  <a:pt x="1977" y="1284"/>
                </a:lnTo>
                <a:lnTo>
                  <a:pt x="1937" y="1302"/>
                </a:lnTo>
                <a:lnTo>
                  <a:pt x="1897" y="1322"/>
                </a:lnTo>
                <a:lnTo>
                  <a:pt x="1859" y="1341"/>
                </a:lnTo>
                <a:lnTo>
                  <a:pt x="1821" y="1364"/>
                </a:lnTo>
                <a:lnTo>
                  <a:pt x="1784" y="1387"/>
                </a:lnTo>
                <a:lnTo>
                  <a:pt x="1748" y="1412"/>
                </a:lnTo>
                <a:lnTo>
                  <a:pt x="1713" y="1437"/>
                </a:lnTo>
                <a:lnTo>
                  <a:pt x="1680" y="1465"/>
                </a:lnTo>
                <a:lnTo>
                  <a:pt x="1647" y="1493"/>
                </a:lnTo>
                <a:lnTo>
                  <a:pt x="1615" y="1522"/>
                </a:lnTo>
                <a:lnTo>
                  <a:pt x="1584" y="1553"/>
                </a:lnTo>
                <a:lnTo>
                  <a:pt x="1554" y="1584"/>
                </a:lnTo>
                <a:lnTo>
                  <a:pt x="1525" y="1616"/>
                </a:lnTo>
                <a:lnTo>
                  <a:pt x="1498" y="1650"/>
                </a:lnTo>
                <a:lnTo>
                  <a:pt x="1472" y="1685"/>
                </a:lnTo>
                <a:lnTo>
                  <a:pt x="1447" y="1721"/>
                </a:lnTo>
                <a:lnTo>
                  <a:pt x="1423" y="1757"/>
                </a:lnTo>
                <a:lnTo>
                  <a:pt x="1401" y="1794"/>
                </a:lnTo>
                <a:lnTo>
                  <a:pt x="1380" y="1833"/>
                </a:lnTo>
                <a:lnTo>
                  <a:pt x="1360" y="1871"/>
                </a:lnTo>
                <a:lnTo>
                  <a:pt x="1341" y="1911"/>
                </a:lnTo>
                <a:lnTo>
                  <a:pt x="1325" y="1952"/>
                </a:lnTo>
                <a:lnTo>
                  <a:pt x="1232" y="1916"/>
                </a:lnTo>
                <a:lnTo>
                  <a:pt x="1248" y="1876"/>
                </a:lnTo>
                <a:lnTo>
                  <a:pt x="1266" y="1839"/>
                </a:lnTo>
                <a:lnTo>
                  <a:pt x="1284" y="1800"/>
                </a:lnTo>
                <a:lnTo>
                  <a:pt x="1304" y="1764"/>
                </a:lnTo>
                <a:lnTo>
                  <a:pt x="1325" y="1728"/>
                </a:lnTo>
                <a:lnTo>
                  <a:pt x="1346" y="1692"/>
                </a:lnTo>
                <a:lnTo>
                  <a:pt x="1370" y="1657"/>
                </a:lnTo>
                <a:lnTo>
                  <a:pt x="1394" y="1624"/>
                </a:lnTo>
                <a:lnTo>
                  <a:pt x="1419" y="1591"/>
                </a:lnTo>
                <a:lnTo>
                  <a:pt x="1445" y="1559"/>
                </a:lnTo>
                <a:lnTo>
                  <a:pt x="1472" y="1527"/>
                </a:lnTo>
                <a:lnTo>
                  <a:pt x="1499" y="1497"/>
                </a:lnTo>
                <a:lnTo>
                  <a:pt x="1529" y="1467"/>
                </a:lnTo>
                <a:lnTo>
                  <a:pt x="1559" y="1438"/>
                </a:lnTo>
                <a:lnTo>
                  <a:pt x="1589" y="1411"/>
                </a:lnTo>
                <a:lnTo>
                  <a:pt x="1621" y="1384"/>
                </a:lnTo>
                <a:lnTo>
                  <a:pt x="1653" y="1359"/>
                </a:lnTo>
                <a:lnTo>
                  <a:pt x="1687" y="1334"/>
                </a:lnTo>
                <a:lnTo>
                  <a:pt x="1721" y="1310"/>
                </a:lnTo>
                <a:lnTo>
                  <a:pt x="1755" y="1287"/>
                </a:lnTo>
                <a:lnTo>
                  <a:pt x="1791" y="1266"/>
                </a:lnTo>
                <a:lnTo>
                  <a:pt x="1828" y="1246"/>
                </a:lnTo>
                <a:lnTo>
                  <a:pt x="1865" y="1226"/>
                </a:lnTo>
                <a:lnTo>
                  <a:pt x="1902" y="1207"/>
                </a:lnTo>
                <a:lnTo>
                  <a:pt x="1941" y="1191"/>
                </a:lnTo>
                <a:lnTo>
                  <a:pt x="1980" y="1175"/>
                </a:lnTo>
                <a:lnTo>
                  <a:pt x="2019" y="1160"/>
                </a:lnTo>
                <a:lnTo>
                  <a:pt x="2060" y="1148"/>
                </a:lnTo>
                <a:lnTo>
                  <a:pt x="2101" y="1135"/>
                </a:lnTo>
                <a:lnTo>
                  <a:pt x="2142" y="1124"/>
                </a:lnTo>
                <a:lnTo>
                  <a:pt x="2183" y="1115"/>
                </a:lnTo>
                <a:lnTo>
                  <a:pt x="2227" y="1107"/>
                </a:lnTo>
                <a:lnTo>
                  <a:pt x="2522" y="647"/>
                </a:lnTo>
                <a:lnTo>
                  <a:pt x="2270" y="201"/>
                </a:lnTo>
                <a:lnTo>
                  <a:pt x="2223" y="205"/>
                </a:lnTo>
                <a:lnTo>
                  <a:pt x="2177" y="208"/>
                </a:lnTo>
                <a:lnTo>
                  <a:pt x="2130" y="213"/>
                </a:lnTo>
                <a:lnTo>
                  <a:pt x="2084" y="218"/>
                </a:lnTo>
                <a:lnTo>
                  <a:pt x="2038" y="225"/>
                </a:lnTo>
                <a:lnTo>
                  <a:pt x="1992" y="232"/>
                </a:lnTo>
                <a:lnTo>
                  <a:pt x="1946" y="240"/>
                </a:lnTo>
                <a:lnTo>
                  <a:pt x="1901" y="250"/>
                </a:lnTo>
                <a:lnTo>
                  <a:pt x="1856" y="260"/>
                </a:lnTo>
                <a:lnTo>
                  <a:pt x="1811" y="271"/>
                </a:lnTo>
                <a:lnTo>
                  <a:pt x="1767" y="283"/>
                </a:lnTo>
                <a:lnTo>
                  <a:pt x="1723" y="296"/>
                </a:lnTo>
                <a:lnTo>
                  <a:pt x="1680" y="310"/>
                </a:lnTo>
                <a:lnTo>
                  <a:pt x="1637" y="324"/>
                </a:lnTo>
                <a:lnTo>
                  <a:pt x="1595" y="341"/>
                </a:lnTo>
                <a:lnTo>
                  <a:pt x="1553" y="357"/>
                </a:lnTo>
                <a:lnTo>
                  <a:pt x="1511" y="374"/>
                </a:lnTo>
                <a:lnTo>
                  <a:pt x="1469" y="392"/>
                </a:lnTo>
                <a:lnTo>
                  <a:pt x="1428" y="410"/>
                </a:lnTo>
                <a:lnTo>
                  <a:pt x="1389" y="430"/>
                </a:lnTo>
                <a:lnTo>
                  <a:pt x="1349" y="451"/>
                </a:lnTo>
                <a:lnTo>
                  <a:pt x="1309" y="472"/>
                </a:lnTo>
                <a:lnTo>
                  <a:pt x="1271" y="494"/>
                </a:lnTo>
                <a:lnTo>
                  <a:pt x="1232" y="517"/>
                </a:lnTo>
                <a:lnTo>
                  <a:pt x="1193" y="541"/>
                </a:lnTo>
                <a:lnTo>
                  <a:pt x="1156" y="564"/>
                </a:lnTo>
                <a:lnTo>
                  <a:pt x="1120" y="589"/>
                </a:lnTo>
                <a:lnTo>
                  <a:pt x="1083" y="615"/>
                </a:lnTo>
                <a:lnTo>
                  <a:pt x="1048" y="642"/>
                </a:lnTo>
                <a:lnTo>
                  <a:pt x="1012" y="669"/>
                </a:lnTo>
                <a:lnTo>
                  <a:pt x="977" y="696"/>
                </a:lnTo>
                <a:lnTo>
                  <a:pt x="944" y="725"/>
                </a:lnTo>
                <a:lnTo>
                  <a:pt x="910" y="755"/>
                </a:lnTo>
                <a:lnTo>
                  <a:pt x="878" y="785"/>
                </a:lnTo>
                <a:lnTo>
                  <a:pt x="845" y="814"/>
                </a:lnTo>
                <a:lnTo>
                  <a:pt x="813" y="845"/>
                </a:lnTo>
                <a:lnTo>
                  <a:pt x="782" y="878"/>
                </a:lnTo>
                <a:lnTo>
                  <a:pt x="752" y="910"/>
                </a:lnTo>
                <a:lnTo>
                  <a:pt x="722" y="944"/>
                </a:lnTo>
                <a:lnTo>
                  <a:pt x="692" y="977"/>
                </a:lnTo>
                <a:lnTo>
                  <a:pt x="665" y="1011"/>
                </a:lnTo>
                <a:lnTo>
                  <a:pt x="637" y="1046"/>
                </a:lnTo>
                <a:lnTo>
                  <a:pt x="610" y="1082"/>
                </a:lnTo>
                <a:lnTo>
                  <a:pt x="583" y="1116"/>
                </a:lnTo>
                <a:lnTo>
                  <a:pt x="558" y="1154"/>
                </a:lnTo>
                <a:lnTo>
                  <a:pt x="533" y="1191"/>
                </a:lnTo>
                <a:lnTo>
                  <a:pt x="510" y="1228"/>
                </a:lnTo>
                <a:lnTo>
                  <a:pt x="486" y="1266"/>
                </a:lnTo>
                <a:lnTo>
                  <a:pt x="464" y="1304"/>
                </a:lnTo>
                <a:lnTo>
                  <a:pt x="441" y="1344"/>
                </a:lnTo>
                <a:lnTo>
                  <a:pt x="420" y="1383"/>
                </a:lnTo>
                <a:lnTo>
                  <a:pt x="400" y="1424"/>
                </a:lnTo>
                <a:lnTo>
                  <a:pt x="380" y="1463"/>
                </a:lnTo>
                <a:lnTo>
                  <a:pt x="362" y="1504"/>
                </a:lnTo>
                <a:lnTo>
                  <a:pt x="344" y="1545"/>
                </a:lnTo>
                <a:lnTo>
                  <a:pt x="327" y="1588"/>
                </a:lnTo>
                <a:lnTo>
                  <a:pt x="311" y="1630"/>
                </a:lnTo>
                <a:lnTo>
                  <a:pt x="296" y="1672"/>
                </a:lnTo>
                <a:lnTo>
                  <a:pt x="281" y="1716"/>
                </a:lnTo>
                <a:lnTo>
                  <a:pt x="267" y="1759"/>
                </a:lnTo>
                <a:lnTo>
                  <a:pt x="255" y="1803"/>
                </a:lnTo>
                <a:lnTo>
                  <a:pt x="242" y="1848"/>
                </a:lnTo>
                <a:lnTo>
                  <a:pt x="231" y="1891"/>
                </a:lnTo>
                <a:lnTo>
                  <a:pt x="221" y="1936"/>
                </a:lnTo>
                <a:lnTo>
                  <a:pt x="27" y="1895"/>
                </a:lnTo>
                <a:lnTo>
                  <a:pt x="39" y="1843"/>
                </a:lnTo>
                <a:lnTo>
                  <a:pt x="52" y="1790"/>
                </a:lnTo>
                <a:lnTo>
                  <a:pt x="66" y="1738"/>
                </a:lnTo>
                <a:lnTo>
                  <a:pt x="81" y="1687"/>
                </a:lnTo>
                <a:lnTo>
                  <a:pt x="97" y="1636"/>
                </a:lnTo>
                <a:lnTo>
                  <a:pt x="114" y="1586"/>
                </a:lnTo>
                <a:lnTo>
                  <a:pt x="132" y="1537"/>
                </a:lnTo>
                <a:lnTo>
                  <a:pt x="150" y="1488"/>
                </a:lnTo>
                <a:lnTo>
                  <a:pt x="170" y="1441"/>
                </a:lnTo>
                <a:lnTo>
                  <a:pt x="191" y="1392"/>
                </a:lnTo>
                <a:lnTo>
                  <a:pt x="214" y="1346"/>
                </a:lnTo>
                <a:lnTo>
                  <a:pt x="236" y="1300"/>
                </a:lnTo>
                <a:lnTo>
                  <a:pt x="260" y="1254"/>
                </a:lnTo>
                <a:lnTo>
                  <a:pt x="285" y="1210"/>
                </a:lnTo>
                <a:lnTo>
                  <a:pt x="311" y="1166"/>
                </a:lnTo>
                <a:lnTo>
                  <a:pt x="337" y="1123"/>
                </a:lnTo>
                <a:lnTo>
                  <a:pt x="364" y="1080"/>
                </a:lnTo>
                <a:lnTo>
                  <a:pt x="393" y="1038"/>
                </a:lnTo>
                <a:lnTo>
                  <a:pt x="421" y="997"/>
                </a:lnTo>
                <a:lnTo>
                  <a:pt x="451" y="956"/>
                </a:lnTo>
                <a:lnTo>
                  <a:pt x="482" y="916"/>
                </a:lnTo>
                <a:lnTo>
                  <a:pt x="513" y="878"/>
                </a:lnTo>
                <a:lnTo>
                  <a:pt x="546" y="839"/>
                </a:lnTo>
                <a:lnTo>
                  <a:pt x="578" y="802"/>
                </a:lnTo>
                <a:lnTo>
                  <a:pt x="612" y="765"/>
                </a:lnTo>
                <a:lnTo>
                  <a:pt x="646" y="729"/>
                </a:lnTo>
                <a:lnTo>
                  <a:pt x="683" y="694"/>
                </a:lnTo>
                <a:lnTo>
                  <a:pt x="717" y="659"/>
                </a:lnTo>
                <a:lnTo>
                  <a:pt x="755" y="625"/>
                </a:lnTo>
                <a:lnTo>
                  <a:pt x="792" y="593"/>
                </a:lnTo>
                <a:lnTo>
                  <a:pt x="830" y="561"/>
                </a:lnTo>
                <a:lnTo>
                  <a:pt x="869" y="530"/>
                </a:lnTo>
                <a:lnTo>
                  <a:pt x="909" y="499"/>
                </a:lnTo>
                <a:lnTo>
                  <a:pt x="949" y="469"/>
                </a:lnTo>
                <a:lnTo>
                  <a:pt x="988" y="440"/>
                </a:lnTo>
                <a:lnTo>
                  <a:pt x="1031" y="413"/>
                </a:lnTo>
                <a:lnTo>
                  <a:pt x="1072" y="385"/>
                </a:lnTo>
                <a:lnTo>
                  <a:pt x="1115" y="359"/>
                </a:lnTo>
                <a:lnTo>
                  <a:pt x="1157" y="333"/>
                </a:lnTo>
                <a:lnTo>
                  <a:pt x="1201" y="310"/>
                </a:lnTo>
                <a:lnTo>
                  <a:pt x="1246" y="286"/>
                </a:lnTo>
                <a:lnTo>
                  <a:pt x="1290" y="262"/>
                </a:lnTo>
                <a:lnTo>
                  <a:pt x="1335" y="241"/>
                </a:lnTo>
                <a:lnTo>
                  <a:pt x="1381" y="220"/>
                </a:lnTo>
                <a:lnTo>
                  <a:pt x="1427" y="200"/>
                </a:lnTo>
                <a:lnTo>
                  <a:pt x="1474" y="180"/>
                </a:lnTo>
                <a:lnTo>
                  <a:pt x="1522" y="163"/>
                </a:lnTo>
                <a:lnTo>
                  <a:pt x="1569" y="145"/>
                </a:lnTo>
                <a:lnTo>
                  <a:pt x="1617" y="128"/>
                </a:lnTo>
                <a:lnTo>
                  <a:pt x="1666" y="113"/>
                </a:lnTo>
                <a:lnTo>
                  <a:pt x="1716" y="98"/>
                </a:lnTo>
                <a:lnTo>
                  <a:pt x="1764" y="86"/>
                </a:lnTo>
                <a:lnTo>
                  <a:pt x="1814" y="72"/>
                </a:lnTo>
                <a:lnTo>
                  <a:pt x="1865" y="61"/>
                </a:lnTo>
                <a:lnTo>
                  <a:pt x="1916" y="51"/>
                </a:lnTo>
                <a:lnTo>
                  <a:pt x="1966" y="41"/>
                </a:lnTo>
                <a:lnTo>
                  <a:pt x="2018" y="32"/>
                </a:lnTo>
                <a:lnTo>
                  <a:pt x="2069" y="25"/>
                </a:lnTo>
                <a:lnTo>
                  <a:pt x="2121" y="17"/>
                </a:lnTo>
                <a:lnTo>
                  <a:pt x="2173" y="12"/>
                </a:lnTo>
                <a:lnTo>
                  <a:pt x="2225" y="7"/>
                </a:lnTo>
                <a:lnTo>
                  <a:pt x="2279" y="4"/>
                </a:lnTo>
                <a:lnTo>
                  <a:pt x="2331" y="1"/>
                </a:lnTo>
                <a:lnTo>
                  <a:pt x="2384" y="0"/>
                </a:lnTo>
                <a:lnTo>
                  <a:pt x="2755" y="653"/>
                </a:lnTo>
                <a:lnTo>
                  <a:pt x="2413" y="1187"/>
                </a:lnTo>
                <a:close/>
                <a:moveTo>
                  <a:pt x="1780" y="2183"/>
                </a:moveTo>
                <a:lnTo>
                  <a:pt x="1780" y="2708"/>
                </a:lnTo>
                <a:lnTo>
                  <a:pt x="1650" y="2708"/>
                </a:lnTo>
                <a:lnTo>
                  <a:pt x="1650" y="2183"/>
                </a:lnTo>
                <a:lnTo>
                  <a:pt x="1462" y="2183"/>
                </a:lnTo>
                <a:lnTo>
                  <a:pt x="1462" y="2055"/>
                </a:lnTo>
                <a:lnTo>
                  <a:pt x="1967" y="2055"/>
                </a:lnTo>
                <a:lnTo>
                  <a:pt x="1967" y="2183"/>
                </a:lnTo>
                <a:lnTo>
                  <a:pt x="1780" y="2183"/>
                </a:lnTo>
                <a:close/>
                <a:moveTo>
                  <a:pt x="2648" y="2708"/>
                </a:moveTo>
                <a:lnTo>
                  <a:pt x="2504" y="2708"/>
                </a:lnTo>
                <a:lnTo>
                  <a:pt x="2453" y="2562"/>
                </a:lnTo>
                <a:lnTo>
                  <a:pt x="2214" y="2562"/>
                </a:lnTo>
                <a:lnTo>
                  <a:pt x="2163" y="2708"/>
                </a:lnTo>
                <a:lnTo>
                  <a:pt x="2023" y="2708"/>
                </a:lnTo>
                <a:lnTo>
                  <a:pt x="2273" y="2055"/>
                </a:lnTo>
                <a:lnTo>
                  <a:pt x="2399" y="2055"/>
                </a:lnTo>
                <a:lnTo>
                  <a:pt x="2648" y="2708"/>
                </a:lnTo>
                <a:close/>
                <a:moveTo>
                  <a:pt x="2408" y="2438"/>
                </a:moveTo>
                <a:lnTo>
                  <a:pt x="2334" y="2225"/>
                </a:lnTo>
                <a:lnTo>
                  <a:pt x="2259" y="2438"/>
                </a:lnTo>
                <a:lnTo>
                  <a:pt x="2408" y="2438"/>
                </a:lnTo>
                <a:close/>
                <a:moveTo>
                  <a:pt x="3302" y="2708"/>
                </a:moveTo>
                <a:lnTo>
                  <a:pt x="3147" y="2708"/>
                </a:lnTo>
                <a:lnTo>
                  <a:pt x="3017" y="2488"/>
                </a:lnTo>
                <a:lnTo>
                  <a:pt x="2887" y="2708"/>
                </a:lnTo>
                <a:lnTo>
                  <a:pt x="2731" y="2708"/>
                </a:lnTo>
                <a:lnTo>
                  <a:pt x="2939" y="2375"/>
                </a:lnTo>
                <a:lnTo>
                  <a:pt x="2741" y="2055"/>
                </a:lnTo>
                <a:lnTo>
                  <a:pt x="2897" y="2055"/>
                </a:lnTo>
                <a:lnTo>
                  <a:pt x="3017" y="2260"/>
                </a:lnTo>
                <a:lnTo>
                  <a:pt x="3137" y="2055"/>
                </a:lnTo>
                <a:lnTo>
                  <a:pt x="3293" y="2055"/>
                </a:lnTo>
                <a:lnTo>
                  <a:pt x="3094" y="2375"/>
                </a:lnTo>
                <a:lnTo>
                  <a:pt x="3302" y="2708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Como ficam os contribuintes do simples nacional?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5" name="Conector reto 9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sp>
        <p:nvSpPr>
          <p:cNvPr id="276" name="Google Shape;403;p42"/>
          <p:cNvSpPr/>
          <p:nvPr/>
        </p:nvSpPr>
        <p:spPr>
          <a:xfrm>
            <a:off x="1409760" y="1094040"/>
            <a:ext cx="33714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2000" b="1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Equiparação ao regime regular de IBS/CBS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405;p42"/>
          <p:cNvSpPr/>
          <p:nvPr/>
        </p:nvSpPr>
        <p:spPr>
          <a:xfrm>
            <a:off x="239040" y="1691280"/>
            <a:ext cx="5723280" cy="33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O contribuinte do simples nacional não será afetado pelo regime regular de IBS e CBS, por regra;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sng" strike="noStrike">
                <a:solidFill>
                  <a:srgbClr val="1a341b"/>
                </a:solidFill>
                <a:effectLst/>
                <a:uFillTx/>
                <a:latin typeface="Aptos"/>
              </a:rPr>
              <a:t>Opcionalmente, o contribuinte poderá aderir ao regime regular de IBS e CBS;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Em caso de opção pelo regime regular, a parcela da tributação sobre o consumo (IBS e CBS) não será cobrada no regime único (CF, Art. 146, § 2)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Oportunidade: </a:t>
            </a: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Em operações B2B, pode ser mais vantajoso a opção pelo regime regular.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8" name="Google Shape;406;p42"/>
          <p:cNvCxnSpPr/>
          <p:nvPr/>
        </p:nvCxnSpPr>
        <p:spPr>
          <a:xfrm>
            <a:off x="6332400" y="1093680"/>
            <a:ext cx="360" cy="4320360"/>
          </a:xfrm>
          <a:prstGeom prst="straightConnector1">
            <a:avLst/>
          </a:prstGeom>
          <a:ln w="9525">
            <a:solidFill>
              <a:srgbClr val="1a341b"/>
            </a:solidFill>
            <a:prstDash val="lgDashDotDot"/>
            <a:round/>
          </a:ln>
        </p:spPr>
      </p:cxnSp>
      <p:sp>
        <p:nvSpPr>
          <p:cNvPr id="279" name="Freeform 48"/>
          <p:cNvSpPr/>
          <p:nvPr/>
        </p:nvSpPr>
        <p:spPr>
          <a:xfrm>
            <a:off x="7081560" y="1226160"/>
            <a:ext cx="690480" cy="683280"/>
          </a:xfrm>
          <a:custGeom>
            <a:avLst/>
            <a:gdLst>
              <a:gd name="textAreaLeft" fmla="*/ 0 w 690480"/>
              <a:gd name="textAreaRight" fmla="*/ 690840 w 690480"/>
              <a:gd name="textAreaTop" fmla="*/ 0 h 683280"/>
              <a:gd name="textAreaBottom" fmla="*/ 683640 h 683280"/>
              <a:gd name="GluePoint1X" fmla="*/ 2147483647 w 4810"/>
              <a:gd name="GluePoint1Y" fmla="*/ 2147483647 h 4763"/>
              <a:gd name="GluePoint2X" fmla="*/ 2147483647 w 4810"/>
              <a:gd name="GluePoint2Y" fmla="*/ 2147483647 h 4763"/>
              <a:gd name="GluePoint3X" fmla="*/ 2147483647 w 4810"/>
              <a:gd name="GluePoint3Y" fmla="*/ 2147483647 h 4763"/>
              <a:gd name="GluePoint4X" fmla="*/ 2147483647 w 4810"/>
              <a:gd name="GluePoint4Y" fmla="*/ 2147483647 h 4763"/>
              <a:gd name="GluePoint5X" fmla="*/ 2147483647 w 4810"/>
              <a:gd name="GluePoint5Y" fmla="*/ 2147483647 h 4763"/>
              <a:gd name="GluePoint6X" fmla="*/ 2147483647 w 4810"/>
              <a:gd name="GluePoint6Y" fmla="*/ 2147483647 h 4763"/>
              <a:gd name="GluePoint7X" fmla="*/ 2147483647 w 4810"/>
              <a:gd name="GluePoint7Y" fmla="*/ 2147483647 h 4763"/>
              <a:gd name="GluePoint8X" fmla="*/ 2147483647 w 4810"/>
              <a:gd name="GluePoint8Y" fmla="*/ 2147483647 h 4763"/>
              <a:gd name="GluePoint9X" fmla="*/ 2147483647 w 4810"/>
              <a:gd name="GluePoint9Y" fmla="*/ 2147483647 h 4763"/>
              <a:gd name="GluePoint10X" fmla="*/ 2147483647 w 4810"/>
              <a:gd name="GluePoint10Y" fmla="*/ 2147483647 h 4763"/>
              <a:gd name="GluePoint11X" fmla="*/ 2147483647 w 4810"/>
              <a:gd name="GluePoint11Y" fmla="*/ 2147483647 h 4763"/>
              <a:gd name="GluePoint12X" fmla="*/ 2147483647 w 4810"/>
              <a:gd name="GluePoint12Y" fmla="*/ 2147483647 h 4763"/>
              <a:gd name="GluePoint13X" fmla="*/ 2147483647 w 4810"/>
              <a:gd name="GluePoint13Y" fmla="*/ 2147483647 h 4763"/>
              <a:gd name="GluePoint14X" fmla="*/ 2147483647 w 4810"/>
              <a:gd name="GluePoint14Y" fmla="*/ 2147483647 h 4763"/>
              <a:gd name="GluePoint15X" fmla="*/ 2147483647 w 4810"/>
              <a:gd name="GluePoint15Y" fmla="*/ 2147483647 h 4763"/>
              <a:gd name="GluePoint16X" fmla="*/ 2147483647 w 4810"/>
              <a:gd name="GluePoint16Y" fmla="*/ 2147483647 h 4763"/>
              <a:gd name="GluePoint17X" fmla="*/ 2147483647 w 4810"/>
              <a:gd name="GluePoint17Y" fmla="*/ 2147483647 h 4763"/>
              <a:gd name="GluePoint18X" fmla="*/ 2147483647 w 4810"/>
              <a:gd name="GluePoint18Y" fmla="*/ 2147483647 h 4763"/>
              <a:gd name="GluePoint19X" fmla="*/ 2147483647 w 4810"/>
              <a:gd name="GluePoint19Y" fmla="*/ 2147483647 h 4763"/>
              <a:gd name="GluePoint20X" fmla="*/ 2147483647 w 4810"/>
              <a:gd name="GluePoint20Y" fmla="*/ 2147483647 h 4763"/>
              <a:gd name="GluePoint21X" fmla="*/ 2147483647 w 4810"/>
              <a:gd name="GluePoint21Y" fmla="*/ 2147483647 h 4763"/>
              <a:gd name="GluePoint22X" fmla="*/ 2147483647 w 4810"/>
              <a:gd name="GluePoint22Y" fmla="*/ 2147483647 h 4763"/>
              <a:gd name="GluePoint23X" fmla="*/ 2147483647 w 4810"/>
              <a:gd name="GluePoint23Y" fmla="*/ 2147483647 h 4763"/>
              <a:gd name="GluePoint24X" fmla="*/ 2147483647 w 4810"/>
              <a:gd name="GluePoint24Y" fmla="*/ 2147483647 h 4763"/>
              <a:gd name="GluePoint25X" fmla="*/ 2147483647 w 4810"/>
              <a:gd name="GluePoint25Y" fmla="*/ 2147483647 h 4763"/>
              <a:gd name="GluePoint26X" fmla="*/ 2147483647 w 4810"/>
              <a:gd name="GluePoint26Y" fmla="*/ 2147483647 h 4763"/>
              <a:gd name="GluePoint27X" fmla="*/ 2147483647 w 4810"/>
              <a:gd name="GluePoint27Y" fmla="*/ 2147483647 h 4763"/>
              <a:gd name="GluePoint28X" fmla="*/ 2147483647 w 4810"/>
              <a:gd name="GluePoint28Y" fmla="*/ 2147483647 h 4763"/>
              <a:gd name="GluePoint29X" fmla="*/ 2147483647 w 4810"/>
              <a:gd name="GluePoint29Y" fmla="*/ 2147483647 h 4763"/>
              <a:gd name="GluePoint30X" fmla="*/ 2147483647 w 4810"/>
              <a:gd name="GluePoint30Y" fmla="*/ 2147483647 h 4763"/>
              <a:gd name="GluePoint31X" fmla="*/ 2147483647 w 4810"/>
              <a:gd name="GluePoint31Y" fmla="*/ 2147483647 h 4763"/>
              <a:gd name="GluePoint32X" fmla="*/ 2147483647 w 4810"/>
              <a:gd name="GluePoint32Y" fmla="*/ 2147483647 h 4763"/>
              <a:gd name="GluePoint33X" fmla="*/ 2147483647 w 4810"/>
              <a:gd name="GluePoint33Y" fmla="*/ 2147483647 h 4763"/>
              <a:gd name="GluePoint34X" fmla="*/ 2147483647 w 4810"/>
              <a:gd name="GluePoint34Y" fmla="*/ 2147483647 h 4763"/>
              <a:gd name="GluePoint35X" fmla="*/ 2147483647 w 4810"/>
              <a:gd name="GluePoint35Y" fmla="*/ 2147483647 h 4763"/>
              <a:gd name="GluePoint36X" fmla="*/ 2147483647 w 4810"/>
              <a:gd name="GluePoint36Y" fmla="*/ 2147483647 h 4763"/>
              <a:gd name="GluePoint37X" fmla="*/ 2147483647 w 4810"/>
              <a:gd name="GluePoint37Y" fmla="*/ 2147483647 h 4763"/>
              <a:gd name="GluePoint38X" fmla="*/ 2147483647 w 4810"/>
              <a:gd name="GluePoint38Y" fmla="*/ 2147483647 h 4763"/>
              <a:gd name="GluePoint39X" fmla="*/ 2147483647 w 4810"/>
              <a:gd name="GluePoint39Y" fmla="*/ 2147483647 h 4763"/>
              <a:gd name="GluePoint40X" fmla="*/ 2147483647 w 4810"/>
              <a:gd name="GluePoint40Y" fmla="*/ 2147483647 h 4763"/>
              <a:gd name="GluePoint41X" fmla="*/ 2147483647 w 4810"/>
              <a:gd name="GluePoint41Y" fmla="*/ 2147483647 h 4763"/>
              <a:gd name="GluePoint42X" fmla="*/ 2147483647 w 4810"/>
              <a:gd name="GluePoint42Y" fmla="*/ 2147483647 h 4763"/>
              <a:gd name="GluePoint43X" fmla="*/ 2147483647 w 4810"/>
              <a:gd name="GluePoint43Y" fmla="*/ 2147483647 h 4763"/>
              <a:gd name="GluePoint44X" fmla="*/ 2147483647 w 4810"/>
              <a:gd name="GluePoint44Y" fmla="*/ 2147483647 h 4763"/>
              <a:gd name="GluePoint45X" fmla="*/ 2147483647 w 4810"/>
              <a:gd name="GluePoint45Y" fmla="*/ 2147483647 h 4763"/>
              <a:gd name="GluePoint46X" fmla="*/ 2147483647 w 4810"/>
              <a:gd name="GluePoint46Y" fmla="*/ 2147483647 h 4763"/>
              <a:gd name="GluePoint47X" fmla="*/ 2147483647 w 4810"/>
              <a:gd name="GluePoint47Y" fmla="*/ 2147483647 h 4763"/>
              <a:gd name="GluePoint48X" fmla="*/ 2147483647 w 4810"/>
              <a:gd name="GluePoint48Y" fmla="*/ 2147483647 h 4763"/>
              <a:gd name="GluePoint49X" fmla="*/ 2147483647 w 4810"/>
              <a:gd name="GluePoint49Y" fmla="*/ 2147483647 h 4763"/>
              <a:gd name="GluePoint50X" fmla="*/ 2147483647 w 4810"/>
              <a:gd name="GluePoint50Y" fmla="*/ 2147483647 h 4763"/>
              <a:gd name="GluePoint51X" fmla="*/ 2147483647 w 4810"/>
              <a:gd name="GluePoint51Y" fmla="*/ 2147483647 h 4763"/>
              <a:gd name="GluePoint52X" fmla="*/ 2147483647 w 4810"/>
              <a:gd name="GluePoint52Y" fmla="*/ 2147483647 h 4763"/>
              <a:gd name="GluePoint53X" fmla="*/ 2147483647 w 4810"/>
              <a:gd name="GluePoint53Y" fmla="*/ 2147483647 h 4763"/>
              <a:gd name="GluePoint54X" fmla="*/ 2147483647 w 4810"/>
              <a:gd name="GluePoint54Y" fmla="*/ 2147483647 h 4763"/>
              <a:gd name="GluePoint55X" fmla="*/ 2147483647 w 4810"/>
              <a:gd name="GluePoint55Y" fmla="*/ 2147483647 h 4763"/>
              <a:gd name="GluePoint56X" fmla="*/ 2147483647 w 4810"/>
              <a:gd name="GluePoint56Y" fmla="*/ 2147483647 h 4763"/>
              <a:gd name="GluePoint57X" fmla="*/ 2147483647 w 4810"/>
              <a:gd name="GluePoint57Y" fmla="*/ 2147483647 h 4763"/>
              <a:gd name="GluePoint58X" fmla="*/ 2147483647 w 4810"/>
              <a:gd name="GluePoint58Y" fmla="*/ 2147483647 h 4763"/>
              <a:gd name="GluePoint59X" fmla="*/ 2147483647 w 4810"/>
              <a:gd name="GluePoint59Y" fmla="*/ 2147483647 h 4763"/>
              <a:gd name="GluePoint60X" fmla="*/ 2147483647 w 4810"/>
              <a:gd name="GluePoint60Y" fmla="*/ 2147483647 h 4763"/>
              <a:gd name="GluePoint61X" fmla="*/ 2147483647 w 4810"/>
              <a:gd name="GluePoint61Y" fmla="*/ 2147483647 h 4763"/>
              <a:gd name="GluePoint62X" fmla="*/ 2147483647 w 4810"/>
              <a:gd name="GluePoint62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</a:cxnLst>
            <a:rect l="textAreaLeft" t="textAreaTop" r="textAreaRight" b="textAreaBottom"/>
            <a:pathLst>
              <a:path w="4810" h="4763">
                <a:moveTo>
                  <a:pt x="2527" y="1740"/>
                </a:moveTo>
                <a:lnTo>
                  <a:pt x="2527" y="2041"/>
                </a:lnTo>
                <a:lnTo>
                  <a:pt x="2333" y="2041"/>
                </a:lnTo>
                <a:lnTo>
                  <a:pt x="2333" y="1740"/>
                </a:lnTo>
                <a:lnTo>
                  <a:pt x="2527" y="1740"/>
                </a:lnTo>
                <a:close/>
                <a:moveTo>
                  <a:pt x="2527" y="2235"/>
                </a:moveTo>
                <a:lnTo>
                  <a:pt x="2527" y="2536"/>
                </a:lnTo>
                <a:lnTo>
                  <a:pt x="2333" y="2536"/>
                </a:lnTo>
                <a:lnTo>
                  <a:pt x="2333" y="2235"/>
                </a:lnTo>
                <a:lnTo>
                  <a:pt x="2527" y="2235"/>
                </a:lnTo>
                <a:close/>
                <a:moveTo>
                  <a:pt x="2527" y="2730"/>
                </a:moveTo>
                <a:lnTo>
                  <a:pt x="2527" y="3032"/>
                </a:lnTo>
                <a:lnTo>
                  <a:pt x="2333" y="3032"/>
                </a:lnTo>
                <a:lnTo>
                  <a:pt x="2333" y="2730"/>
                </a:lnTo>
                <a:lnTo>
                  <a:pt x="2527" y="2730"/>
                </a:lnTo>
                <a:close/>
                <a:moveTo>
                  <a:pt x="2527" y="3226"/>
                </a:moveTo>
                <a:lnTo>
                  <a:pt x="2527" y="3526"/>
                </a:lnTo>
                <a:lnTo>
                  <a:pt x="2333" y="3526"/>
                </a:lnTo>
                <a:lnTo>
                  <a:pt x="2333" y="3226"/>
                </a:lnTo>
                <a:lnTo>
                  <a:pt x="2527" y="3226"/>
                </a:lnTo>
                <a:close/>
                <a:moveTo>
                  <a:pt x="2527" y="3720"/>
                </a:moveTo>
                <a:lnTo>
                  <a:pt x="2527" y="4011"/>
                </a:lnTo>
                <a:lnTo>
                  <a:pt x="2333" y="4011"/>
                </a:lnTo>
                <a:lnTo>
                  <a:pt x="2333" y="3720"/>
                </a:lnTo>
                <a:lnTo>
                  <a:pt x="2527" y="3720"/>
                </a:lnTo>
                <a:close/>
                <a:moveTo>
                  <a:pt x="1655" y="3720"/>
                </a:moveTo>
                <a:lnTo>
                  <a:pt x="1655" y="4011"/>
                </a:lnTo>
                <a:lnTo>
                  <a:pt x="1461" y="4011"/>
                </a:lnTo>
                <a:lnTo>
                  <a:pt x="1461" y="3720"/>
                </a:lnTo>
                <a:lnTo>
                  <a:pt x="1655" y="3720"/>
                </a:lnTo>
                <a:close/>
                <a:moveTo>
                  <a:pt x="1655" y="3226"/>
                </a:moveTo>
                <a:lnTo>
                  <a:pt x="1655" y="3526"/>
                </a:lnTo>
                <a:lnTo>
                  <a:pt x="1461" y="3526"/>
                </a:lnTo>
                <a:lnTo>
                  <a:pt x="1461" y="3226"/>
                </a:lnTo>
                <a:lnTo>
                  <a:pt x="1655" y="3226"/>
                </a:lnTo>
                <a:close/>
                <a:moveTo>
                  <a:pt x="1655" y="2730"/>
                </a:moveTo>
                <a:lnTo>
                  <a:pt x="1655" y="3032"/>
                </a:lnTo>
                <a:lnTo>
                  <a:pt x="1461" y="3032"/>
                </a:lnTo>
                <a:lnTo>
                  <a:pt x="1461" y="2730"/>
                </a:lnTo>
                <a:lnTo>
                  <a:pt x="1655" y="2730"/>
                </a:lnTo>
                <a:close/>
                <a:moveTo>
                  <a:pt x="1655" y="2235"/>
                </a:moveTo>
                <a:lnTo>
                  <a:pt x="1655" y="2536"/>
                </a:lnTo>
                <a:lnTo>
                  <a:pt x="1461" y="2536"/>
                </a:lnTo>
                <a:lnTo>
                  <a:pt x="1461" y="2235"/>
                </a:lnTo>
                <a:lnTo>
                  <a:pt x="1655" y="2235"/>
                </a:lnTo>
                <a:close/>
                <a:moveTo>
                  <a:pt x="1655" y="1740"/>
                </a:moveTo>
                <a:lnTo>
                  <a:pt x="1655" y="2041"/>
                </a:lnTo>
                <a:lnTo>
                  <a:pt x="1461" y="2041"/>
                </a:lnTo>
                <a:lnTo>
                  <a:pt x="1461" y="1740"/>
                </a:lnTo>
                <a:lnTo>
                  <a:pt x="1655" y="1740"/>
                </a:lnTo>
                <a:close/>
                <a:moveTo>
                  <a:pt x="1655" y="1241"/>
                </a:moveTo>
                <a:lnTo>
                  <a:pt x="1655" y="1546"/>
                </a:lnTo>
                <a:lnTo>
                  <a:pt x="1461" y="1546"/>
                </a:lnTo>
                <a:lnTo>
                  <a:pt x="1461" y="1241"/>
                </a:lnTo>
                <a:lnTo>
                  <a:pt x="1655" y="1241"/>
                </a:lnTo>
                <a:close/>
                <a:moveTo>
                  <a:pt x="2091" y="3720"/>
                </a:moveTo>
                <a:lnTo>
                  <a:pt x="2091" y="4011"/>
                </a:lnTo>
                <a:lnTo>
                  <a:pt x="1897" y="4011"/>
                </a:lnTo>
                <a:lnTo>
                  <a:pt x="1897" y="3720"/>
                </a:lnTo>
                <a:lnTo>
                  <a:pt x="2091" y="3720"/>
                </a:lnTo>
                <a:close/>
                <a:moveTo>
                  <a:pt x="2091" y="3226"/>
                </a:moveTo>
                <a:lnTo>
                  <a:pt x="2091" y="3526"/>
                </a:lnTo>
                <a:lnTo>
                  <a:pt x="1897" y="3526"/>
                </a:lnTo>
                <a:lnTo>
                  <a:pt x="1897" y="3226"/>
                </a:lnTo>
                <a:lnTo>
                  <a:pt x="2091" y="3226"/>
                </a:lnTo>
                <a:close/>
                <a:moveTo>
                  <a:pt x="2091" y="2730"/>
                </a:moveTo>
                <a:lnTo>
                  <a:pt x="2091" y="3032"/>
                </a:lnTo>
                <a:lnTo>
                  <a:pt x="1897" y="3032"/>
                </a:lnTo>
                <a:lnTo>
                  <a:pt x="1897" y="2730"/>
                </a:lnTo>
                <a:lnTo>
                  <a:pt x="2091" y="2730"/>
                </a:lnTo>
                <a:close/>
                <a:moveTo>
                  <a:pt x="2091" y="2235"/>
                </a:moveTo>
                <a:lnTo>
                  <a:pt x="2091" y="2536"/>
                </a:lnTo>
                <a:lnTo>
                  <a:pt x="1897" y="2536"/>
                </a:lnTo>
                <a:lnTo>
                  <a:pt x="1897" y="2235"/>
                </a:lnTo>
                <a:lnTo>
                  <a:pt x="2091" y="2235"/>
                </a:lnTo>
                <a:close/>
                <a:moveTo>
                  <a:pt x="2091" y="1740"/>
                </a:moveTo>
                <a:lnTo>
                  <a:pt x="2091" y="2041"/>
                </a:lnTo>
                <a:lnTo>
                  <a:pt x="1897" y="2041"/>
                </a:lnTo>
                <a:lnTo>
                  <a:pt x="1897" y="1740"/>
                </a:lnTo>
                <a:lnTo>
                  <a:pt x="2091" y="1740"/>
                </a:lnTo>
                <a:close/>
                <a:moveTo>
                  <a:pt x="2091" y="1241"/>
                </a:moveTo>
                <a:lnTo>
                  <a:pt x="2091" y="1546"/>
                </a:lnTo>
                <a:lnTo>
                  <a:pt x="1897" y="1546"/>
                </a:lnTo>
                <a:lnTo>
                  <a:pt x="1897" y="1241"/>
                </a:lnTo>
                <a:lnTo>
                  <a:pt x="2091" y="1241"/>
                </a:lnTo>
                <a:close/>
                <a:moveTo>
                  <a:pt x="2043" y="4658"/>
                </a:moveTo>
                <a:lnTo>
                  <a:pt x="2224" y="4658"/>
                </a:lnTo>
                <a:lnTo>
                  <a:pt x="2224" y="4312"/>
                </a:lnTo>
                <a:lnTo>
                  <a:pt x="2043" y="4312"/>
                </a:lnTo>
                <a:lnTo>
                  <a:pt x="2043" y="4658"/>
                </a:lnTo>
                <a:close/>
                <a:moveTo>
                  <a:pt x="1763" y="4658"/>
                </a:moveTo>
                <a:lnTo>
                  <a:pt x="1946" y="4658"/>
                </a:lnTo>
                <a:lnTo>
                  <a:pt x="1946" y="4312"/>
                </a:lnTo>
                <a:lnTo>
                  <a:pt x="1763" y="4312"/>
                </a:lnTo>
                <a:lnTo>
                  <a:pt x="1763" y="4658"/>
                </a:lnTo>
                <a:close/>
                <a:moveTo>
                  <a:pt x="1666" y="4666"/>
                </a:moveTo>
                <a:lnTo>
                  <a:pt x="1666" y="4215"/>
                </a:lnTo>
                <a:lnTo>
                  <a:pt x="2321" y="4215"/>
                </a:lnTo>
                <a:lnTo>
                  <a:pt x="2321" y="4666"/>
                </a:lnTo>
                <a:lnTo>
                  <a:pt x="4810" y="4666"/>
                </a:lnTo>
                <a:lnTo>
                  <a:pt x="4810" y="4763"/>
                </a:lnTo>
                <a:lnTo>
                  <a:pt x="0" y="4763"/>
                </a:lnTo>
                <a:lnTo>
                  <a:pt x="0" y="4666"/>
                </a:lnTo>
                <a:lnTo>
                  <a:pt x="1666" y="4666"/>
                </a:lnTo>
                <a:close/>
                <a:moveTo>
                  <a:pt x="816" y="4569"/>
                </a:moveTo>
                <a:lnTo>
                  <a:pt x="816" y="807"/>
                </a:lnTo>
                <a:lnTo>
                  <a:pt x="2553" y="807"/>
                </a:lnTo>
                <a:lnTo>
                  <a:pt x="2245" y="1001"/>
                </a:lnTo>
                <a:lnTo>
                  <a:pt x="1010" y="1001"/>
                </a:lnTo>
                <a:lnTo>
                  <a:pt x="1010" y="4569"/>
                </a:lnTo>
                <a:lnTo>
                  <a:pt x="816" y="4569"/>
                </a:lnTo>
                <a:close/>
                <a:moveTo>
                  <a:pt x="3834" y="767"/>
                </a:moveTo>
                <a:lnTo>
                  <a:pt x="3834" y="767"/>
                </a:lnTo>
                <a:lnTo>
                  <a:pt x="3833" y="752"/>
                </a:lnTo>
                <a:lnTo>
                  <a:pt x="3832" y="737"/>
                </a:lnTo>
                <a:lnTo>
                  <a:pt x="3829" y="724"/>
                </a:lnTo>
                <a:lnTo>
                  <a:pt x="3826" y="709"/>
                </a:lnTo>
                <a:lnTo>
                  <a:pt x="3821" y="697"/>
                </a:lnTo>
                <a:lnTo>
                  <a:pt x="3816" y="685"/>
                </a:lnTo>
                <a:lnTo>
                  <a:pt x="3810" y="673"/>
                </a:lnTo>
                <a:lnTo>
                  <a:pt x="3803" y="662"/>
                </a:lnTo>
                <a:lnTo>
                  <a:pt x="3795" y="652"/>
                </a:lnTo>
                <a:lnTo>
                  <a:pt x="3787" y="643"/>
                </a:lnTo>
                <a:lnTo>
                  <a:pt x="3778" y="634"/>
                </a:lnTo>
                <a:lnTo>
                  <a:pt x="3769" y="626"/>
                </a:lnTo>
                <a:lnTo>
                  <a:pt x="3759" y="618"/>
                </a:lnTo>
                <a:lnTo>
                  <a:pt x="3748" y="612"/>
                </a:lnTo>
                <a:lnTo>
                  <a:pt x="3737" y="606"/>
                </a:lnTo>
                <a:lnTo>
                  <a:pt x="3726" y="600"/>
                </a:lnTo>
                <a:lnTo>
                  <a:pt x="3744" y="587"/>
                </a:lnTo>
                <a:lnTo>
                  <a:pt x="3760" y="573"/>
                </a:lnTo>
                <a:lnTo>
                  <a:pt x="3772" y="559"/>
                </a:lnTo>
                <a:lnTo>
                  <a:pt x="3784" y="541"/>
                </a:lnTo>
                <a:lnTo>
                  <a:pt x="3789" y="531"/>
                </a:lnTo>
                <a:lnTo>
                  <a:pt x="3794" y="521"/>
                </a:lnTo>
                <a:lnTo>
                  <a:pt x="3798" y="510"/>
                </a:lnTo>
                <a:lnTo>
                  <a:pt x="3801" y="499"/>
                </a:lnTo>
                <a:lnTo>
                  <a:pt x="3804" y="489"/>
                </a:lnTo>
                <a:lnTo>
                  <a:pt x="3805" y="476"/>
                </a:lnTo>
                <a:lnTo>
                  <a:pt x="3806" y="464"/>
                </a:lnTo>
                <a:lnTo>
                  <a:pt x="3808" y="451"/>
                </a:lnTo>
                <a:lnTo>
                  <a:pt x="3806" y="428"/>
                </a:lnTo>
                <a:lnTo>
                  <a:pt x="3803" y="405"/>
                </a:lnTo>
                <a:lnTo>
                  <a:pt x="3798" y="384"/>
                </a:lnTo>
                <a:lnTo>
                  <a:pt x="3789" y="365"/>
                </a:lnTo>
                <a:lnTo>
                  <a:pt x="3781" y="347"/>
                </a:lnTo>
                <a:lnTo>
                  <a:pt x="3769" y="330"/>
                </a:lnTo>
                <a:lnTo>
                  <a:pt x="3757" y="315"/>
                </a:lnTo>
                <a:lnTo>
                  <a:pt x="3741" y="302"/>
                </a:lnTo>
                <a:lnTo>
                  <a:pt x="3725" y="290"/>
                </a:lnTo>
                <a:lnTo>
                  <a:pt x="3707" y="279"/>
                </a:lnTo>
                <a:lnTo>
                  <a:pt x="3686" y="270"/>
                </a:lnTo>
                <a:lnTo>
                  <a:pt x="3664" y="263"/>
                </a:lnTo>
                <a:lnTo>
                  <a:pt x="3641" y="257"/>
                </a:lnTo>
                <a:lnTo>
                  <a:pt x="3617" y="252"/>
                </a:lnTo>
                <a:lnTo>
                  <a:pt x="3592" y="250"/>
                </a:lnTo>
                <a:lnTo>
                  <a:pt x="3565" y="250"/>
                </a:lnTo>
                <a:lnTo>
                  <a:pt x="3214" y="250"/>
                </a:lnTo>
                <a:lnTo>
                  <a:pt x="3214" y="1015"/>
                </a:lnTo>
                <a:lnTo>
                  <a:pt x="3561" y="1015"/>
                </a:lnTo>
                <a:lnTo>
                  <a:pt x="3592" y="1013"/>
                </a:lnTo>
                <a:lnTo>
                  <a:pt x="3621" y="1010"/>
                </a:lnTo>
                <a:lnTo>
                  <a:pt x="3648" y="1005"/>
                </a:lnTo>
                <a:lnTo>
                  <a:pt x="3673" y="999"/>
                </a:lnTo>
                <a:lnTo>
                  <a:pt x="3697" y="989"/>
                </a:lnTo>
                <a:lnTo>
                  <a:pt x="3719" y="978"/>
                </a:lnTo>
                <a:lnTo>
                  <a:pt x="3740" y="965"/>
                </a:lnTo>
                <a:lnTo>
                  <a:pt x="3759" y="950"/>
                </a:lnTo>
                <a:lnTo>
                  <a:pt x="3777" y="933"/>
                </a:lnTo>
                <a:lnTo>
                  <a:pt x="3792" y="915"/>
                </a:lnTo>
                <a:lnTo>
                  <a:pt x="3805" y="895"/>
                </a:lnTo>
                <a:lnTo>
                  <a:pt x="3815" y="873"/>
                </a:lnTo>
                <a:lnTo>
                  <a:pt x="3823" y="849"/>
                </a:lnTo>
                <a:lnTo>
                  <a:pt x="3829" y="823"/>
                </a:lnTo>
                <a:lnTo>
                  <a:pt x="3833" y="796"/>
                </a:lnTo>
                <a:lnTo>
                  <a:pt x="3834" y="767"/>
                </a:lnTo>
                <a:close/>
                <a:moveTo>
                  <a:pt x="4558" y="783"/>
                </a:moveTo>
                <a:lnTo>
                  <a:pt x="4558" y="783"/>
                </a:lnTo>
                <a:lnTo>
                  <a:pt x="4557" y="756"/>
                </a:lnTo>
                <a:lnTo>
                  <a:pt x="4553" y="731"/>
                </a:lnTo>
                <a:lnTo>
                  <a:pt x="4547" y="709"/>
                </a:lnTo>
                <a:lnTo>
                  <a:pt x="4543" y="698"/>
                </a:lnTo>
                <a:lnTo>
                  <a:pt x="4538" y="687"/>
                </a:lnTo>
                <a:lnTo>
                  <a:pt x="4528" y="669"/>
                </a:lnTo>
                <a:lnTo>
                  <a:pt x="4515" y="651"/>
                </a:lnTo>
                <a:lnTo>
                  <a:pt x="4502" y="635"/>
                </a:lnTo>
                <a:lnTo>
                  <a:pt x="4486" y="622"/>
                </a:lnTo>
                <a:lnTo>
                  <a:pt x="4469" y="610"/>
                </a:lnTo>
                <a:lnTo>
                  <a:pt x="4451" y="598"/>
                </a:lnTo>
                <a:lnTo>
                  <a:pt x="4431" y="588"/>
                </a:lnTo>
                <a:lnTo>
                  <a:pt x="4410" y="579"/>
                </a:lnTo>
                <a:lnTo>
                  <a:pt x="4387" y="571"/>
                </a:lnTo>
                <a:lnTo>
                  <a:pt x="4361" y="562"/>
                </a:lnTo>
                <a:lnTo>
                  <a:pt x="4334" y="554"/>
                </a:lnTo>
                <a:lnTo>
                  <a:pt x="4302" y="547"/>
                </a:lnTo>
                <a:lnTo>
                  <a:pt x="4260" y="536"/>
                </a:lnTo>
                <a:lnTo>
                  <a:pt x="4226" y="527"/>
                </a:lnTo>
                <a:lnTo>
                  <a:pt x="4200" y="518"/>
                </a:lnTo>
                <a:lnTo>
                  <a:pt x="4180" y="509"/>
                </a:lnTo>
                <a:lnTo>
                  <a:pt x="4171" y="503"/>
                </a:lnTo>
                <a:lnTo>
                  <a:pt x="4164" y="498"/>
                </a:lnTo>
                <a:lnTo>
                  <a:pt x="4159" y="492"/>
                </a:lnTo>
                <a:lnTo>
                  <a:pt x="4154" y="486"/>
                </a:lnTo>
                <a:lnTo>
                  <a:pt x="4152" y="479"/>
                </a:lnTo>
                <a:lnTo>
                  <a:pt x="4149" y="472"/>
                </a:lnTo>
                <a:lnTo>
                  <a:pt x="4148" y="463"/>
                </a:lnTo>
                <a:lnTo>
                  <a:pt x="4148" y="455"/>
                </a:lnTo>
                <a:lnTo>
                  <a:pt x="4149" y="442"/>
                </a:lnTo>
                <a:lnTo>
                  <a:pt x="4153" y="429"/>
                </a:lnTo>
                <a:lnTo>
                  <a:pt x="4157" y="423"/>
                </a:lnTo>
                <a:lnTo>
                  <a:pt x="4160" y="418"/>
                </a:lnTo>
                <a:lnTo>
                  <a:pt x="4166" y="412"/>
                </a:lnTo>
                <a:lnTo>
                  <a:pt x="4171" y="407"/>
                </a:lnTo>
                <a:lnTo>
                  <a:pt x="4178" y="404"/>
                </a:lnTo>
                <a:lnTo>
                  <a:pt x="4187" y="399"/>
                </a:lnTo>
                <a:lnTo>
                  <a:pt x="4195" y="395"/>
                </a:lnTo>
                <a:lnTo>
                  <a:pt x="4205" y="393"/>
                </a:lnTo>
                <a:lnTo>
                  <a:pt x="4216" y="389"/>
                </a:lnTo>
                <a:lnTo>
                  <a:pt x="4228" y="388"/>
                </a:lnTo>
                <a:lnTo>
                  <a:pt x="4243" y="387"/>
                </a:lnTo>
                <a:lnTo>
                  <a:pt x="4257" y="386"/>
                </a:lnTo>
                <a:lnTo>
                  <a:pt x="4271" y="387"/>
                </a:lnTo>
                <a:lnTo>
                  <a:pt x="4285" y="388"/>
                </a:lnTo>
                <a:lnTo>
                  <a:pt x="4297" y="389"/>
                </a:lnTo>
                <a:lnTo>
                  <a:pt x="4309" y="392"/>
                </a:lnTo>
                <a:lnTo>
                  <a:pt x="4332" y="399"/>
                </a:lnTo>
                <a:lnTo>
                  <a:pt x="4354" y="407"/>
                </a:lnTo>
                <a:lnTo>
                  <a:pt x="4375" y="418"/>
                </a:lnTo>
                <a:lnTo>
                  <a:pt x="4392" y="430"/>
                </a:lnTo>
                <a:lnTo>
                  <a:pt x="4410" y="445"/>
                </a:lnTo>
                <a:lnTo>
                  <a:pt x="4431" y="464"/>
                </a:lnTo>
                <a:lnTo>
                  <a:pt x="4541" y="358"/>
                </a:lnTo>
                <a:lnTo>
                  <a:pt x="4513" y="330"/>
                </a:lnTo>
                <a:lnTo>
                  <a:pt x="4500" y="319"/>
                </a:lnTo>
                <a:lnTo>
                  <a:pt x="4486" y="308"/>
                </a:lnTo>
                <a:lnTo>
                  <a:pt x="4472" y="298"/>
                </a:lnTo>
                <a:lnTo>
                  <a:pt x="4457" y="289"/>
                </a:lnTo>
                <a:lnTo>
                  <a:pt x="4440" y="280"/>
                </a:lnTo>
                <a:lnTo>
                  <a:pt x="4422" y="270"/>
                </a:lnTo>
                <a:lnTo>
                  <a:pt x="4403" y="262"/>
                </a:lnTo>
                <a:lnTo>
                  <a:pt x="4385" y="256"/>
                </a:lnTo>
                <a:lnTo>
                  <a:pt x="4365" y="250"/>
                </a:lnTo>
                <a:lnTo>
                  <a:pt x="4345" y="246"/>
                </a:lnTo>
                <a:lnTo>
                  <a:pt x="4325" y="242"/>
                </a:lnTo>
                <a:lnTo>
                  <a:pt x="4305" y="240"/>
                </a:lnTo>
                <a:lnTo>
                  <a:pt x="4284" y="238"/>
                </a:lnTo>
                <a:lnTo>
                  <a:pt x="4262" y="238"/>
                </a:lnTo>
                <a:lnTo>
                  <a:pt x="4234" y="239"/>
                </a:lnTo>
                <a:lnTo>
                  <a:pt x="4208" y="241"/>
                </a:lnTo>
                <a:lnTo>
                  <a:pt x="4181" y="246"/>
                </a:lnTo>
                <a:lnTo>
                  <a:pt x="4155" y="253"/>
                </a:lnTo>
                <a:lnTo>
                  <a:pt x="4131" y="262"/>
                </a:lnTo>
                <a:lnTo>
                  <a:pt x="4109" y="272"/>
                </a:lnTo>
                <a:lnTo>
                  <a:pt x="4089" y="284"/>
                </a:lnTo>
                <a:lnTo>
                  <a:pt x="4069" y="298"/>
                </a:lnTo>
                <a:lnTo>
                  <a:pt x="4051" y="313"/>
                </a:lnTo>
                <a:lnTo>
                  <a:pt x="4035" y="330"/>
                </a:lnTo>
                <a:lnTo>
                  <a:pt x="4022" y="348"/>
                </a:lnTo>
                <a:lnTo>
                  <a:pt x="4011" y="369"/>
                </a:lnTo>
                <a:lnTo>
                  <a:pt x="4005" y="378"/>
                </a:lnTo>
                <a:lnTo>
                  <a:pt x="4001" y="389"/>
                </a:lnTo>
                <a:lnTo>
                  <a:pt x="3998" y="401"/>
                </a:lnTo>
                <a:lnTo>
                  <a:pt x="3994" y="412"/>
                </a:lnTo>
                <a:lnTo>
                  <a:pt x="3991" y="436"/>
                </a:lnTo>
                <a:lnTo>
                  <a:pt x="3989" y="462"/>
                </a:lnTo>
                <a:lnTo>
                  <a:pt x="3991" y="489"/>
                </a:lnTo>
                <a:lnTo>
                  <a:pt x="3994" y="514"/>
                </a:lnTo>
                <a:lnTo>
                  <a:pt x="3999" y="536"/>
                </a:lnTo>
                <a:lnTo>
                  <a:pt x="4006" y="556"/>
                </a:lnTo>
                <a:lnTo>
                  <a:pt x="4016" y="575"/>
                </a:lnTo>
                <a:lnTo>
                  <a:pt x="4028" y="592"/>
                </a:lnTo>
                <a:lnTo>
                  <a:pt x="4041" y="606"/>
                </a:lnTo>
                <a:lnTo>
                  <a:pt x="4056" y="621"/>
                </a:lnTo>
                <a:lnTo>
                  <a:pt x="4073" y="633"/>
                </a:lnTo>
                <a:lnTo>
                  <a:pt x="4090" y="644"/>
                </a:lnTo>
                <a:lnTo>
                  <a:pt x="4111" y="653"/>
                </a:lnTo>
                <a:lnTo>
                  <a:pt x="4131" y="662"/>
                </a:lnTo>
                <a:lnTo>
                  <a:pt x="4154" y="669"/>
                </a:lnTo>
                <a:lnTo>
                  <a:pt x="4177" y="676"/>
                </a:lnTo>
                <a:lnTo>
                  <a:pt x="4228" y="690"/>
                </a:lnTo>
                <a:lnTo>
                  <a:pt x="4278" y="702"/>
                </a:lnTo>
                <a:lnTo>
                  <a:pt x="4315" y="713"/>
                </a:lnTo>
                <a:lnTo>
                  <a:pt x="4331" y="719"/>
                </a:lnTo>
                <a:lnTo>
                  <a:pt x="4346" y="724"/>
                </a:lnTo>
                <a:lnTo>
                  <a:pt x="4358" y="730"/>
                </a:lnTo>
                <a:lnTo>
                  <a:pt x="4368" y="736"/>
                </a:lnTo>
                <a:lnTo>
                  <a:pt x="4376" y="742"/>
                </a:lnTo>
                <a:lnTo>
                  <a:pt x="4383" y="748"/>
                </a:lnTo>
                <a:lnTo>
                  <a:pt x="4388" y="754"/>
                </a:lnTo>
                <a:lnTo>
                  <a:pt x="4393" y="761"/>
                </a:lnTo>
                <a:lnTo>
                  <a:pt x="4395" y="769"/>
                </a:lnTo>
                <a:lnTo>
                  <a:pt x="4398" y="776"/>
                </a:lnTo>
                <a:lnTo>
                  <a:pt x="4399" y="784"/>
                </a:lnTo>
                <a:lnTo>
                  <a:pt x="4399" y="794"/>
                </a:lnTo>
                <a:lnTo>
                  <a:pt x="4399" y="805"/>
                </a:lnTo>
                <a:lnTo>
                  <a:pt x="4398" y="816"/>
                </a:lnTo>
                <a:lnTo>
                  <a:pt x="4395" y="826"/>
                </a:lnTo>
                <a:lnTo>
                  <a:pt x="4392" y="833"/>
                </a:lnTo>
                <a:lnTo>
                  <a:pt x="4388" y="839"/>
                </a:lnTo>
                <a:lnTo>
                  <a:pt x="4383" y="845"/>
                </a:lnTo>
                <a:lnTo>
                  <a:pt x="4376" y="851"/>
                </a:lnTo>
                <a:lnTo>
                  <a:pt x="4369" y="856"/>
                </a:lnTo>
                <a:lnTo>
                  <a:pt x="4360" y="861"/>
                </a:lnTo>
                <a:lnTo>
                  <a:pt x="4351" y="864"/>
                </a:lnTo>
                <a:lnTo>
                  <a:pt x="4340" y="868"/>
                </a:lnTo>
                <a:lnTo>
                  <a:pt x="4329" y="872"/>
                </a:lnTo>
                <a:lnTo>
                  <a:pt x="4315" y="874"/>
                </a:lnTo>
                <a:lnTo>
                  <a:pt x="4301" y="875"/>
                </a:lnTo>
                <a:lnTo>
                  <a:pt x="4284" y="876"/>
                </a:lnTo>
                <a:lnTo>
                  <a:pt x="4266" y="876"/>
                </a:lnTo>
                <a:lnTo>
                  <a:pt x="4238" y="875"/>
                </a:lnTo>
                <a:lnTo>
                  <a:pt x="4212" y="872"/>
                </a:lnTo>
                <a:lnTo>
                  <a:pt x="4186" y="866"/>
                </a:lnTo>
                <a:lnTo>
                  <a:pt x="4160" y="856"/>
                </a:lnTo>
                <a:lnTo>
                  <a:pt x="4148" y="851"/>
                </a:lnTo>
                <a:lnTo>
                  <a:pt x="4136" y="845"/>
                </a:lnTo>
                <a:lnTo>
                  <a:pt x="4124" y="838"/>
                </a:lnTo>
                <a:lnTo>
                  <a:pt x="4113" y="829"/>
                </a:lnTo>
                <a:lnTo>
                  <a:pt x="4102" y="821"/>
                </a:lnTo>
                <a:lnTo>
                  <a:pt x="4091" y="811"/>
                </a:lnTo>
                <a:lnTo>
                  <a:pt x="4080" y="800"/>
                </a:lnTo>
                <a:lnTo>
                  <a:pt x="4071" y="789"/>
                </a:lnTo>
                <a:lnTo>
                  <a:pt x="3960" y="887"/>
                </a:lnTo>
                <a:lnTo>
                  <a:pt x="3971" y="903"/>
                </a:lnTo>
                <a:lnTo>
                  <a:pt x="3983" y="918"/>
                </a:lnTo>
                <a:lnTo>
                  <a:pt x="3998" y="932"/>
                </a:lnTo>
                <a:lnTo>
                  <a:pt x="4012" y="946"/>
                </a:lnTo>
                <a:lnTo>
                  <a:pt x="4028" y="958"/>
                </a:lnTo>
                <a:lnTo>
                  <a:pt x="4045" y="970"/>
                </a:lnTo>
                <a:lnTo>
                  <a:pt x="4063" y="980"/>
                </a:lnTo>
                <a:lnTo>
                  <a:pt x="4083" y="989"/>
                </a:lnTo>
                <a:lnTo>
                  <a:pt x="4102" y="998"/>
                </a:lnTo>
                <a:lnTo>
                  <a:pt x="4121" y="1005"/>
                </a:lnTo>
                <a:lnTo>
                  <a:pt x="4143" y="1011"/>
                </a:lnTo>
                <a:lnTo>
                  <a:pt x="4165" y="1017"/>
                </a:lnTo>
                <a:lnTo>
                  <a:pt x="4187" y="1021"/>
                </a:lnTo>
                <a:lnTo>
                  <a:pt x="4210" y="1024"/>
                </a:lnTo>
                <a:lnTo>
                  <a:pt x="4233" y="1026"/>
                </a:lnTo>
                <a:lnTo>
                  <a:pt x="4257" y="1027"/>
                </a:lnTo>
                <a:lnTo>
                  <a:pt x="4295" y="1026"/>
                </a:lnTo>
                <a:lnTo>
                  <a:pt x="4330" y="1022"/>
                </a:lnTo>
                <a:lnTo>
                  <a:pt x="4363" y="1017"/>
                </a:lnTo>
                <a:lnTo>
                  <a:pt x="4392" y="1009"/>
                </a:lnTo>
                <a:lnTo>
                  <a:pt x="4420" y="999"/>
                </a:lnTo>
                <a:lnTo>
                  <a:pt x="4444" y="988"/>
                </a:lnTo>
                <a:lnTo>
                  <a:pt x="4466" y="975"/>
                </a:lnTo>
                <a:lnTo>
                  <a:pt x="4475" y="967"/>
                </a:lnTo>
                <a:lnTo>
                  <a:pt x="4485" y="959"/>
                </a:lnTo>
                <a:lnTo>
                  <a:pt x="4502" y="942"/>
                </a:lnTo>
                <a:lnTo>
                  <a:pt x="4518" y="924"/>
                </a:lnTo>
                <a:lnTo>
                  <a:pt x="4530" y="903"/>
                </a:lnTo>
                <a:lnTo>
                  <a:pt x="4540" y="883"/>
                </a:lnTo>
                <a:lnTo>
                  <a:pt x="4547" y="859"/>
                </a:lnTo>
                <a:lnTo>
                  <a:pt x="4553" y="835"/>
                </a:lnTo>
                <a:lnTo>
                  <a:pt x="4557" y="810"/>
                </a:lnTo>
                <a:lnTo>
                  <a:pt x="4558" y="783"/>
                </a:lnTo>
                <a:close/>
                <a:moveTo>
                  <a:pt x="2154" y="1241"/>
                </a:moveTo>
                <a:lnTo>
                  <a:pt x="2954" y="790"/>
                </a:lnTo>
                <a:lnTo>
                  <a:pt x="2954" y="173"/>
                </a:lnTo>
                <a:lnTo>
                  <a:pt x="2955" y="155"/>
                </a:lnTo>
                <a:lnTo>
                  <a:pt x="2958" y="138"/>
                </a:lnTo>
                <a:lnTo>
                  <a:pt x="2961" y="121"/>
                </a:lnTo>
                <a:lnTo>
                  <a:pt x="2967" y="105"/>
                </a:lnTo>
                <a:lnTo>
                  <a:pt x="2975" y="91"/>
                </a:lnTo>
                <a:lnTo>
                  <a:pt x="2983" y="76"/>
                </a:lnTo>
                <a:lnTo>
                  <a:pt x="2994" y="63"/>
                </a:lnTo>
                <a:lnTo>
                  <a:pt x="3005" y="51"/>
                </a:lnTo>
                <a:lnTo>
                  <a:pt x="3017" y="40"/>
                </a:lnTo>
                <a:lnTo>
                  <a:pt x="3030" y="29"/>
                </a:lnTo>
                <a:lnTo>
                  <a:pt x="3045" y="21"/>
                </a:lnTo>
                <a:lnTo>
                  <a:pt x="3060" y="13"/>
                </a:lnTo>
                <a:lnTo>
                  <a:pt x="3075" y="8"/>
                </a:lnTo>
                <a:lnTo>
                  <a:pt x="3092" y="4"/>
                </a:lnTo>
                <a:lnTo>
                  <a:pt x="3109" y="1"/>
                </a:lnTo>
                <a:lnTo>
                  <a:pt x="3126" y="0"/>
                </a:lnTo>
                <a:lnTo>
                  <a:pt x="4625" y="0"/>
                </a:lnTo>
                <a:lnTo>
                  <a:pt x="4643" y="1"/>
                </a:lnTo>
                <a:lnTo>
                  <a:pt x="4660" y="4"/>
                </a:lnTo>
                <a:lnTo>
                  <a:pt x="4677" y="8"/>
                </a:lnTo>
                <a:lnTo>
                  <a:pt x="4692" y="13"/>
                </a:lnTo>
                <a:lnTo>
                  <a:pt x="4707" y="21"/>
                </a:lnTo>
                <a:lnTo>
                  <a:pt x="4722" y="29"/>
                </a:lnTo>
                <a:lnTo>
                  <a:pt x="4735" y="40"/>
                </a:lnTo>
                <a:lnTo>
                  <a:pt x="4747" y="51"/>
                </a:lnTo>
                <a:lnTo>
                  <a:pt x="4758" y="63"/>
                </a:lnTo>
                <a:lnTo>
                  <a:pt x="4768" y="76"/>
                </a:lnTo>
                <a:lnTo>
                  <a:pt x="4777" y="91"/>
                </a:lnTo>
                <a:lnTo>
                  <a:pt x="4785" y="105"/>
                </a:lnTo>
                <a:lnTo>
                  <a:pt x="4789" y="121"/>
                </a:lnTo>
                <a:lnTo>
                  <a:pt x="4794" y="138"/>
                </a:lnTo>
                <a:lnTo>
                  <a:pt x="4797" y="155"/>
                </a:lnTo>
                <a:lnTo>
                  <a:pt x="4798" y="173"/>
                </a:lnTo>
                <a:lnTo>
                  <a:pt x="4798" y="1241"/>
                </a:lnTo>
                <a:lnTo>
                  <a:pt x="3131" y="1241"/>
                </a:lnTo>
                <a:lnTo>
                  <a:pt x="3142" y="2086"/>
                </a:lnTo>
                <a:lnTo>
                  <a:pt x="3558" y="2669"/>
                </a:lnTo>
                <a:lnTo>
                  <a:pt x="3558" y="1903"/>
                </a:lnTo>
                <a:lnTo>
                  <a:pt x="3655" y="1903"/>
                </a:lnTo>
                <a:lnTo>
                  <a:pt x="3655" y="2805"/>
                </a:lnTo>
                <a:lnTo>
                  <a:pt x="3752" y="2941"/>
                </a:lnTo>
                <a:lnTo>
                  <a:pt x="3752" y="1903"/>
                </a:lnTo>
                <a:lnTo>
                  <a:pt x="3849" y="1903"/>
                </a:lnTo>
                <a:lnTo>
                  <a:pt x="3849" y="3078"/>
                </a:lnTo>
                <a:lnTo>
                  <a:pt x="3994" y="3282"/>
                </a:lnTo>
                <a:lnTo>
                  <a:pt x="3994" y="4569"/>
                </a:lnTo>
                <a:lnTo>
                  <a:pt x="3897" y="4569"/>
                </a:lnTo>
                <a:lnTo>
                  <a:pt x="3897" y="3313"/>
                </a:lnTo>
                <a:lnTo>
                  <a:pt x="3143" y="2256"/>
                </a:lnTo>
                <a:lnTo>
                  <a:pt x="3172" y="4569"/>
                </a:lnTo>
                <a:lnTo>
                  <a:pt x="3120" y="4569"/>
                </a:lnTo>
                <a:lnTo>
                  <a:pt x="3023" y="4569"/>
                </a:lnTo>
                <a:lnTo>
                  <a:pt x="2978" y="4569"/>
                </a:lnTo>
                <a:lnTo>
                  <a:pt x="2978" y="1241"/>
                </a:lnTo>
                <a:lnTo>
                  <a:pt x="2527" y="1241"/>
                </a:lnTo>
                <a:lnTo>
                  <a:pt x="2527" y="1546"/>
                </a:lnTo>
                <a:lnTo>
                  <a:pt x="2333" y="1546"/>
                </a:lnTo>
                <a:lnTo>
                  <a:pt x="2333" y="1241"/>
                </a:lnTo>
                <a:lnTo>
                  <a:pt x="2154" y="1241"/>
                </a:lnTo>
                <a:close/>
                <a:moveTo>
                  <a:pt x="3652" y="464"/>
                </a:moveTo>
                <a:lnTo>
                  <a:pt x="3652" y="464"/>
                </a:lnTo>
                <a:lnTo>
                  <a:pt x="3651" y="479"/>
                </a:lnTo>
                <a:lnTo>
                  <a:pt x="3648" y="493"/>
                </a:lnTo>
                <a:lnTo>
                  <a:pt x="3645" y="499"/>
                </a:lnTo>
                <a:lnTo>
                  <a:pt x="3641" y="506"/>
                </a:lnTo>
                <a:lnTo>
                  <a:pt x="3638" y="512"/>
                </a:lnTo>
                <a:lnTo>
                  <a:pt x="3633" y="516"/>
                </a:lnTo>
                <a:lnTo>
                  <a:pt x="3627" y="520"/>
                </a:lnTo>
                <a:lnTo>
                  <a:pt x="3621" y="524"/>
                </a:lnTo>
                <a:lnTo>
                  <a:pt x="3614" y="527"/>
                </a:lnTo>
                <a:lnTo>
                  <a:pt x="3606" y="531"/>
                </a:lnTo>
                <a:lnTo>
                  <a:pt x="3598" y="532"/>
                </a:lnTo>
                <a:lnTo>
                  <a:pt x="3588" y="535"/>
                </a:lnTo>
                <a:lnTo>
                  <a:pt x="3566" y="536"/>
                </a:lnTo>
                <a:lnTo>
                  <a:pt x="3364" y="536"/>
                </a:lnTo>
                <a:lnTo>
                  <a:pt x="3364" y="390"/>
                </a:lnTo>
                <a:lnTo>
                  <a:pt x="3558" y="390"/>
                </a:lnTo>
                <a:lnTo>
                  <a:pt x="3571" y="392"/>
                </a:lnTo>
                <a:lnTo>
                  <a:pt x="3583" y="392"/>
                </a:lnTo>
                <a:lnTo>
                  <a:pt x="3594" y="394"/>
                </a:lnTo>
                <a:lnTo>
                  <a:pt x="3604" y="396"/>
                </a:lnTo>
                <a:lnTo>
                  <a:pt x="3614" y="400"/>
                </a:lnTo>
                <a:lnTo>
                  <a:pt x="3621" y="402"/>
                </a:lnTo>
                <a:lnTo>
                  <a:pt x="3627" y="407"/>
                </a:lnTo>
                <a:lnTo>
                  <a:pt x="3633" y="411"/>
                </a:lnTo>
                <a:lnTo>
                  <a:pt x="3638" y="417"/>
                </a:lnTo>
                <a:lnTo>
                  <a:pt x="3641" y="422"/>
                </a:lnTo>
                <a:lnTo>
                  <a:pt x="3645" y="428"/>
                </a:lnTo>
                <a:lnTo>
                  <a:pt x="3648" y="434"/>
                </a:lnTo>
                <a:lnTo>
                  <a:pt x="3651" y="447"/>
                </a:lnTo>
                <a:lnTo>
                  <a:pt x="3652" y="464"/>
                </a:lnTo>
                <a:close/>
                <a:moveTo>
                  <a:pt x="3677" y="770"/>
                </a:moveTo>
                <a:lnTo>
                  <a:pt x="3677" y="770"/>
                </a:lnTo>
                <a:lnTo>
                  <a:pt x="3675" y="779"/>
                </a:lnTo>
                <a:lnTo>
                  <a:pt x="3674" y="790"/>
                </a:lnTo>
                <a:lnTo>
                  <a:pt x="3673" y="799"/>
                </a:lnTo>
                <a:lnTo>
                  <a:pt x="3671" y="809"/>
                </a:lnTo>
                <a:lnTo>
                  <a:pt x="3667" y="817"/>
                </a:lnTo>
                <a:lnTo>
                  <a:pt x="3662" y="826"/>
                </a:lnTo>
                <a:lnTo>
                  <a:pt x="3657" y="833"/>
                </a:lnTo>
                <a:lnTo>
                  <a:pt x="3651" y="840"/>
                </a:lnTo>
                <a:lnTo>
                  <a:pt x="3644" y="847"/>
                </a:lnTo>
                <a:lnTo>
                  <a:pt x="3635" y="853"/>
                </a:lnTo>
                <a:lnTo>
                  <a:pt x="3627" y="858"/>
                </a:lnTo>
                <a:lnTo>
                  <a:pt x="3617" y="862"/>
                </a:lnTo>
                <a:lnTo>
                  <a:pt x="3606" y="866"/>
                </a:lnTo>
                <a:lnTo>
                  <a:pt x="3594" y="868"/>
                </a:lnTo>
                <a:lnTo>
                  <a:pt x="3581" y="869"/>
                </a:lnTo>
                <a:lnTo>
                  <a:pt x="3566" y="869"/>
                </a:lnTo>
                <a:lnTo>
                  <a:pt x="3364" y="869"/>
                </a:lnTo>
                <a:lnTo>
                  <a:pt x="3364" y="672"/>
                </a:lnTo>
                <a:lnTo>
                  <a:pt x="3566" y="672"/>
                </a:lnTo>
                <a:lnTo>
                  <a:pt x="3581" y="672"/>
                </a:lnTo>
                <a:lnTo>
                  <a:pt x="3594" y="673"/>
                </a:lnTo>
                <a:lnTo>
                  <a:pt x="3606" y="675"/>
                </a:lnTo>
                <a:lnTo>
                  <a:pt x="3617" y="678"/>
                </a:lnTo>
                <a:lnTo>
                  <a:pt x="3627" y="681"/>
                </a:lnTo>
                <a:lnTo>
                  <a:pt x="3637" y="686"/>
                </a:lnTo>
                <a:lnTo>
                  <a:pt x="3644" y="691"/>
                </a:lnTo>
                <a:lnTo>
                  <a:pt x="3651" y="697"/>
                </a:lnTo>
                <a:lnTo>
                  <a:pt x="3656" y="703"/>
                </a:lnTo>
                <a:lnTo>
                  <a:pt x="3661" y="710"/>
                </a:lnTo>
                <a:lnTo>
                  <a:pt x="3666" y="718"/>
                </a:lnTo>
                <a:lnTo>
                  <a:pt x="3669" y="726"/>
                </a:lnTo>
                <a:lnTo>
                  <a:pt x="3672" y="736"/>
                </a:lnTo>
                <a:lnTo>
                  <a:pt x="3674" y="746"/>
                </a:lnTo>
                <a:lnTo>
                  <a:pt x="3675" y="758"/>
                </a:lnTo>
                <a:lnTo>
                  <a:pt x="3677" y="770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  <p:sp>
        <p:nvSpPr>
          <p:cNvPr id="280" name="Freeform 48"/>
          <p:cNvSpPr/>
          <p:nvPr/>
        </p:nvSpPr>
        <p:spPr>
          <a:xfrm>
            <a:off x="7130160" y="3188520"/>
            <a:ext cx="690480" cy="683280"/>
          </a:xfrm>
          <a:custGeom>
            <a:avLst/>
            <a:gdLst>
              <a:gd name="textAreaLeft" fmla="*/ 0 w 690480"/>
              <a:gd name="textAreaRight" fmla="*/ 690840 w 690480"/>
              <a:gd name="textAreaTop" fmla="*/ 0 h 683280"/>
              <a:gd name="textAreaBottom" fmla="*/ 683640 h 683280"/>
              <a:gd name="GluePoint1X" fmla="*/ 2147483647 w 4810"/>
              <a:gd name="GluePoint1Y" fmla="*/ 2147483647 h 4763"/>
              <a:gd name="GluePoint2X" fmla="*/ 2147483647 w 4810"/>
              <a:gd name="GluePoint2Y" fmla="*/ 2147483647 h 4763"/>
              <a:gd name="GluePoint3X" fmla="*/ 2147483647 w 4810"/>
              <a:gd name="GluePoint3Y" fmla="*/ 2147483647 h 4763"/>
              <a:gd name="GluePoint4X" fmla="*/ 2147483647 w 4810"/>
              <a:gd name="GluePoint4Y" fmla="*/ 2147483647 h 4763"/>
              <a:gd name="GluePoint5X" fmla="*/ 2147483647 w 4810"/>
              <a:gd name="GluePoint5Y" fmla="*/ 2147483647 h 4763"/>
              <a:gd name="GluePoint6X" fmla="*/ 2147483647 w 4810"/>
              <a:gd name="GluePoint6Y" fmla="*/ 2147483647 h 4763"/>
              <a:gd name="GluePoint7X" fmla="*/ 2147483647 w 4810"/>
              <a:gd name="GluePoint7Y" fmla="*/ 2147483647 h 4763"/>
              <a:gd name="GluePoint8X" fmla="*/ 2147483647 w 4810"/>
              <a:gd name="GluePoint8Y" fmla="*/ 2147483647 h 4763"/>
              <a:gd name="GluePoint9X" fmla="*/ 2147483647 w 4810"/>
              <a:gd name="GluePoint9Y" fmla="*/ 2147483647 h 4763"/>
              <a:gd name="GluePoint10X" fmla="*/ 2147483647 w 4810"/>
              <a:gd name="GluePoint10Y" fmla="*/ 2147483647 h 4763"/>
              <a:gd name="GluePoint11X" fmla="*/ 2147483647 w 4810"/>
              <a:gd name="GluePoint11Y" fmla="*/ 2147483647 h 4763"/>
              <a:gd name="GluePoint12X" fmla="*/ 2147483647 w 4810"/>
              <a:gd name="GluePoint12Y" fmla="*/ 2147483647 h 4763"/>
              <a:gd name="GluePoint13X" fmla="*/ 2147483647 w 4810"/>
              <a:gd name="GluePoint13Y" fmla="*/ 2147483647 h 4763"/>
              <a:gd name="GluePoint14X" fmla="*/ 2147483647 w 4810"/>
              <a:gd name="GluePoint14Y" fmla="*/ 2147483647 h 4763"/>
              <a:gd name="GluePoint15X" fmla="*/ 2147483647 w 4810"/>
              <a:gd name="GluePoint15Y" fmla="*/ 2147483647 h 4763"/>
              <a:gd name="GluePoint16X" fmla="*/ 2147483647 w 4810"/>
              <a:gd name="GluePoint16Y" fmla="*/ 2147483647 h 4763"/>
              <a:gd name="GluePoint17X" fmla="*/ 2147483647 w 4810"/>
              <a:gd name="GluePoint17Y" fmla="*/ 2147483647 h 4763"/>
              <a:gd name="GluePoint18X" fmla="*/ 2147483647 w 4810"/>
              <a:gd name="GluePoint18Y" fmla="*/ 2147483647 h 4763"/>
              <a:gd name="GluePoint19X" fmla="*/ 2147483647 w 4810"/>
              <a:gd name="GluePoint19Y" fmla="*/ 2147483647 h 4763"/>
              <a:gd name="GluePoint20X" fmla="*/ 2147483647 w 4810"/>
              <a:gd name="GluePoint20Y" fmla="*/ 2147483647 h 4763"/>
              <a:gd name="GluePoint21X" fmla="*/ 2147483647 w 4810"/>
              <a:gd name="GluePoint21Y" fmla="*/ 2147483647 h 4763"/>
              <a:gd name="GluePoint22X" fmla="*/ 2147483647 w 4810"/>
              <a:gd name="GluePoint22Y" fmla="*/ 2147483647 h 4763"/>
              <a:gd name="GluePoint23X" fmla="*/ 2147483647 w 4810"/>
              <a:gd name="GluePoint23Y" fmla="*/ 2147483647 h 4763"/>
              <a:gd name="GluePoint24X" fmla="*/ 2147483647 w 4810"/>
              <a:gd name="GluePoint24Y" fmla="*/ 2147483647 h 4763"/>
              <a:gd name="GluePoint25X" fmla="*/ 2147483647 w 4810"/>
              <a:gd name="GluePoint25Y" fmla="*/ 2147483647 h 4763"/>
              <a:gd name="GluePoint26X" fmla="*/ 2147483647 w 4810"/>
              <a:gd name="GluePoint26Y" fmla="*/ 2147483647 h 4763"/>
              <a:gd name="GluePoint27X" fmla="*/ 2147483647 w 4810"/>
              <a:gd name="GluePoint27Y" fmla="*/ 2147483647 h 4763"/>
              <a:gd name="GluePoint28X" fmla="*/ 2147483647 w 4810"/>
              <a:gd name="GluePoint28Y" fmla="*/ 2147483647 h 4763"/>
              <a:gd name="GluePoint29X" fmla="*/ 2147483647 w 4810"/>
              <a:gd name="GluePoint29Y" fmla="*/ 2147483647 h 4763"/>
              <a:gd name="GluePoint30X" fmla="*/ 2147483647 w 4810"/>
              <a:gd name="GluePoint30Y" fmla="*/ 2147483647 h 4763"/>
              <a:gd name="GluePoint31X" fmla="*/ 2147483647 w 4810"/>
              <a:gd name="GluePoint31Y" fmla="*/ 2147483647 h 4763"/>
              <a:gd name="GluePoint32X" fmla="*/ 2147483647 w 4810"/>
              <a:gd name="GluePoint32Y" fmla="*/ 2147483647 h 4763"/>
              <a:gd name="GluePoint33X" fmla="*/ 2147483647 w 4810"/>
              <a:gd name="GluePoint33Y" fmla="*/ 2147483647 h 4763"/>
              <a:gd name="GluePoint34X" fmla="*/ 2147483647 w 4810"/>
              <a:gd name="GluePoint34Y" fmla="*/ 2147483647 h 4763"/>
              <a:gd name="GluePoint35X" fmla="*/ 2147483647 w 4810"/>
              <a:gd name="GluePoint35Y" fmla="*/ 2147483647 h 4763"/>
              <a:gd name="GluePoint36X" fmla="*/ 2147483647 w 4810"/>
              <a:gd name="GluePoint36Y" fmla="*/ 2147483647 h 4763"/>
              <a:gd name="GluePoint37X" fmla="*/ 2147483647 w 4810"/>
              <a:gd name="GluePoint37Y" fmla="*/ 2147483647 h 4763"/>
              <a:gd name="GluePoint38X" fmla="*/ 2147483647 w 4810"/>
              <a:gd name="GluePoint38Y" fmla="*/ 2147483647 h 4763"/>
              <a:gd name="GluePoint39X" fmla="*/ 2147483647 w 4810"/>
              <a:gd name="GluePoint39Y" fmla="*/ 2147483647 h 4763"/>
              <a:gd name="GluePoint40X" fmla="*/ 2147483647 w 4810"/>
              <a:gd name="GluePoint40Y" fmla="*/ 2147483647 h 4763"/>
              <a:gd name="GluePoint41X" fmla="*/ 2147483647 w 4810"/>
              <a:gd name="GluePoint41Y" fmla="*/ 2147483647 h 4763"/>
              <a:gd name="GluePoint42X" fmla="*/ 2147483647 w 4810"/>
              <a:gd name="GluePoint42Y" fmla="*/ 2147483647 h 4763"/>
              <a:gd name="GluePoint43X" fmla="*/ 2147483647 w 4810"/>
              <a:gd name="GluePoint43Y" fmla="*/ 2147483647 h 4763"/>
              <a:gd name="GluePoint44X" fmla="*/ 2147483647 w 4810"/>
              <a:gd name="GluePoint44Y" fmla="*/ 2147483647 h 4763"/>
              <a:gd name="GluePoint45X" fmla="*/ 2147483647 w 4810"/>
              <a:gd name="GluePoint45Y" fmla="*/ 2147483647 h 4763"/>
              <a:gd name="GluePoint46X" fmla="*/ 2147483647 w 4810"/>
              <a:gd name="GluePoint46Y" fmla="*/ 2147483647 h 4763"/>
              <a:gd name="GluePoint47X" fmla="*/ 2147483647 w 4810"/>
              <a:gd name="GluePoint47Y" fmla="*/ 2147483647 h 4763"/>
              <a:gd name="GluePoint48X" fmla="*/ 2147483647 w 4810"/>
              <a:gd name="GluePoint48Y" fmla="*/ 2147483647 h 4763"/>
              <a:gd name="GluePoint49X" fmla="*/ 2147483647 w 4810"/>
              <a:gd name="GluePoint49Y" fmla="*/ 2147483647 h 4763"/>
              <a:gd name="GluePoint50X" fmla="*/ 2147483647 w 4810"/>
              <a:gd name="GluePoint50Y" fmla="*/ 2147483647 h 4763"/>
              <a:gd name="GluePoint51X" fmla="*/ 2147483647 w 4810"/>
              <a:gd name="GluePoint51Y" fmla="*/ 2147483647 h 4763"/>
              <a:gd name="GluePoint52X" fmla="*/ 2147483647 w 4810"/>
              <a:gd name="GluePoint52Y" fmla="*/ 2147483647 h 4763"/>
              <a:gd name="GluePoint53X" fmla="*/ 2147483647 w 4810"/>
              <a:gd name="GluePoint53Y" fmla="*/ 2147483647 h 4763"/>
              <a:gd name="GluePoint54X" fmla="*/ 2147483647 w 4810"/>
              <a:gd name="GluePoint54Y" fmla="*/ 2147483647 h 4763"/>
              <a:gd name="GluePoint55X" fmla="*/ 2147483647 w 4810"/>
              <a:gd name="GluePoint55Y" fmla="*/ 2147483647 h 4763"/>
              <a:gd name="GluePoint56X" fmla="*/ 2147483647 w 4810"/>
              <a:gd name="GluePoint56Y" fmla="*/ 2147483647 h 4763"/>
              <a:gd name="GluePoint57X" fmla="*/ 2147483647 w 4810"/>
              <a:gd name="GluePoint57Y" fmla="*/ 2147483647 h 4763"/>
              <a:gd name="GluePoint58X" fmla="*/ 2147483647 w 4810"/>
              <a:gd name="GluePoint58Y" fmla="*/ 2147483647 h 4763"/>
              <a:gd name="GluePoint59X" fmla="*/ 2147483647 w 4810"/>
              <a:gd name="GluePoint59Y" fmla="*/ 2147483647 h 4763"/>
              <a:gd name="GluePoint60X" fmla="*/ 2147483647 w 4810"/>
              <a:gd name="GluePoint60Y" fmla="*/ 2147483647 h 4763"/>
              <a:gd name="GluePoint61X" fmla="*/ 2147483647 w 4810"/>
              <a:gd name="GluePoint61Y" fmla="*/ 2147483647 h 4763"/>
              <a:gd name="GluePoint62X" fmla="*/ 2147483647 w 4810"/>
              <a:gd name="GluePoint62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</a:cxnLst>
            <a:rect l="textAreaLeft" t="textAreaTop" r="textAreaRight" b="textAreaBottom"/>
            <a:pathLst>
              <a:path w="4810" h="4763">
                <a:moveTo>
                  <a:pt x="2527" y="1740"/>
                </a:moveTo>
                <a:lnTo>
                  <a:pt x="2527" y="2041"/>
                </a:lnTo>
                <a:lnTo>
                  <a:pt x="2333" y="2041"/>
                </a:lnTo>
                <a:lnTo>
                  <a:pt x="2333" y="1740"/>
                </a:lnTo>
                <a:lnTo>
                  <a:pt x="2527" y="1740"/>
                </a:lnTo>
                <a:close/>
                <a:moveTo>
                  <a:pt x="2527" y="2235"/>
                </a:moveTo>
                <a:lnTo>
                  <a:pt x="2527" y="2536"/>
                </a:lnTo>
                <a:lnTo>
                  <a:pt x="2333" y="2536"/>
                </a:lnTo>
                <a:lnTo>
                  <a:pt x="2333" y="2235"/>
                </a:lnTo>
                <a:lnTo>
                  <a:pt x="2527" y="2235"/>
                </a:lnTo>
                <a:close/>
                <a:moveTo>
                  <a:pt x="2527" y="2730"/>
                </a:moveTo>
                <a:lnTo>
                  <a:pt x="2527" y="3032"/>
                </a:lnTo>
                <a:lnTo>
                  <a:pt x="2333" y="3032"/>
                </a:lnTo>
                <a:lnTo>
                  <a:pt x="2333" y="2730"/>
                </a:lnTo>
                <a:lnTo>
                  <a:pt x="2527" y="2730"/>
                </a:lnTo>
                <a:close/>
                <a:moveTo>
                  <a:pt x="2527" y="3226"/>
                </a:moveTo>
                <a:lnTo>
                  <a:pt x="2527" y="3526"/>
                </a:lnTo>
                <a:lnTo>
                  <a:pt x="2333" y="3526"/>
                </a:lnTo>
                <a:lnTo>
                  <a:pt x="2333" y="3226"/>
                </a:lnTo>
                <a:lnTo>
                  <a:pt x="2527" y="3226"/>
                </a:lnTo>
                <a:close/>
                <a:moveTo>
                  <a:pt x="2527" y="3720"/>
                </a:moveTo>
                <a:lnTo>
                  <a:pt x="2527" y="4011"/>
                </a:lnTo>
                <a:lnTo>
                  <a:pt x="2333" y="4011"/>
                </a:lnTo>
                <a:lnTo>
                  <a:pt x="2333" y="3720"/>
                </a:lnTo>
                <a:lnTo>
                  <a:pt x="2527" y="3720"/>
                </a:lnTo>
                <a:close/>
                <a:moveTo>
                  <a:pt x="1655" y="3720"/>
                </a:moveTo>
                <a:lnTo>
                  <a:pt x="1655" y="4011"/>
                </a:lnTo>
                <a:lnTo>
                  <a:pt x="1461" y="4011"/>
                </a:lnTo>
                <a:lnTo>
                  <a:pt x="1461" y="3720"/>
                </a:lnTo>
                <a:lnTo>
                  <a:pt x="1655" y="3720"/>
                </a:lnTo>
                <a:close/>
                <a:moveTo>
                  <a:pt x="1655" y="3226"/>
                </a:moveTo>
                <a:lnTo>
                  <a:pt x="1655" y="3526"/>
                </a:lnTo>
                <a:lnTo>
                  <a:pt x="1461" y="3526"/>
                </a:lnTo>
                <a:lnTo>
                  <a:pt x="1461" y="3226"/>
                </a:lnTo>
                <a:lnTo>
                  <a:pt x="1655" y="3226"/>
                </a:lnTo>
                <a:close/>
                <a:moveTo>
                  <a:pt x="1655" y="2730"/>
                </a:moveTo>
                <a:lnTo>
                  <a:pt x="1655" y="3032"/>
                </a:lnTo>
                <a:lnTo>
                  <a:pt x="1461" y="3032"/>
                </a:lnTo>
                <a:lnTo>
                  <a:pt x="1461" y="2730"/>
                </a:lnTo>
                <a:lnTo>
                  <a:pt x="1655" y="2730"/>
                </a:lnTo>
                <a:close/>
                <a:moveTo>
                  <a:pt x="1655" y="2235"/>
                </a:moveTo>
                <a:lnTo>
                  <a:pt x="1655" y="2536"/>
                </a:lnTo>
                <a:lnTo>
                  <a:pt x="1461" y="2536"/>
                </a:lnTo>
                <a:lnTo>
                  <a:pt x="1461" y="2235"/>
                </a:lnTo>
                <a:lnTo>
                  <a:pt x="1655" y="2235"/>
                </a:lnTo>
                <a:close/>
                <a:moveTo>
                  <a:pt x="1655" y="1740"/>
                </a:moveTo>
                <a:lnTo>
                  <a:pt x="1655" y="2041"/>
                </a:lnTo>
                <a:lnTo>
                  <a:pt x="1461" y="2041"/>
                </a:lnTo>
                <a:lnTo>
                  <a:pt x="1461" y="1740"/>
                </a:lnTo>
                <a:lnTo>
                  <a:pt x="1655" y="1740"/>
                </a:lnTo>
                <a:close/>
                <a:moveTo>
                  <a:pt x="1655" y="1241"/>
                </a:moveTo>
                <a:lnTo>
                  <a:pt x="1655" y="1546"/>
                </a:lnTo>
                <a:lnTo>
                  <a:pt x="1461" y="1546"/>
                </a:lnTo>
                <a:lnTo>
                  <a:pt x="1461" y="1241"/>
                </a:lnTo>
                <a:lnTo>
                  <a:pt x="1655" y="1241"/>
                </a:lnTo>
                <a:close/>
                <a:moveTo>
                  <a:pt x="2091" y="3720"/>
                </a:moveTo>
                <a:lnTo>
                  <a:pt x="2091" y="4011"/>
                </a:lnTo>
                <a:lnTo>
                  <a:pt x="1897" y="4011"/>
                </a:lnTo>
                <a:lnTo>
                  <a:pt x="1897" y="3720"/>
                </a:lnTo>
                <a:lnTo>
                  <a:pt x="2091" y="3720"/>
                </a:lnTo>
                <a:close/>
                <a:moveTo>
                  <a:pt x="2091" y="3226"/>
                </a:moveTo>
                <a:lnTo>
                  <a:pt x="2091" y="3526"/>
                </a:lnTo>
                <a:lnTo>
                  <a:pt x="1897" y="3526"/>
                </a:lnTo>
                <a:lnTo>
                  <a:pt x="1897" y="3226"/>
                </a:lnTo>
                <a:lnTo>
                  <a:pt x="2091" y="3226"/>
                </a:lnTo>
                <a:close/>
                <a:moveTo>
                  <a:pt x="2091" y="2730"/>
                </a:moveTo>
                <a:lnTo>
                  <a:pt x="2091" y="3032"/>
                </a:lnTo>
                <a:lnTo>
                  <a:pt x="1897" y="3032"/>
                </a:lnTo>
                <a:lnTo>
                  <a:pt x="1897" y="2730"/>
                </a:lnTo>
                <a:lnTo>
                  <a:pt x="2091" y="2730"/>
                </a:lnTo>
                <a:close/>
                <a:moveTo>
                  <a:pt x="2091" y="2235"/>
                </a:moveTo>
                <a:lnTo>
                  <a:pt x="2091" y="2536"/>
                </a:lnTo>
                <a:lnTo>
                  <a:pt x="1897" y="2536"/>
                </a:lnTo>
                <a:lnTo>
                  <a:pt x="1897" y="2235"/>
                </a:lnTo>
                <a:lnTo>
                  <a:pt x="2091" y="2235"/>
                </a:lnTo>
                <a:close/>
                <a:moveTo>
                  <a:pt x="2091" y="1740"/>
                </a:moveTo>
                <a:lnTo>
                  <a:pt x="2091" y="2041"/>
                </a:lnTo>
                <a:lnTo>
                  <a:pt x="1897" y="2041"/>
                </a:lnTo>
                <a:lnTo>
                  <a:pt x="1897" y="1740"/>
                </a:lnTo>
                <a:lnTo>
                  <a:pt x="2091" y="1740"/>
                </a:lnTo>
                <a:close/>
                <a:moveTo>
                  <a:pt x="2091" y="1241"/>
                </a:moveTo>
                <a:lnTo>
                  <a:pt x="2091" y="1546"/>
                </a:lnTo>
                <a:lnTo>
                  <a:pt x="1897" y="1546"/>
                </a:lnTo>
                <a:lnTo>
                  <a:pt x="1897" y="1241"/>
                </a:lnTo>
                <a:lnTo>
                  <a:pt x="2091" y="1241"/>
                </a:lnTo>
                <a:close/>
                <a:moveTo>
                  <a:pt x="2043" y="4658"/>
                </a:moveTo>
                <a:lnTo>
                  <a:pt x="2224" y="4658"/>
                </a:lnTo>
                <a:lnTo>
                  <a:pt x="2224" y="4312"/>
                </a:lnTo>
                <a:lnTo>
                  <a:pt x="2043" y="4312"/>
                </a:lnTo>
                <a:lnTo>
                  <a:pt x="2043" y="4658"/>
                </a:lnTo>
                <a:close/>
                <a:moveTo>
                  <a:pt x="1763" y="4658"/>
                </a:moveTo>
                <a:lnTo>
                  <a:pt x="1946" y="4658"/>
                </a:lnTo>
                <a:lnTo>
                  <a:pt x="1946" y="4312"/>
                </a:lnTo>
                <a:lnTo>
                  <a:pt x="1763" y="4312"/>
                </a:lnTo>
                <a:lnTo>
                  <a:pt x="1763" y="4658"/>
                </a:lnTo>
                <a:close/>
                <a:moveTo>
                  <a:pt x="1666" y="4666"/>
                </a:moveTo>
                <a:lnTo>
                  <a:pt x="1666" y="4215"/>
                </a:lnTo>
                <a:lnTo>
                  <a:pt x="2321" y="4215"/>
                </a:lnTo>
                <a:lnTo>
                  <a:pt x="2321" y="4666"/>
                </a:lnTo>
                <a:lnTo>
                  <a:pt x="4810" y="4666"/>
                </a:lnTo>
                <a:lnTo>
                  <a:pt x="4810" y="4763"/>
                </a:lnTo>
                <a:lnTo>
                  <a:pt x="0" y="4763"/>
                </a:lnTo>
                <a:lnTo>
                  <a:pt x="0" y="4666"/>
                </a:lnTo>
                <a:lnTo>
                  <a:pt x="1666" y="4666"/>
                </a:lnTo>
                <a:close/>
                <a:moveTo>
                  <a:pt x="816" y="4569"/>
                </a:moveTo>
                <a:lnTo>
                  <a:pt x="816" y="807"/>
                </a:lnTo>
                <a:lnTo>
                  <a:pt x="2553" y="807"/>
                </a:lnTo>
                <a:lnTo>
                  <a:pt x="2245" y="1001"/>
                </a:lnTo>
                <a:lnTo>
                  <a:pt x="1010" y="1001"/>
                </a:lnTo>
                <a:lnTo>
                  <a:pt x="1010" y="4569"/>
                </a:lnTo>
                <a:lnTo>
                  <a:pt x="816" y="4569"/>
                </a:lnTo>
                <a:close/>
                <a:moveTo>
                  <a:pt x="3834" y="767"/>
                </a:moveTo>
                <a:lnTo>
                  <a:pt x="3834" y="767"/>
                </a:lnTo>
                <a:lnTo>
                  <a:pt x="3833" y="752"/>
                </a:lnTo>
                <a:lnTo>
                  <a:pt x="3832" y="737"/>
                </a:lnTo>
                <a:lnTo>
                  <a:pt x="3829" y="724"/>
                </a:lnTo>
                <a:lnTo>
                  <a:pt x="3826" y="709"/>
                </a:lnTo>
                <a:lnTo>
                  <a:pt x="3821" y="697"/>
                </a:lnTo>
                <a:lnTo>
                  <a:pt x="3816" y="685"/>
                </a:lnTo>
                <a:lnTo>
                  <a:pt x="3810" y="673"/>
                </a:lnTo>
                <a:lnTo>
                  <a:pt x="3803" y="662"/>
                </a:lnTo>
                <a:lnTo>
                  <a:pt x="3795" y="652"/>
                </a:lnTo>
                <a:lnTo>
                  <a:pt x="3787" y="643"/>
                </a:lnTo>
                <a:lnTo>
                  <a:pt x="3778" y="634"/>
                </a:lnTo>
                <a:lnTo>
                  <a:pt x="3769" y="626"/>
                </a:lnTo>
                <a:lnTo>
                  <a:pt x="3759" y="618"/>
                </a:lnTo>
                <a:lnTo>
                  <a:pt x="3748" y="612"/>
                </a:lnTo>
                <a:lnTo>
                  <a:pt x="3737" y="606"/>
                </a:lnTo>
                <a:lnTo>
                  <a:pt x="3726" y="600"/>
                </a:lnTo>
                <a:lnTo>
                  <a:pt x="3744" y="587"/>
                </a:lnTo>
                <a:lnTo>
                  <a:pt x="3760" y="573"/>
                </a:lnTo>
                <a:lnTo>
                  <a:pt x="3772" y="559"/>
                </a:lnTo>
                <a:lnTo>
                  <a:pt x="3784" y="541"/>
                </a:lnTo>
                <a:lnTo>
                  <a:pt x="3789" y="531"/>
                </a:lnTo>
                <a:lnTo>
                  <a:pt x="3794" y="521"/>
                </a:lnTo>
                <a:lnTo>
                  <a:pt x="3798" y="510"/>
                </a:lnTo>
                <a:lnTo>
                  <a:pt x="3801" y="499"/>
                </a:lnTo>
                <a:lnTo>
                  <a:pt x="3804" y="489"/>
                </a:lnTo>
                <a:lnTo>
                  <a:pt x="3805" y="476"/>
                </a:lnTo>
                <a:lnTo>
                  <a:pt x="3806" y="464"/>
                </a:lnTo>
                <a:lnTo>
                  <a:pt x="3808" y="451"/>
                </a:lnTo>
                <a:lnTo>
                  <a:pt x="3806" y="428"/>
                </a:lnTo>
                <a:lnTo>
                  <a:pt x="3803" y="405"/>
                </a:lnTo>
                <a:lnTo>
                  <a:pt x="3798" y="384"/>
                </a:lnTo>
                <a:lnTo>
                  <a:pt x="3789" y="365"/>
                </a:lnTo>
                <a:lnTo>
                  <a:pt x="3781" y="347"/>
                </a:lnTo>
                <a:lnTo>
                  <a:pt x="3769" y="330"/>
                </a:lnTo>
                <a:lnTo>
                  <a:pt x="3757" y="315"/>
                </a:lnTo>
                <a:lnTo>
                  <a:pt x="3741" y="302"/>
                </a:lnTo>
                <a:lnTo>
                  <a:pt x="3725" y="290"/>
                </a:lnTo>
                <a:lnTo>
                  <a:pt x="3707" y="279"/>
                </a:lnTo>
                <a:lnTo>
                  <a:pt x="3686" y="270"/>
                </a:lnTo>
                <a:lnTo>
                  <a:pt x="3664" y="263"/>
                </a:lnTo>
                <a:lnTo>
                  <a:pt x="3641" y="257"/>
                </a:lnTo>
                <a:lnTo>
                  <a:pt x="3617" y="252"/>
                </a:lnTo>
                <a:lnTo>
                  <a:pt x="3592" y="250"/>
                </a:lnTo>
                <a:lnTo>
                  <a:pt x="3565" y="250"/>
                </a:lnTo>
                <a:lnTo>
                  <a:pt x="3214" y="250"/>
                </a:lnTo>
                <a:lnTo>
                  <a:pt x="3214" y="1015"/>
                </a:lnTo>
                <a:lnTo>
                  <a:pt x="3561" y="1015"/>
                </a:lnTo>
                <a:lnTo>
                  <a:pt x="3592" y="1013"/>
                </a:lnTo>
                <a:lnTo>
                  <a:pt x="3621" y="1010"/>
                </a:lnTo>
                <a:lnTo>
                  <a:pt x="3648" y="1005"/>
                </a:lnTo>
                <a:lnTo>
                  <a:pt x="3673" y="999"/>
                </a:lnTo>
                <a:lnTo>
                  <a:pt x="3697" y="989"/>
                </a:lnTo>
                <a:lnTo>
                  <a:pt x="3719" y="978"/>
                </a:lnTo>
                <a:lnTo>
                  <a:pt x="3740" y="965"/>
                </a:lnTo>
                <a:lnTo>
                  <a:pt x="3759" y="950"/>
                </a:lnTo>
                <a:lnTo>
                  <a:pt x="3777" y="933"/>
                </a:lnTo>
                <a:lnTo>
                  <a:pt x="3792" y="915"/>
                </a:lnTo>
                <a:lnTo>
                  <a:pt x="3805" y="895"/>
                </a:lnTo>
                <a:lnTo>
                  <a:pt x="3815" y="873"/>
                </a:lnTo>
                <a:lnTo>
                  <a:pt x="3823" y="849"/>
                </a:lnTo>
                <a:lnTo>
                  <a:pt x="3829" y="823"/>
                </a:lnTo>
                <a:lnTo>
                  <a:pt x="3833" y="796"/>
                </a:lnTo>
                <a:lnTo>
                  <a:pt x="3834" y="767"/>
                </a:lnTo>
                <a:close/>
                <a:moveTo>
                  <a:pt x="4558" y="783"/>
                </a:moveTo>
                <a:lnTo>
                  <a:pt x="4558" y="783"/>
                </a:lnTo>
                <a:lnTo>
                  <a:pt x="4557" y="756"/>
                </a:lnTo>
                <a:lnTo>
                  <a:pt x="4553" y="731"/>
                </a:lnTo>
                <a:lnTo>
                  <a:pt x="4547" y="709"/>
                </a:lnTo>
                <a:lnTo>
                  <a:pt x="4543" y="698"/>
                </a:lnTo>
                <a:lnTo>
                  <a:pt x="4538" y="687"/>
                </a:lnTo>
                <a:lnTo>
                  <a:pt x="4528" y="669"/>
                </a:lnTo>
                <a:lnTo>
                  <a:pt x="4515" y="651"/>
                </a:lnTo>
                <a:lnTo>
                  <a:pt x="4502" y="635"/>
                </a:lnTo>
                <a:lnTo>
                  <a:pt x="4486" y="622"/>
                </a:lnTo>
                <a:lnTo>
                  <a:pt x="4469" y="610"/>
                </a:lnTo>
                <a:lnTo>
                  <a:pt x="4451" y="598"/>
                </a:lnTo>
                <a:lnTo>
                  <a:pt x="4431" y="588"/>
                </a:lnTo>
                <a:lnTo>
                  <a:pt x="4410" y="579"/>
                </a:lnTo>
                <a:lnTo>
                  <a:pt x="4387" y="571"/>
                </a:lnTo>
                <a:lnTo>
                  <a:pt x="4361" y="562"/>
                </a:lnTo>
                <a:lnTo>
                  <a:pt x="4334" y="554"/>
                </a:lnTo>
                <a:lnTo>
                  <a:pt x="4302" y="547"/>
                </a:lnTo>
                <a:lnTo>
                  <a:pt x="4260" y="536"/>
                </a:lnTo>
                <a:lnTo>
                  <a:pt x="4226" y="527"/>
                </a:lnTo>
                <a:lnTo>
                  <a:pt x="4200" y="518"/>
                </a:lnTo>
                <a:lnTo>
                  <a:pt x="4180" y="509"/>
                </a:lnTo>
                <a:lnTo>
                  <a:pt x="4171" y="503"/>
                </a:lnTo>
                <a:lnTo>
                  <a:pt x="4164" y="498"/>
                </a:lnTo>
                <a:lnTo>
                  <a:pt x="4159" y="492"/>
                </a:lnTo>
                <a:lnTo>
                  <a:pt x="4154" y="486"/>
                </a:lnTo>
                <a:lnTo>
                  <a:pt x="4152" y="479"/>
                </a:lnTo>
                <a:lnTo>
                  <a:pt x="4149" y="472"/>
                </a:lnTo>
                <a:lnTo>
                  <a:pt x="4148" y="463"/>
                </a:lnTo>
                <a:lnTo>
                  <a:pt x="4148" y="455"/>
                </a:lnTo>
                <a:lnTo>
                  <a:pt x="4149" y="442"/>
                </a:lnTo>
                <a:lnTo>
                  <a:pt x="4153" y="429"/>
                </a:lnTo>
                <a:lnTo>
                  <a:pt x="4157" y="423"/>
                </a:lnTo>
                <a:lnTo>
                  <a:pt x="4160" y="418"/>
                </a:lnTo>
                <a:lnTo>
                  <a:pt x="4166" y="412"/>
                </a:lnTo>
                <a:lnTo>
                  <a:pt x="4171" y="407"/>
                </a:lnTo>
                <a:lnTo>
                  <a:pt x="4178" y="404"/>
                </a:lnTo>
                <a:lnTo>
                  <a:pt x="4187" y="399"/>
                </a:lnTo>
                <a:lnTo>
                  <a:pt x="4195" y="395"/>
                </a:lnTo>
                <a:lnTo>
                  <a:pt x="4205" y="393"/>
                </a:lnTo>
                <a:lnTo>
                  <a:pt x="4216" y="389"/>
                </a:lnTo>
                <a:lnTo>
                  <a:pt x="4228" y="388"/>
                </a:lnTo>
                <a:lnTo>
                  <a:pt x="4243" y="387"/>
                </a:lnTo>
                <a:lnTo>
                  <a:pt x="4257" y="386"/>
                </a:lnTo>
                <a:lnTo>
                  <a:pt x="4271" y="387"/>
                </a:lnTo>
                <a:lnTo>
                  <a:pt x="4285" y="388"/>
                </a:lnTo>
                <a:lnTo>
                  <a:pt x="4297" y="389"/>
                </a:lnTo>
                <a:lnTo>
                  <a:pt x="4309" y="392"/>
                </a:lnTo>
                <a:lnTo>
                  <a:pt x="4332" y="399"/>
                </a:lnTo>
                <a:lnTo>
                  <a:pt x="4354" y="407"/>
                </a:lnTo>
                <a:lnTo>
                  <a:pt x="4375" y="418"/>
                </a:lnTo>
                <a:lnTo>
                  <a:pt x="4392" y="430"/>
                </a:lnTo>
                <a:lnTo>
                  <a:pt x="4410" y="445"/>
                </a:lnTo>
                <a:lnTo>
                  <a:pt x="4431" y="464"/>
                </a:lnTo>
                <a:lnTo>
                  <a:pt x="4541" y="358"/>
                </a:lnTo>
                <a:lnTo>
                  <a:pt x="4513" y="330"/>
                </a:lnTo>
                <a:lnTo>
                  <a:pt x="4500" y="319"/>
                </a:lnTo>
                <a:lnTo>
                  <a:pt x="4486" y="308"/>
                </a:lnTo>
                <a:lnTo>
                  <a:pt x="4472" y="298"/>
                </a:lnTo>
                <a:lnTo>
                  <a:pt x="4457" y="289"/>
                </a:lnTo>
                <a:lnTo>
                  <a:pt x="4440" y="280"/>
                </a:lnTo>
                <a:lnTo>
                  <a:pt x="4422" y="270"/>
                </a:lnTo>
                <a:lnTo>
                  <a:pt x="4403" y="262"/>
                </a:lnTo>
                <a:lnTo>
                  <a:pt x="4385" y="256"/>
                </a:lnTo>
                <a:lnTo>
                  <a:pt x="4365" y="250"/>
                </a:lnTo>
                <a:lnTo>
                  <a:pt x="4345" y="246"/>
                </a:lnTo>
                <a:lnTo>
                  <a:pt x="4325" y="242"/>
                </a:lnTo>
                <a:lnTo>
                  <a:pt x="4305" y="240"/>
                </a:lnTo>
                <a:lnTo>
                  <a:pt x="4284" y="238"/>
                </a:lnTo>
                <a:lnTo>
                  <a:pt x="4262" y="238"/>
                </a:lnTo>
                <a:lnTo>
                  <a:pt x="4234" y="239"/>
                </a:lnTo>
                <a:lnTo>
                  <a:pt x="4208" y="241"/>
                </a:lnTo>
                <a:lnTo>
                  <a:pt x="4181" y="246"/>
                </a:lnTo>
                <a:lnTo>
                  <a:pt x="4155" y="253"/>
                </a:lnTo>
                <a:lnTo>
                  <a:pt x="4131" y="262"/>
                </a:lnTo>
                <a:lnTo>
                  <a:pt x="4109" y="272"/>
                </a:lnTo>
                <a:lnTo>
                  <a:pt x="4089" y="284"/>
                </a:lnTo>
                <a:lnTo>
                  <a:pt x="4069" y="298"/>
                </a:lnTo>
                <a:lnTo>
                  <a:pt x="4051" y="313"/>
                </a:lnTo>
                <a:lnTo>
                  <a:pt x="4035" y="330"/>
                </a:lnTo>
                <a:lnTo>
                  <a:pt x="4022" y="348"/>
                </a:lnTo>
                <a:lnTo>
                  <a:pt x="4011" y="369"/>
                </a:lnTo>
                <a:lnTo>
                  <a:pt x="4005" y="378"/>
                </a:lnTo>
                <a:lnTo>
                  <a:pt x="4001" y="389"/>
                </a:lnTo>
                <a:lnTo>
                  <a:pt x="3998" y="401"/>
                </a:lnTo>
                <a:lnTo>
                  <a:pt x="3994" y="412"/>
                </a:lnTo>
                <a:lnTo>
                  <a:pt x="3991" y="436"/>
                </a:lnTo>
                <a:lnTo>
                  <a:pt x="3989" y="462"/>
                </a:lnTo>
                <a:lnTo>
                  <a:pt x="3991" y="489"/>
                </a:lnTo>
                <a:lnTo>
                  <a:pt x="3994" y="514"/>
                </a:lnTo>
                <a:lnTo>
                  <a:pt x="3999" y="536"/>
                </a:lnTo>
                <a:lnTo>
                  <a:pt x="4006" y="556"/>
                </a:lnTo>
                <a:lnTo>
                  <a:pt x="4016" y="575"/>
                </a:lnTo>
                <a:lnTo>
                  <a:pt x="4028" y="592"/>
                </a:lnTo>
                <a:lnTo>
                  <a:pt x="4041" y="606"/>
                </a:lnTo>
                <a:lnTo>
                  <a:pt x="4056" y="621"/>
                </a:lnTo>
                <a:lnTo>
                  <a:pt x="4073" y="633"/>
                </a:lnTo>
                <a:lnTo>
                  <a:pt x="4090" y="644"/>
                </a:lnTo>
                <a:lnTo>
                  <a:pt x="4111" y="653"/>
                </a:lnTo>
                <a:lnTo>
                  <a:pt x="4131" y="662"/>
                </a:lnTo>
                <a:lnTo>
                  <a:pt x="4154" y="669"/>
                </a:lnTo>
                <a:lnTo>
                  <a:pt x="4177" y="676"/>
                </a:lnTo>
                <a:lnTo>
                  <a:pt x="4228" y="690"/>
                </a:lnTo>
                <a:lnTo>
                  <a:pt x="4278" y="702"/>
                </a:lnTo>
                <a:lnTo>
                  <a:pt x="4315" y="713"/>
                </a:lnTo>
                <a:lnTo>
                  <a:pt x="4331" y="719"/>
                </a:lnTo>
                <a:lnTo>
                  <a:pt x="4346" y="724"/>
                </a:lnTo>
                <a:lnTo>
                  <a:pt x="4358" y="730"/>
                </a:lnTo>
                <a:lnTo>
                  <a:pt x="4368" y="736"/>
                </a:lnTo>
                <a:lnTo>
                  <a:pt x="4376" y="742"/>
                </a:lnTo>
                <a:lnTo>
                  <a:pt x="4383" y="748"/>
                </a:lnTo>
                <a:lnTo>
                  <a:pt x="4388" y="754"/>
                </a:lnTo>
                <a:lnTo>
                  <a:pt x="4393" y="761"/>
                </a:lnTo>
                <a:lnTo>
                  <a:pt x="4395" y="769"/>
                </a:lnTo>
                <a:lnTo>
                  <a:pt x="4398" y="776"/>
                </a:lnTo>
                <a:lnTo>
                  <a:pt x="4399" y="784"/>
                </a:lnTo>
                <a:lnTo>
                  <a:pt x="4399" y="794"/>
                </a:lnTo>
                <a:lnTo>
                  <a:pt x="4399" y="805"/>
                </a:lnTo>
                <a:lnTo>
                  <a:pt x="4398" y="816"/>
                </a:lnTo>
                <a:lnTo>
                  <a:pt x="4395" y="826"/>
                </a:lnTo>
                <a:lnTo>
                  <a:pt x="4392" y="833"/>
                </a:lnTo>
                <a:lnTo>
                  <a:pt x="4388" y="839"/>
                </a:lnTo>
                <a:lnTo>
                  <a:pt x="4383" y="845"/>
                </a:lnTo>
                <a:lnTo>
                  <a:pt x="4376" y="851"/>
                </a:lnTo>
                <a:lnTo>
                  <a:pt x="4369" y="856"/>
                </a:lnTo>
                <a:lnTo>
                  <a:pt x="4360" y="861"/>
                </a:lnTo>
                <a:lnTo>
                  <a:pt x="4351" y="864"/>
                </a:lnTo>
                <a:lnTo>
                  <a:pt x="4340" y="868"/>
                </a:lnTo>
                <a:lnTo>
                  <a:pt x="4329" y="872"/>
                </a:lnTo>
                <a:lnTo>
                  <a:pt x="4315" y="874"/>
                </a:lnTo>
                <a:lnTo>
                  <a:pt x="4301" y="875"/>
                </a:lnTo>
                <a:lnTo>
                  <a:pt x="4284" y="876"/>
                </a:lnTo>
                <a:lnTo>
                  <a:pt x="4266" y="876"/>
                </a:lnTo>
                <a:lnTo>
                  <a:pt x="4238" y="875"/>
                </a:lnTo>
                <a:lnTo>
                  <a:pt x="4212" y="872"/>
                </a:lnTo>
                <a:lnTo>
                  <a:pt x="4186" y="866"/>
                </a:lnTo>
                <a:lnTo>
                  <a:pt x="4160" y="856"/>
                </a:lnTo>
                <a:lnTo>
                  <a:pt x="4148" y="851"/>
                </a:lnTo>
                <a:lnTo>
                  <a:pt x="4136" y="845"/>
                </a:lnTo>
                <a:lnTo>
                  <a:pt x="4124" y="838"/>
                </a:lnTo>
                <a:lnTo>
                  <a:pt x="4113" y="829"/>
                </a:lnTo>
                <a:lnTo>
                  <a:pt x="4102" y="821"/>
                </a:lnTo>
                <a:lnTo>
                  <a:pt x="4091" y="811"/>
                </a:lnTo>
                <a:lnTo>
                  <a:pt x="4080" y="800"/>
                </a:lnTo>
                <a:lnTo>
                  <a:pt x="4071" y="789"/>
                </a:lnTo>
                <a:lnTo>
                  <a:pt x="3960" y="887"/>
                </a:lnTo>
                <a:lnTo>
                  <a:pt x="3971" y="903"/>
                </a:lnTo>
                <a:lnTo>
                  <a:pt x="3983" y="918"/>
                </a:lnTo>
                <a:lnTo>
                  <a:pt x="3998" y="932"/>
                </a:lnTo>
                <a:lnTo>
                  <a:pt x="4012" y="946"/>
                </a:lnTo>
                <a:lnTo>
                  <a:pt x="4028" y="958"/>
                </a:lnTo>
                <a:lnTo>
                  <a:pt x="4045" y="970"/>
                </a:lnTo>
                <a:lnTo>
                  <a:pt x="4063" y="980"/>
                </a:lnTo>
                <a:lnTo>
                  <a:pt x="4083" y="989"/>
                </a:lnTo>
                <a:lnTo>
                  <a:pt x="4102" y="998"/>
                </a:lnTo>
                <a:lnTo>
                  <a:pt x="4121" y="1005"/>
                </a:lnTo>
                <a:lnTo>
                  <a:pt x="4143" y="1011"/>
                </a:lnTo>
                <a:lnTo>
                  <a:pt x="4165" y="1017"/>
                </a:lnTo>
                <a:lnTo>
                  <a:pt x="4187" y="1021"/>
                </a:lnTo>
                <a:lnTo>
                  <a:pt x="4210" y="1024"/>
                </a:lnTo>
                <a:lnTo>
                  <a:pt x="4233" y="1026"/>
                </a:lnTo>
                <a:lnTo>
                  <a:pt x="4257" y="1027"/>
                </a:lnTo>
                <a:lnTo>
                  <a:pt x="4295" y="1026"/>
                </a:lnTo>
                <a:lnTo>
                  <a:pt x="4330" y="1022"/>
                </a:lnTo>
                <a:lnTo>
                  <a:pt x="4363" y="1017"/>
                </a:lnTo>
                <a:lnTo>
                  <a:pt x="4392" y="1009"/>
                </a:lnTo>
                <a:lnTo>
                  <a:pt x="4420" y="999"/>
                </a:lnTo>
                <a:lnTo>
                  <a:pt x="4444" y="988"/>
                </a:lnTo>
                <a:lnTo>
                  <a:pt x="4466" y="975"/>
                </a:lnTo>
                <a:lnTo>
                  <a:pt x="4475" y="967"/>
                </a:lnTo>
                <a:lnTo>
                  <a:pt x="4485" y="959"/>
                </a:lnTo>
                <a:lnTo>
                  <a:pt x="4502" y="942"/>
                </a:lnTo>
                <a:lnTo>
                  <a:pt x="4518" y="924"/>
                </a:lnTo>
                <a:lnTo>
                  <a:pt x="4530" y="903"/>
                </a:lnTo>
                <a:lnTo>
                  <a:pt x="4540" y="883"/>
                </a:lnTo>
                <a:lnTo>
                  <a:pt x="4547" y="859"/>
                </a:lnTo>
                <a:lnTo>
                  <a:pt x="4553" y="835"/>
                </a:lnTo>
                <a:lnTo>
                  <a:pt x="4557" y="810"/>
                </a:lnTo>
                <a:lnTo>
                  <a:pt x="4558" y="783"/>
                </a:lnTo>
                <a:close/>
                <a:moveTo>
                  <a:pt x="2154" y="1241"/>
                </a:moveTo>
                <a:lnTo>
                  <a:pt x="2954" y="790"/>
                </a:lnTo>
                <a:lnTo>
                  <a:pt x="2954" y="173"/>
                </a:lnTo>
                <a:lnTo>
                  <a:pt x="2955" y="155"/>
                </a:lnTo>
                <a:lnTo>
                  <a:pt x="2958" y="138"/>
                </a:lnTo>
                <a:lnTo>
                  <a:pt x="2961" y="121"/>
                </a:lnTo>
                <a:lnTo>
                  <a:pt x="2967" y="105"/>
                </a:lnTo>
                <a:lnTo>
                  <a:pt x="2975" y="91"/>
                </a:lnTo>
                <a:lnTo>
                  <a:pt x="2983" y="76"/>
                </a:lnTo>
                <a:lnTo>
                  <a:pt x="2994" y="63"/>
                </a:lnTo>
                <a:lnTo>
                  <a:pt x="3005" y="51"/>
                </a:lnTo>
                <a:lnTo>
                  <a:pt x="3017" y="40"/>
                </a:lnTo>
                <a:lnTo>
                  <a:pt x="3030" y="29"/>
                </a:lnTo>
                <a:lnTo>
                  <a:pt x="3045" y="21"/>
                </a:lnTo>
                <a:lnTo>
                  <a:pt x="3060" y="13"/>
                </a:lnTo>
                <a:lnTo>
                  <a:pt x="3075" y="8"/>
                </a:lnTo>
                <a:lnTo>
                  <a:pt x="3092" y="4"/>
                </a:lnTo>
                <a:lnTo>
                  <a:pt x="3109" y="1"/>
                </a:lnTo>
                <a:lnTo>
                  <a:pt x="3126" y="0"/>
                </a:lnTo>
                <a:lnTo>
                  <a:pt x="4625" y="0"/>
                </a:lnTo>
                <a:lnTo>
                  <a:pt x="4643" y="1"/>
                </a:lnTo>
                <a:lnTo>
                  <a:pt x="4660" y="4"/>
                </a:lnTo>
                <a:lnTo>
                  <a:pt x="4677" y="8"/>
                </a:lnTo>
                <a:lnTo>
                  <a:pt x="4692" y="13"/>
                </a:lnTo>
                <a:lnTo>
                  <a:pt x="4707" y="21"/>
                </a:lnTo>
                <a:lnTo>
                  <a:pt x="4722" y="29"/>
                </a:lnTo>
                <a:lnTo>
                  <a:pt x="4735" y="40"/>
                </a:lnTo>
                <a:lnTo>
                  <a:pt x="4747" y="51"/>
                </a:lnTo>
                <a:lnTo>
                  <a:pt x="4758" y="63"/>
                </a:lnTo>
                <a:lnTo>
                  <a:pt x="4768" y="76"/>
                </a:lnTo>
                <a:lnTo>
                  <a:pt x="4777" y="91"/>
                </a:lnTo>
                <a:lnTo>
                  <a:pt x="4785" y="105"/>
                </a:lnTo>
                <a:lnTo>
                  <a:pt x="4789" y="121"/>
                </a:lnTo>
                <a:lnTo>
                  <a:pt x="4794" y="138"/>
                </a:lnTo>
                <a:lnTo>
                  <a:pt x="4797" y="155"/>
                </a:lnTo>
                <a:lnTo>
                  <a:pt x="4798" y="173"/>
                </a:lnTo>
                <a:lnTo>
                  <a:pt x="4798" y="1241"/>
                </a:lnTo>
                <a:lnTo>
                  <a:pt x="3131" y="1241"/>
                </a:lnTo>
                <a:lnTo>
                  <a:pt x="3142" y="2086"/>
                </a:lnTo>
                <a:lnTo>
                  <a:pt x="3558" y="2669"/>
                </a:lnTo>
                <a:lnTo>
                  <a:pt x="3558" y="1903"/>
                </a:lnTo>
                <a:lnTo>
                  <a:pt x="3655" y="1903"/>
                </a:lnTo>
                <a:lnTo>
                  <a:pt x="3655" y="2805"/>
                </a:lnTo>
                <a:lnTo>
                  <a:pt x="3752" y="2941"/>
                </a:lnTo>
                <a:lnTo>
                  <a:pt x="3752" y="1903"/>
                </a:lnTo>
                <a:lnTo>
                  <a:pt x="3849" y="1903"/>
                </a:lnTo>
                <a:lnTo>
                  <a:pt x="3849" y="3078"/>
                </a:lnTo>
                <a:lnTo>
                  <a:pt x="3994" y="3282"/>
                </a:lnTo>
                <a:lnTo>
                  <a:pt x="3994" y="4569"/>
                </a:lnTo>
                <a:lnTo>
                  <a:pt x="3897" y="4569"/>
                </a:lnTo>
                <a:lnTo>
                  <a:pt x="3897" y="3313"/>
                </a:lnTo>
                <a:lnTo>
                  <a:pt x="3143" y="2256"/>
                </a:lnTo>
                <a:lnTo>
                  <a:pt x="3172" y="4569"/>
                </a:lnTo>
                <a:lnTo>
                  <a:pt x="3120" y="4569"/>
                </a:lnTo>
                <a:lnTo>
                  <a:pt x="3023" y="4569"/>
                </a:lnTo>
                <a:lnTo>
                  <a:pt x="2978" y="4569"/>
                </a:lnTo>
                <a:lnTo>
                  <a:pt x="2978" y="1241"/>
                </a:lnTo>
                <a:lnTo>
                  <a:pt x="2527" y="1241"/>
                </a:lnTo>
                <a:lnTo>
                  <a:pt x="2527" y="1546"/>
                </a:lnTo>
                <a:lnTo>
                  <a:pt x="2333" y="1546"/>
                </a:lnTo>
                <a:lnTo>
                  <a:pt x="2333" y="1241"/>
                </a:lnTo>
                <a:lnTo>
                  <a:pt x="2154" y="1241"/>
                </a:lnTo>
                <a:close/>
                <a:moveTo>
                  <a:pt x="3652" y="464"/>
                </a:moveTo>
                <a:lnTo>
                  <a:pt x="3652" y="464"/>
                </a:lnTo>
                <a:lnTo>
                  <a:pt x="3651" y="479"/>
                </a:lnTo>
                <a:lnTo>
                  <a:pt x="3648" y="493"/>
                </a:lnTo>
                <a:lnTo>
                  <a:pt x="3645" y="499"/>
                </a:lnTo>
                <a:lnTo>
                  <a:pt x="3641" y="506"/>
                </a:lnTo>
                <a:lnTo>
                  <a:pt x="3638" y="512"/>
                </a:lnTo>
                <a:lnTo>
                  <a:pt x="3633" y="516"/>
                </a:lnTo>
                <a:lnTo>
                  <a:pt x="3627" y="520"/>
                </a:lnTo>
                <a:lnTo>
                  <a:pt x="3621" y="524"/>
                </a:lnTo>
                <a:lnTo>
                  <a:pt x="3614" y="527"/>
                </a:lnTo>
                <a:lnTo>
                  <a:pt x="3606" y="531"/>
                </a:lnTo>
                <a:lnTo>
                  <a:pt x="3598" y="532"/>
                </a:lnTo>
                <a:lnTo>
                  <a:pt x="3588" y="535"/>
                </a:lnTo>
                <a:lnTo>
                  <a:pt x="3566" y="536"/>
                </a:lnTo>
                <a:lnTo>
                  <a:pt x="3364" y="536"/>
                </a:lnTo>
                <a:lnTo>
                  <a:pt x="3364" y="390"/>
                </a:lnTo>
                <a:lnTo>
                  <a:pt x="3558" y="390"/>
                </a:lnTo>
                <a:lnTo>
                  <a:pt x="3571" y="392"/>
                </a:lnTo>
                <a:lnTo>
                  <a:pt x="3583" y="392"/>
                </a:lnTo>
                <a:lnTo>
                  <a:pt x="3594" y="394"/>
                </a:lnTo>
                <a:lnTo>
                  <a:pt x="3604" y="396"/>
                </a:lnTo>
                <a:lnTo>
                  <a:pt x="3614" y="400"/>
                </a:lnTo>
                <a:lnTo>
                  <a:pt x="3621" y="402"/>
                </a:lnTo>
                <a:lnTo>
                  <a:pt x="3627" y="407"/>
                </a:lnTo>
                <a:lnTo>
                  <a:pt x="3633" y="411"/>
                </a:lnTo>
                <a:lnTo>
                  <a:pt x="3638" y="417"/>
                </a:lnTo>
                <a:lnTo>
                  <a:pt x="3641" y="422"/>
                </a:lnTo>
                <a:lnTo>
                  <a:pt x="3645" y="428"/>
                </a:lnTo>
                <a:lnTo>
                  <a:pt x="3648" y="434"/>
                </a:lnTo>
                <a:lnTo>
                  <a:pt x="3651" y="447"/>
                </a:lnTo>
                <a:lnTo>
                  <a:pt x="3652" y="464"/>
                </a:lnTo>
                <a:close/>
                <a:moveTo>
                  <a:pt x="3677" y="770"/>
                </a:moveTo>
                <a:lnTo>
                  <a:pt x="3677" y="770"/>
                </a:lnTo>
                <a:lnTo>
                  <a:pt x="3675" y="779"/>
                </a:lnTo>
                <a:lnTo>
                  <a:pt x="3674" y="790"/>
                </a:lnTo>
                <a:lnTo>
                  <a:pt x="3673" y="799"/>
                </a:lnTo>
                <a:lnTo>
                  <a:pt x="3671" y="809"/>
                </a:lnTo>
                <a:lnTo>
                  <a:pt x="3667" y="817"/>
                </a:lnTo>
                <a:lnTo>
                  <a:pt x="3662" y="826"/>
                </a:lnTo>
                <a:lnTo>
                  <a:pt x="3657" y="833"/>
                </a:lnTo>
                <a:lnTo>
                  <a:pt x="3651" y="840"/>
                </a:lnTo>
                <a:lnTo>
                  <a:pt x="3644" y="847"/>
                </a:lnTo>
                <a:lnTo>
                  <a:pt x="3635" y="853"/>
                </a:lnTo>
                <a:lnTo>
                  <a:pt x="3627" y="858"/>
                </a:lnTo>
                <a:lnTo>
                  <a:pt x="3617" y="862"/>
                </a:lnTo>
                <a:lnTo>
                  <a:pt x="3606" y="866"/>
                </a:lnTo>
                <a:lnTo>
                  <a:pt x="3594" y="868"/>
                </a:lnTo>
                <a:lnTo>
                  <a:pt x="3581" y="869"/>
                </a:lnTo>
                <a:lnTo>
                  <a:pt x="3566" y="869"/>
                </a:lnTo>
                <a:lnTo>
                  <a:pt x="3364" y="869"/>
                </a:lnTo>
                <a:lnTo>
                  <a:pt x="3364" y="672"/>
                </a:lnTo>
                <a:lnTo>
                  <a:pt x="3566" y="672"/>
                </a:lnTo>
                <a:lnTo>
                  <a:pt x="3581" y="672"/>
                </a:lnTo>
                <a:lnTo>
                  <a:pt x="3594" y="673"/>
                </a:lnTo>
                <a:lnTo>
                  <a:pt x="3606" y="675"/>
                </a:lnTo>
                <a:lnTo>
                  <a:pt x="3617" y="678"/>
                </a:lnTo>
                <a:lnTo>
                  <a:pt x="3627" y="681"/>
                </a:lnTo>
                <a:lnTo>
                  <a:pt x="3637" y="686"/>
                </a:lnTo>
                <a:lnTo>
                  <a:pt x="3644" y="691"/>
                </a:lnTo>
                <a:lnTo>
                  <a:pt x="3651" y="697"/>
                </a:lnTo>
                <a:lnTo>
                  <a:pt x="3656" y="703"/>
                </a:lnTo>
                <a:lnTo>
                  <a:pt x="3661" y="710"/>
                </a:lnTo>
                <a:lnTo>
                  <a:pt x="3666" y="718"/>
                </a:lnTo>
                <a:lnTo>
                  <a:pt x="3669" y="726"/>
                </a:lnTo>
                <a:lnTo>
                  <a:pt x="3672" y="736"/>
                </a:lnTo>
                <a:lnTo>
                  <a:pt x="3674" y="746"/>
                </a:lnTo>
                <a:lnTo>
                  <a:pt x="3675" y="758"/>
                </a:lnTo>
                <a:lnTo>
                  <a:pt x="3677" y="770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  <p:sp>
        <p:nvSpPr>
          <p:cNvPr id="281" name="Freeform 117"/>
          <p:cNvSpPr/>
          <p:nvPr/>
        </p:nvSpPr>
        <p:spPr>
          <a:xfrm>
            <a:off x="10234440" y="2127960"/>
            <a:ext cx="796680" cy="755280"/>
          </a:xfrm>
          <a:custGeom>
            <a:avLst/>
            <a:gdLst>
              <a:gd name="textAreaLeft" fmla="*/ 0 w 796680"/>
              <a:gd name="textAreaRight" fmla="*/ 797040 w 796680"/>
              <a:gd name="textAreaTop" fmla="*/ 0 h 755280"/>
              <a:gd name="textAreaBottom" fmla="*/ 755640 h 755280"/>
              <a:gd name="GluePoint1X" fmla="*/ 2147483647 w 5020"/>
              <a:gd name="GluePoint1Y" fmla="*/ 2147483647 h 4763"/>
              <a:gd name="GluePoint2X" fmla="*/ 2147483647 w 5020"/>
              <a:gd name="GluePoint2Y" fmla="*/ 2147483647 h 4763"/>
              <a:gd name="GluePoint3X" fmla="*/ 2147483647 w 5020"/>
              <a:gd name="GluePoint3Y" fmla="*/ 2147483647 h 4763"/>
              <a:gd name="GluePoint4X" fmla="*/ 2147483647 w 5020"/>
              <a:gd name="GluePoint4Y" fmla="*/ 2147483647 h 4763"/>
              <a:gd name="GluePoint5X" fmla="*/ 2147483647 w 5020"/>
              <a:gd name="GluePoint5Y" fmla="*/ 2147483647 h 4763"/>
              <a:gd name="GluePoint6X" fmla="*/ 2147483647 w 5020"/>
              <a:gd name="GluePoint6Y" fmla="*/ 2147483647 h 4763"/>
              <a:gd name="GluePoint7X" fmla="*/ 2147483647 w 5020"/>
              <a:gd name="GluePoint7Y" fmla="*/ 2147483647 h 4763"/>
              <a:gd name="GluePoint8X" fmla="*/ 2147483647 w 5020"/>
              <a:gd name="GluePoint8Y" fmla="*/ 2147483647 h 4763"/>
              <a:gd name="GluePoint9X" fmla="*/ 2147483647 w 5020"/>
              <a:gd name="GluePoint9Y" fmla="*/ 2147483647 h 4763"/>
              <a:gd name="GluePoint10X" fmla="*/ 2147483647 w 5020"/>
              <a:gd name="GluePoint10Y" fmla="*/ 2147483647 h 4763"/>
              <a:gd name="GluePoint11X" fmla="*/ 2147483647 w 5020"/>
              <a:gd name="GluePoint11Y" fmla="*/ 2147483647 h 4763"/>
              <a:gd name="GluePoint12X" fmla="*/ 2147483647 w 5020"/>
              <a:gd name="GluePoint12Y" fmla="*/ 2147483647 h 4763"/>
              <a:gd name="GluePoint13X" fmla="*/ 2147483647 w 5020"/>
              <a:gd name="GluePoint13Y" fmla="*/ 2147483647 h 4763"/>
              <a:gd name="GluePoint14X" fmla="*/ 2147483647 w 5020"/>
              <a:gd name="GluePoint14Y" fmla="*/ 2147483647 h 4763"/>
              <a:gd name="GluePoint15X" fmla="*/ 2147483647 w 5020"/>
              <a:gd name="GluePoint15Y" fmla="*/ 2147483647 h 4763"/>
              <a:gd name="GluePoint16X" fmla="*/ 2147483647 w 5020"/>
              <a:gd name="GluePoint16Y" fmla="*/ 2147483647 h 4763"/>
              <a:gd name="GluePoint17X" fmla="*/ 2147483647 w 5020"/>
              <a:gd name="GluePoint17Y" fmla="*/ 2147483647 h 4763"/>
              <a:gd name="GluePoint18X" fmla="*/ 2147483647 w 5020"/>
              <a:gd name="GluePoint18Y" fmla="*/ 2147483647 h 4763"/>
              <a:gd name="GluePoint19X" fmla="*/ 2147483647 w 5020"/>
              <a:gd name="GluePoint19Y" fmla="*/ 2147483647 h 4763"/>
              <a:gd name="GluePoint20X" fmla="*/ 2147483647 w 5020"/>
              <a:gd name="GluePoint20Y" fmla="*/ 2147483647 h 4763"/>
              <a:gd name="GluePoint21X" fmla="*/ 2147483647 w 5020"/>
              <a:gd name="GluePoint21Y" fmla="*/ 2147483647 h 4763"/>
              <a:gd name="GluePoint22X" fmla="*/ 2147483647 w 5020"/>
              <a:gd name="GluePoint22Y" fmla="*/ 2147483647 h 4763"/>
              <a:gd name="GluePoint23X" fmla="*/ 2147483647 w 5020"/>
              <a:gd name="GluePoint23Y" fmla="*/ 2147483647 h 4763"/>
              <a:gd name="GluePoint24X" fmla="*/ 2147483647 w 5020"/>
              <a:gd name="GluePoint24Y" fmla="*/ 2147483647 h 4763"/>
              <a:gd name="GluePoint25X" fmla="*/ 2147483647 w 5020"/>
              <a:gd name="GluePoint25Y" fmla="*/ 2147483647 h 4763"/>
              <a:gd name="GluePoint26X" fmla="*/ 2147483647 w 5020"/>
              <a:gd name="GluePoint26Y" fmla="*/ 2147483647 h 4763"/>
              <a:gd name="GluePoint27X" fmla="*/ 2147483647 w 5020"/>
              <a:gd name="GluePoint27Y" fmla="*/ 2147483647 h 4763"/>
              <a:gd name="GluePoint28X" fmla="*/ 2147483647 w 5020"/>
              <a:gd name="GluePoint28Y" fmla="*/ 2147483647 h 4763"/>
              <a:gd name="GluePoint29X" fmla="*/ 2147483647 w 5020"/>
              <a:gd name="GluePoint29Y" fmla="*/ 2147483647 h 4763"/>
              <a:gd name="GluePoint30X" fmla="*/ 2147483647 w 5020"/>
              <a:gd name="GluePoint30Y" fmla="*/ 2147483647 h 4763"/>
              <a:gd name="GluePoint31X" fmla="*/ 2147483647 w 5020"/>
              <a:gd name="GluePoint31Y" fmla="*/ 2147483647 h 4763"/>
              <a:gd name="GluePoint32X" fmla="*/ 2147483647 w 5020"/>
              <a:gd name="GluePoint32Y" fmla="*/ 2147483647 h 4763"/>
              <a:gd name="GluePoint33X" fmla="*/ 2147483647 w 5020"/>
              <a:gd name="GluePoint33Y" fmla="*/ 2147483647 h 4763"/>
              <a:gd name="GluePoint34X" fmla="*/ 2147483647 w 5020"/>
              <a:gd name="GluePoint34Y" fmla="*/ 2147483647 h 4763"/>
              <a:gd name="GluePoint35X" fmla="*/ 2147483647 w 5020"/>
              <a:gd name="GluePoint35Y" fmla="*/ 2147483647 h 4763"/>
              <a:gd name="GluePoint36X" fmla="*/ 2147483647 w 5020"/>
              <a:gd name="GluePoint36Y" fmla="*/ 2147483647 h 4763"/>
              <a:gd name="GluePoint37X" fmla="*/ 2147483647 w 5020"/>
              <a:gd name="GluePoint37Y" fmla="*/ 2147483647 h 4763"/>
              <a:gd name="GluePoint38X" fmla="*/ 2147483647 w 5020"/>
              <a:gd name="GluePoint38Y" fmla="*/ 2147483647 h 4763"/>
              <a:gd name="GluePoint39X" fmla="*/ 2147483647 w 5020"/>
              <a:gd name="GluePoint39Y" fmla="*/ 2147483647 h 4763"/>
              <a:gd name="GluePoint40X" fmla="*/ 2147483647 w 5020"/>
              <a:gd name="GluePoint40Y" fmla="*/ 2147483647 h 4763"/>
              <a:gd name="GluePoint41X" fmla="*/ 2147483647 w 5020"/>
              <a:gd name="GluePoint41Y" fmla="*/ 2147483647 h 4763"/>
              <a:gd name="GluePoint42X" fmla="*/ 2147483647 w 5020"/>
              <a:gd name="GluePoint42Y" fmla="*/ 2147483647 h 4763"/>
              <a:gd name="GluePoint43X" fmla="*/ 2147483647 w 5020"/>
              <a:gd name="GluePoint43Y" fmla="*/ 2147483647 h 4763"/>
              <a:gd name="GluePoint44X" fmla="*/ 2147483647 w 5020"/>
              <a:gd name="GluePoint44Y" fmla="*/ 2147483647 h 4763"/>
              <a:gd name="GluePoint45X" fmla="*/ 2147483647 w 5020"/>
              <a:gd name="GluePoint45Y" fmla="*/ 2147483647 h 4763"/>
              <a:gd name="GluePoint46X" fmla="*/ 0 w 5020"/>
              <a:gd name="GluePoint46Y" fmla="*/ 2147483647 h 4763"/>
              <a:gd name="GluePoint47X" fmla="*/ 2147483647 w 5020"/>
              <a:gd name="GluePoint47Y" fmla="*/ 2147483647 h 4763"/>
              <a:gd name="GluePoint48X" fmla="*/ 2147483647 w 5020"/>
              <a:gd name="GluePoint48Y" fmla="*/ 2147483647 h 4763"/>
              <a:gd name="GluePoint49X" fmla="*/ 2147483647 w 5020"/>
              <a:gd name="GluePoint49Y" fmla="*/ 2147483647 h 4763"/>
              <a:gd name="GluePoint50X" fmla="*/ 2147483647 w 5020"/>
              <a:gd name="GluePoint50Y" fmla="*/ 2147483647 h 4763"/>
              <a:gd name="GluePoint51X" fmla="*/ 2147483647 w 5020"/>
              <a:gd name="GluePoint51Y" fmla="*/ 2147483647 h 4763"/>
              <a:gd name="GluePoint52X" fmla="*/ 2147483647 w 5020"/>
              <a:gd name="GluePoint52Y" fmla="*/ 2147483647 h 4763"/>
              <a:gd name="GluePoint53X" fmla="*/ 2147483647 w 5020"/>
              <a:gd name="GluePoint53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</a:cxnLst>
            <a:rect l="textAreaLeft" t="textAreaTop" r="textAreaRight" b="textAreaBottom"/>
            <a:pathLst>
              <a:path w="5020" h="4763">
                <a:moveTo>
                  <a:pt x="1207" y="3692"/>
                </a:moveTo>
                <a:lnTo>
                  <a:pt x="1207" y="3986"/>
                </a:lnTo>
                <a:lnTo>
                  <a:pt x="1011" y="3986"/>
                </a:lnTo>
                <a:lnTo>
                  <a:pt x="1011" y="3692"/>
                </a:lnTo>
                <a:lnTo>
                  <a:pt x="1207" y="3692"/>
                </a:lnTo>
                <a:close/>
                <a:moveTo>
                  <a:pt x="1207" y="3191"/>
                </a:moveTo>
                <a:lnTo>
                  <a:pt x="1207" y="3495"/>
                </a:lnTo>
                <a:lnTo>
                  <a:pt x="1011" y="3495"/>
                </a:lnTo>
                <a:lnTo>
                  <a:pt x="1011" y="3191"/>
                </a:lnTo>
                <a:lnTo>
                  <a:pt x="1207" y="3191"/>
                </a:lnTo>
                <a:close/>
                <a:moveTo>
                  <a:pt x="1207" y="2689"/>
                </a:moveTo>
                <a:lnTo>
                  <a:pt x="1207" y="2994"/>
                </a:lnTo>
                <a:lnTo>
                  <a:pt x="1011" y="2994"/>
                </a:lnTo>
                <a:lnTo>
                  <a:pt x="1011" y="2689"/>
                </a:lnTo>
                <a:lnTo>
                  <a:pt x="1207" y="2689"/>
                </a:lnTo>
                <a:close/>
                <a:moveTo>
                  <a:pt x="1207" y="2186"/>
                </a:moveTo>
                <a:lnTo>
                  <a:pt x="1207" y="2492"/>
                </a:lnTo>
                <a:lnTo>
                  <a:pt x="1011" y="2492"/>
                </a:lnTo>
                <a:lnTo>
                  <a:pt x="1011" y="2186"/>
                </a:lnTo>
                <a:lnTo>
                  <a:pt x="1207" y="2186"/>
                </a:lnTo>
                <a:close/>
                <a:moveTo>
                  <a:pt x="1207" y="1700"/>
                </a:moveTo>
                <a:lnTo>
                  <a:pt x="1207" y="1990"/>
                </a:lnTo>
                <a:lnTo>
                  <a:pt x="1011" y="1990"/>
                </a:lnTo>
                <a:lnTo>
                  <a:pt x="1011" y="1700"/>
                </a:lnTo>
                <a:lnTo>
                  <a:pt x="1207" y="1700"/>
                </a:lnTo>
                <a:close/>
                <a:moveTo>
                  <a:pt x="765" y="3692"/>
                </a:moveTo>
                <a:lnTo>
                  <a:pt x="765" y="3986"/>
                </a:lnTo>
                <a:lnTo>
                  <a:pt x="569" y="3986"/>
                </a:lnTo>
                <a:lnTo>
                  <a:pt x="569" y="3692"/>
                </a:lnTo>
                <a:lnTo>
                  <a:pt x="765" y="3692"/>
                </a:lnTo>
                <a:close/>
                <a:moveTo>
                  <a:pt x="765" y="3191"/>
                </a:moveTo>
                <a:lnTo>
                  <a:pt x="765" y="3495"/>
                </a:lnTo>
                <a:lnTo>
                  <a:pt x="569" y="3495"/>
                </a:lnTo>
                <a:lnTo>
                  <a:pt x="569" y="3191"/>
                </a:lnTo>
                <a:lnTo>
                  <a:pt x="765" y="3191"/>
                </a:lnTo>
                <a:close/>
                <a:moveTo>
                  <a:pt x="765" y="2689"/>
                </a:moveTo>
                <a:lnTo>
                  <a:pt x="765" y="2994"/>
                </a:lnTo>
                <a:lnTo>
                  <a:pt x="569" y="2994"/>
                </a:lnTo>
                <a:lnTo>
                  <a:pt x="569" y="2689"/>
                </a:lnTo>
                <a:lnTo>
                  <a:pt x="765" y="2689"/>
                </a:lnTo>
                <a:close/>
                <a:moveTo>
                  <a:pt x="765" y="2186"/>
                </a:moveTo>
                <a:lnTo>
                  <a:pt x="765" y="2492"/>
                </a:lnTo>
                <a:lnTo>
                  <a:pt x="569" y="2492"/>
                </a:lnTo>
                <a:lnTo>
                  <a:pt x="569" y="2186"/>
                </a:lnTo>
                <a:lnTo>
                  <a:pt x="765" y="2186"/>
                </a:lnTo>
                <a:close/>
                <a:moveTo>
                  <a:pt x="765" y="1700"/>
                </a:moveTo>
                <a:lnTo>
                  <a:pt x="765" y="1990"/>
                </a:lnTo>
                <a:lnTo>
                  <a:pt x="569" y="1990"/>
                </a:lnTo>
                <a:lnTo>
                  <a:pt x="569" y="1700"/>
                </a:lnTo>
                <a:lnTo>
                  <a:pt x="765" y="1700"/>
                </a:lnTo>
                <a:close/>
                <a:moveTo>
                  <a:pt x="4008" y="3692"/>
                </a:moveTo>
                <a:lnTo>
                  <a:pt x="4008" y="3986"/>
                </a:lnTo>
                <a:lnTo>
                  <a:pt x="3812" y="3986"/>
                </a:lnTo>
                <a:lnTo>
                  <a:pt x="3812" y="3692"/>
                </a:lnTo>
                <a:lnTo>
                  <a:pt x="4008" y="3692"/>
                </a:lnTo>
                <a:close/>
                <a:moveTo>
                  <a:pt x="4008" y="3191"/>
                </a:moveTo>
                <a:lnTo>
                  <a:pt x="4008" y="3495"/>
                </a:lnTo>
                <a:lnTo>
                  <a:pt x="3812" y="3495"/>
                </a:lnTo>
                <a:lnTo>
                  <a:pt x="3812" y="3191"/>
                </a:lnTo>
                <a:lnTo>
                  <a:pt x="4008" y="3191"/>
                </a:lnTo>
                <a:close/>
                <a:moveTo>
                  <a:pt x="4008" y="2689"/>
                </a:moveTo>
                <a:lnTo>
                  <a:pt x="4008" y="2994"/>
                </a:lnTo>
                <a:lnTo>
                  <a:pt x="3812" y="2994"/>
                </a:lnTo>
                <a:lnTo>
                  <a:pt x="3812" y="2689"/>
                </a:lnTo>
                <a:lnTo>
                  <a:pt x="4008" y="2689"/>
                </a:lnTo>
                <a:close/>
                <a:moveTo>
                  <a:pt x="4008" y="2186"/>
                </a:moveTo>
                <a:lnTo>
                  <a:pt x="4008" y="2492"/>
                </a:lnTo>
                <a:lnTo>
                  <a:pt x="3812" y="2492"/>
                </a:lnTo>
                <a:lnTo>
                  <a:pt x="3812" y="2186"/>
                </a:lnTo>
                <a:lnTo>
                  <a:pt x="4008" y="2186"/>
                </a:lnTo>
                <a:close/>
                <a:moveTo>
                  <a:pt x="4008" y="1700"/>
                </a:moveTo>
                <a:lnTo>
                  <a:pt x="4008" y="1990"/>
                </a:lnTo>
                <a:lnTo>
                  <a:pt x="3812" y="1990"/>
                </a:lnTo>
                <a:lnTo>
                  <a:pt x="3812" y="1700"/>
                </a:lnTo>
                <a:lnTo>
                  <a:pt x="4008" y="1700"/>
                </a:lnTo>
                <a:close/>
                <a:moveTo>
                  <a:pt x="4450" y="3692"/>
                </a:moveTo>
                <a:lnTo>
                  <a:pt x="4450" y="3986"/>
                </a:lnTo>
                <a:lnTo>
                  <a:pt x="4254" y="3986"/>
                </a:lnTo>
                <a:lnTo>
                  <a:pt x="4254" y="3692"/>
                </a:lnTo>
                <a:lnTo>
                  <a:pt x="4450" y="3692"/>
                </a:lnTo>
                <a:close/>
                <a:moveTo>
                  <a:pt x="4450" y="3191"/>
                </a:moveTo>
                <a:lnTo>
                  <a:pt x="4450" y="3495"/>
                </a:lnTo>
                <a:lnTo>
                  <a:pt x="4254" y="3495"/>
                </a:lnTo>
                <a:lnTo>
                  <a:pt x="4254" y="3191"/>
                </a:lnTo>
                <a:lnTo>
                  <a:pt x="4450" y="3191"/>
                </a:lnTo>
                <a:close/>
                <a:moveTo>
                  <a:pt x="4450" y="2689"/>
                </a:moveTo>
                <a:lnTo>
                  <a:pt x="4450" y="2994"/>
                </a:lnTo>
                <a:lnTo>
                  <a:pt x="4254" y="2994"/>
                </a:lnTo>
                <a:lnTo>
                  <a:pt x="4254" y="2689"/>
                </a:lnTo>
                <a:lnTo>
                  <a:pt x="4450" y="2689"/>
                </a:lnTo>
                <a:close/>
                <a:moveTo>
                  <a:pt x="4450" y="2186"/>
                </a:moveTo>
                <a:lnTo>
                  <a:pt x="4450" y="2492"/>
                </a:lnTo>
                <a:lnTo>
                  <a:pt x="4254" y="2492"/>
                </a:lnTo>
                <a:lnTo>
                  <a:pt x="4254" y="2186"/>
                </a:lnTo>
                <a:lnTo>
                  <a:pt x="4450" y="2186"/>
                </a:lnTo>
                <a:close/>
                <a:moveTo>
                  <a:pt x="4450" y="1700"/>
                </a:moveTo>
                <a:lnTo>
                  <a:pt x="4450" y="1990"/>
                </a:lnTo>
                <a:lnTo>
                  <a:pt x="4254" y="1990"/>
                </a:lnTo>
                <a:lnTo>
                  <a:pt x="4254" y="1700"/>
                </a:lnTo>
                <a:lnTo>
                  <a:pt x="4450" y="1700"/>
                </a:lnTo>
                <a:close/>
                <a:moveTo>
                  <a:pt x="2461" y="4562"/>
                </a:moveTo>
                <a:lnTo>
                  <a:pt x="2275" y="4562"/>
                </a:lnTo>
                <a:lnTo>
                  <a:pt x="2275" y="4285"/>
                </a:lnTo>
                <a:lnTo>
                  <a:pt x="2461" y="4285"/>
                </a:lnTo>
                <a:lnTo>
                  <a:pt x="2461" y="4562"/>
                </a:lnTo>
                <a:close/>
                <a:moveTo>
                  <a:pt x="2743" y="4562"/>
                </a:moveTo>
                <a:lnTo>
                  <a:pt x="2559" y="4562"/>
                </a:lnTo>
                <a:lnTo>
                  <a:pt x="2559" y="4285"/>
                </a:lnTo>
                <a:lnTo>
                  <a:pt x="2743" y="4285"/>
                </a:lnTo>
                <a:lnTo>
                  <a:pt x="2743" y="4562"/>
                </a:lnTo>
                <a:close/>
                <a:moveTo>
                  <a:pt x="2166" y="3692"/>
                </a:moveTo>
                <a:lnTo>
                  <a:pt x="1970" y="3692"/>
                </a:lnTo>
                <a:lnTo>
                  <a:pt x="1970" y="3986"/>
                </a:lnTo>
                <a:lnTo>
                  <a:pt x="2166" y="3986"/>
                </a:lnTo>
                <a:lnTo>
                  <a:pt x="2166" y="3692"/>
                </a:lnTo>
                <a:close/>
                <a:moveTo>
                  <a:pt x="2166" y="3191"/>
                </a:moveTo>
                <a:lnTo>
                  <a:pt x="1970" y="3191"/>
                </a:lnTo>
                <a:lnTo>
                  <a:pt x="1970" y="3495"/>
                </a:lnTo>
                <a:lnTo>
                  <a:pt x="2166" y="3495"/>
                </a:lnTo>
                <a:lnTo>
                  <a:pt x="2166" y="3191"/>
                </a:lnTo>
                <a:close/>
                <a:moveTo>
                  <a:pt x="2166" y="2689"/>
                </a:moveTo>
                <a:lnTo>
                  <a:pt x="1970" y="2689"/>
                </a:lnTo>
                <a:lnTo>
                  <a:pt x="1970" y="2994"/>
                </a:lnTo>
                <a:lnTo>
                  <a:pt x="2166" y="2994"/>
                </a:lnTo>
                <a:lnTo>
                  <a:pt x="2166" y="2689"/>
                </a:lnTo>
                <a:close/>
                <a:moveTo>
                  <a:pt x="2166" y="2186"/>
                </a:moveTo>
                <a:lnTo>
                  <a:pt x="1970" y="2186"/>
                </a:lnTo>
                <a:lnTo>
                  <a:pt x="1970" y="2492"/>
                </a:lnTo>
                <a:lnTo>
                  <a:pt x="2166" y="2492"/>
                </a:lnTo>
                <a:lnTo>
                  <a:pt x="2166" y="2186"/>
                </a:lnTo>
                <a:close/>
                <a:moveTo>
                  <a:pt x="2166" y="1685"/>
                </a:moveTo>
                <a:lnTo>
                  <a:pt x="1970" y="1685"/>
                </a:lnTo>
                <a:lnTo>
                  <a:pt x="1970" y="1990"/>
                </a:lnTo>
                <a:lnTo>
                  <a:pt x="2166" y="1990"/>
                </a:lnTo>
                <a:lnTo>
                  <a:pt x="2166" y="1685"/>
                </a:lnTo>
                <a:close/>
                <a:moveTo>
                  <a:pt x="2166" y="1180"/>
                </a:moveTo>
                <a:lnTo>
                  <a:pt x="1970" y="1180"/>
                </a:lnTo>
                <a:lnTo>
                  <a:pt x="1970" y="1489"/>
                </a:lnTo>
                <a:lnTo>
                  <a:pt x="2166" y="1489"/>
                </a:lnTo>
                <a:lnTo>
                  <a:pt x="2166" y="1180"/>
                </a:lnTo>
                <a:close/>
                <a:moveTo>
                  <a:pt x="2608" y="3692"/>
                </a:moveTo>
                <a:lnTo>
                  <a:pt x="2412" y="3692"/>
                </a:lnTo>
                <a:lnTo>
                  <a:pt x="2412" y="3986"/>
                </a:lnTo>
                <a:lnTo>
                  <a:pt x="2608" y="3986"/>
                </a:lnTo>
                <a:lnTo>
                  <a:pt x="2608" y="3692"/>
                </a:lnTo>
                <a:close/>
                <a:moveTo>
                  <a:pt x="2608" y="3191"/>
                </a:moveTo>
                <a:lnTo>
                  <a:pt x="2412" y="3191"/>
                </a:lnTo>
                <a:lnTo>
                  <a:pt x="2412" y="3495"/>
                </a:lnTo>
                <a:lnTo>
                  <a:pt x="2608" y="3495"/>
                </a:lnTo>
                <a:lnTo>
                  <a:pt x="2608" y="3191"/>
                </a:lnTo>
                <a:close/>
                <a:moveTo>
                  <a:pt x="2608" y="2689"/>
                </a:moveTo>
                <a:lnTo>
                  <a:pt x="2412" y="2689"/>
                </a:lnTo>
                <a:lnTo>
                  <a:pt x="2412" y="2994"/>
                </a:lnTo>
                <a:lnTo>
                  <a:pt x="2608" y="2994"/>
                </a:lnTo>
                <a:lnTo>
                  <a:pt x="2608" y="2689"/>
                </a:lnTo>
                <a:close/>
                <a:moveTo>
                  <a:pt x="2608" y="2186"/>
                </a:moveTo>
                <a:lnTo>
                  <a:pt x="2412" y="2186"/>
                </a:lnTo>
                <a:lnTo>
                  <a:pt x="2412" y="2492"/>
                </a:lnTo>
                <a:lnTo>
                  <a:pt x="2608" y="2492"/>
                </a:lnTo>
                <a:lnTo>
                  <a:pt x="2608" y="2186"/>
                </a:lnTo>
                <a:close/>
                <a:moveTo>
                  <a:pt x="2608" y="1685"/>
                </a:moveTo>
                <a:lnTo>
                  <a:pt x="2412" y="1685"/>
                </a:lnTo>
                <a:lnTo>
                  <a:pt x="2412" y="1990"/>
                </a:lnTo>
                <a:lnTo>
                  <a:pt x="2608" y="1990"/>
                </a:lnTo>
                <a:lnTo>
                  <a:pt x="2608" y="1685"/>
                </a:lnTo>
                <a:close/>
                <a:moveTo>
                  <a:pt x="2608" y="1180"/>
                </a:moveTo>
                <a:lnTo>
                  <a:pt x="2412" y="1180"/>
                </a:lnTo>
                <a:lnTo>
                  <a:pt x="2412" y="1489"/>
                </a:lnTo>
                <a:lnTo>
                  <a:pt x="2608" y="1489"/>
                </a:lnTo>
                <a:lnTo>
                  <a:pt x="2608" y="1180"/>
                </a:lnTo>
                <a:close/>
                <a:moveTo>
                  <a:pt x="3050" y="3692"/>
                </a:moveTo>
                <a:lnTo>
                  <a:pt x="2854" y="3692"/>
                </a:lnTo>
                <a:lnTo>
                  <a:pt x="2854" y="3986"/>
                </a:lnTo>
                <a:lnTo>
                  <a:pt x="3050" y="3986"/>
                </a:lnTo>
                <a:lnTo>
                  <a:pt x="3050" y="3692"/>
                </a:lnTo>
                <a:close/>
                <a:moveTo>
                  <a:pt x="3050" y="3191"/>
                </a:moveTo>
                <a:lnTo>
                  <a:pt x="2854" y="3191"/>
                </a:lnTo>
                <a:lnTo>
                  <a:pt x="2854" y="3495"/>
                </a:lnTo>
                <a:lnTo>
                  <a:pt x="3050" y="3495"/>
                </a:lnTo>
                <a:lnTo>
                  <a:pt x="3050" y="3191"/>
                </a:lnTo>
                <a:close/>
                <a:moveTo>
                  <a:pt x="3050" y="2689"/>
                </a:moveTo>
                <a:lnTo>
                  <a:pt x="2854" y="2689"/>
                </a:lnTo>
                <a:lnTo>
                  <a:pt x="2854" y="2994"/>
                </a:lnTo>
                <a:lnTo>
                  <a:pt x="3050" y="2994"/>
                </a:lnTo>
                <a:lnTo>
                  <a:pt x="3050" y="2689"/>
                </a:lnTo>
                <a:close/>
                <a:moveTo>
                  <a:pt x="3050" y="2186"/>
                </a:moveTo>
                <a:lnTo>
                  <a:pt x="2854" y="2186"/>
                </a:lnTo>
                <a:lnTo>
                  <a:pt x="2854" y="2492"/>
                </a:lnTo>
                <a:lnTo>
                  <a:pt x="3050" y="2492"/>
                </a:lnTo>
                <a:lnTo>
                  <a:pt x="3050" y="2186"/>
                </a:lnTo>
                <a:close/>
                <a:moveTo>
                  <a:pt x="3050" y="1685"/>
                </a:moveTo>
                <a:lnTo>
                  <a:pt x="2854" y="1685"/>
                </a:lnTo>
                <a:lnTo>
                  <a:pt x="2854" y="1990"/>
                </a:lnTo>
                <a:lnTo>
                  <a:pt x="3050" y="1990"/>
                </a:lnTo>
                <a:lnTo>
                  <a:pt x="3050" y="1685"/>
                </a:lnTo>
                <a:close/>
                <a:moveTo>
                  <a:pt x="3050" y="1180"/>
                </a:moveTo>
                <a:lnTo>
                  <a:pt x="2854" y="1180"/>
                </a:lnTo>
                <a:lnTo>
                  <a:pt x="2854" y="1489"/>
                </a:lnTo>
                <a:lnTo>
                  <a:pt x="3050" y="1489"/>
                </a:lnTo>
                <a:lnTo>
                  <a:pt x="3050" y="1180"/>
                </a:lnTo>
                <a:close/>
                <a:moveTo>
                  <a:pt x="2995" y="296"/>
                </a:moveTo>
                <a:lnTo>
                  <a:pt x="2510" y="136"/>
                </a:lnTo>
                <a:lnTo>
                  <a:pt x="2510" y="502"/>
                </a:lnTo>
                <a:lnTo>
                  <a:pt x="2995" y="296"/>
                </a:lnTo>
                <a:close/>
                <a:moveTo>
                  <a:pt x="3210" y="741"/>
                </a:moveTo>
                <a:lnTo>
                  <a:pt x="3210" y="343"/>
                </a:lnTo>
                <a:lnTo>
                  <a:pt x="3652" y="489"/>
                </a:lnTo>
                <a:lnTo>
                  <a:pt x="3308" y="635"/>
                </a:lnTo>
                <a:lnTo>
                  <a:pt x="3308" y="741"/>
                </a:lnTo>
                <a:lnTo>
                  <a:pt x="3586" y="741"/>
                </a:lnTo>
                <a:lnTo>
                  <a:pt x="3586" y="4562"/>
                </a:lnTo>
                <a:lnTo>
                  <a:pt x="2842" y="4562"/>
                </a:lnTo>
                <a:lnTo>
                  <a:pt x="2842" y="4187"/>
                </a:lnTo>
                <a:lnTo>
                  <a:pt x="2177" y="4187"/>
                </a:lnTo>
                <a:lnTo>
                  <a:pt x="2177" y="4562"/>
                </a:lnTo>
                <a:lnTo>
                  <a:pt x="1433" y="4562"/>
                </a:lnTo>
                <a:lnTo>
                  <a:pt x="1433" y="741"/>
                </a:lnTo>
                <a:lnTo>
                  <a:pt x="1706" y="741"/>
                </a:lnTo>
                <a:lnTo>
                  <a:pt x="1706" y="343"/>
                </a:lnTo>
                <a:lnTo>
                  <a:pt x="2148" y="489"/>
                </a:lnTo>
                <a:lnTo>
                  <a:pt x="1804" y="635"/>
                </a:lnTo>
                <a:lnTo>
                  <a:pt x="1804" y="741"/>
                </a:lnTo>
                <a:lnTo>
                  <a:pt x="2412" y="741"/>
                </a:lnTo>
                <a:lnTo>
                  <a:pt x="2412" y="0"/>
                </a:lnTo>
                <a:lnTo>
                  <a:pt x="3274" y="285"/>
                </a:lnTo>
                <a:lnTo>
                  <a:pt x="2510" y="609"/>
                </a:lnTo>
                <a:lnTo>
                  <a:pt x="2510" y="741"/>
                </a:lnTo>
                <a:lnTo>
                  <a:pt x="3210" y="741"/>
                </a:lnTo>
                <a:close/>
                <a:moveTo>
                  <a:pt x="5020" y="4763"/>
                </a:moveTo>
                <a:lnTo>
                  <a:pt x="0" y="4763"/>
                </a:lnTo>
                <a:lnTo>
                  <a:pt x="0" y="4665"/>
                </a:lnTo>
                <a:lnTo>
                  <a:pt x="5020" y="4665"/>
                </a:lnTo>
                <a:lnTo>
                  <a:pt x="5020" y="4763"/>
                </a:lnTo>
                <a:close/>
                <a:moveTo>
                  <a:pt x="4084" y="1318"/>
                </a:moveTo>
                <a:lnTo>
                  <a:pt x="4084" y="854"/>
                </a:lnTo>
                <a:lnTo>
                  <a:pt x="4526" y="1000"/>
                </a:lnTo>
                <a:lnTo>
                  <a:pt x="4183" y="1146"/>
                </a:lnTo>
                <a:lnTo>
                  <a:pt x="4183" y="1318"/>
                </a:lnTo>
                <a:lnTo>
                  <a:pt x="4745" y="1318"/>
                </a:lnTo>
                <a:lnTo>
                  <a:pt x="4745" y="3671"/>
                </a:lnTo>
                <a:lnTo>
                  <a:pt x="4902" y="3907"/>
                </a:lnTo>
                <a:lnTo>
                  <a:pt x="4902" y="4562"/>
                </a:lnTo>
                <a:lnTo>
                  <a:pt x="4804" y="4562"/>
                </a:lnTo>
                <a:lnTo>
                  <a:pt x="4804" y="3936"/>
                </a:lnTo>
                <a:lnTo>
                  <a:pt x="4647" y="3701"/>
                </a:lnTo>
                <a:lnTo>
                  <a:pt x="4647" y="1416"/>
                </a:lnTo>
                <a:lnTo>
                  <a:pt x="3782" y="1416"/>
                </a:lnTo>
                <a:lnTo>
                  <a:pt x="3782" y="1318"/>
                </a:lnTo>
                <a:lnTo>
                  <a:pt x="4084" y="1318"/>
                </a:lnTo>
                <a:close/>
                <a:moveTo>
                  <a:pt x="840" y="1318"/>
                </a:moveTo>
                <a:lnTo>
                  <a:pt x="840" y="851"/>
                </a:lnTo>
                <a:lnTo>
                  <a:pt x="1282" y="997"/>
                </a:lnTo>
                <a:lnTo>
                  <a:pt x="938" y="1143"/>
                </a:lnTo>
                <a:lnTo>
                  <a:pt x="938" y="1318"/>
                </a:lnTo>
                <a:lnTo>
                  <a:pt x="1237" y="1318"/>
                </a:lnTo>
                <a:lnTo>
                  <a:pt x="1237" y="1416"/>
                </a:lnTo>
                <a:lnTo>
                  <a:pt x="373" y="1416"/>
                </a:lnTo>
                <a:lnTo>
                  <a:pt x="373" y="3701"/>
                </a:lnTo>
                <a:lnTo>
                  <a:pt x="216" y="3936"/>
                </a:lnTo>
                <a:lnTo>
                  <a:pt x="216" y="4562"/>
                </a:lnTo>
                <a:lnTo>
                  <a:pt x="118" y="4562"/>
                </a:lnTo>
                <a:lnTo>
                  <a:pt x="118" y="3907"/>
                </a:lnTo>
                <a:lnTo>
                  <a:pt x="275" y="3671"/>
                </a:lnTo>
                <a:lnTo>
                  <a:pt x="275" y="1318"/>
                </a:lnTo>
                <a:lnTo>
                  <a:pt x="840" y="1318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  <p:cxnSp>
        <p:nvCxnSpPr>
          <p:cNvPr id="282" name="Conector de Seta Reta 3"/>
          <p:cNvCxnSpPr/>
          <p:nvPr/>
        </p:nvCxnSpPr>
        <p:spPr>
          <a:xfrm>
            <a:off x="8001000" y="1772640"/>
            <a:ext cx="1895760" cy="49572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cxnSp>
        <p:nvCxnSpPr>
          <p:cNvPr id="283" name="Conector de Seta Reta 16"/>
          <p:cNvCxnSpPr/>
          <p:nvPr/>
        </p:nvCxnSpPr>
        <p:spPr>
          <a:xfrm flipV="1">
            <a:off x="8001000" y="2887920"/>
            <a:ext cx="1895760" cy="53856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284" name="CaixaDeTexto 17"/>
          <p:cNvSpPr/>
          <p:nvPr/>
        </p:nvSpPr>
        <p:spPr>
          <a:xfrm>
            <a:off x="8183160" y="1225080"/>
            <a:ext cx="281268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R$ 100 (8$ DAS - IVA embutido)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Crédito IVA: 0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Custo: R$ 100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CaixaDeTexto 18"/>
          <p:cNvSpPr/>
          <p:nvPr/>
        </p:nvSpPr>
        <p:spPr>
          <a:xfrm>
            <a:off x="7967520" y="3501000"/>
            <a:ext cx="331308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R$ 92 + R$ 25 IVA (Por fora) = R$ 117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Crédito IVA: 25$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Custo: R$ 92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Google Shape;854;p14"/>
          <p:cNvSpPr/>
          <p:nvPr/>
        </p:nvSpPr>
        <p:spPr>
          <a:xfrm>
            <a:off x="6694200" y="4687200"/>
            <a:ext cx="774360" cy="680760"/>
          </a:xfrm>
          <a:custGeom>
            <a:avLst/>
            <a:gdLst>
              <a:gd name="textAreaLeft" fmla="*/ 0 w 774360"/>
              <a:gd name="textAreaRight" fmla="*/ 774720 w 774360"/>
              <a:gd name="textAreaTop" fmla="*/ 0 h 680760"/>
              <a:gd name="textAreaBottom" fmla="*/ 681120 h 680760"/>
            </a:gdLst>
            <a:ahLst/>
            <a:cxnLst/>
            <a:rect l="textAreaLeft" t="textAreaTop" r="textAreaRight" b="textAreaBottom"/>
            <a:pathLst>
              <a:path w="5424" h="4763">
                <a:moveTo>
                  <a:pt x="0" y="1793"/>
                </a:moveTo>
                <a:lnTo>
                  <a:pt x="2719" y="0"/>
                </a:lnTo>
                <a:lnTo>
                  <a:pt x="5424" y="1783"/>
                </a:lnTo>
                <a:lnTo>
                  <a:pt x="5424" y="2062"/>
                </a:lnTo>
                <a:lnTo>
                  <a:pt x="5056" y="1819"/>
                </a:lnTo>
                <a:lnTo>
                  <a:pt x="5056" y="4763"/>
                </a:lnTo>
                <a:lnTo>
                  <a:pt x="4823" y="4763"/>
                </a:lnTo>
                <a:lnTo>
                  <a:pt x="4823" y="1665"/>
                </a:lnTo>
                <a:lnTo>
                  <a:pt x="2719" y="279"/>
                </a:lnTo>
                <a:lnTo>
                  <a:pt x="616" y="1665"/>
                </a:lnTo>
                <a:lnTo>
                  <a:pt x="616" y="4763"/>
                </a:lnTo>
                <a:lnTo>
                  <a:pt x="383" y="4763"/>
                </a:lnTo>
                <a:lnTo>
                  <a:pt x="383" y="1819"/>
                </a:lnTo>
                <a:lnTo>
                  <a:pt x="0" y="2072"/>
                </a:lnTo>
                <a:lnTo>
                  <a:pt x="0" y="1793"/>
                </a:lnTo>
                <a:close/>
                <a:moveTo>
                  <a:pt x="4063" y="2186"/>
                </a:moveTo>
                <a:lnTo>
                  <a:pt x="3763" y="1644"/>
                </a:lnTo>
                <a:lnTo>
                  <a:pt x="3643" y="2065"/>
                </a:lnTo>
                <a:lnTo>
                  <a:pt x="4063" y="2186"/>
                </a:lnTo>
                <a:close/>
                <a:moveTo>
                  <a:pt x="2283" y="1174"/>
                </a:moveTo>
                <a:lnTo>
                  <a:pt x="1480" y="3977"/>
                </a:lnTo>
                <a:lnTo>
                  <a:pt x="3430" y="4536"/>
                </a:lnTo>
                <a:lnTo>
                  <a:pt x="4005" y="2532"/>
                </a:lnTo>
                <a:lnTo>
                  <a:pt x="4117" y="2564"/>
                </a:lnTo>
                <a:lnTo>
                  <a:pt x="3509" y="4680"/>
                </a:lnTo>
                <a:lnTo>
                  <a:pt x="1336" y="4057"/>
                </a:lnTo>
                <a:lnTo>
                  <a:pt x="2203" y="1030"/>
                </a:lnTo>
                <a:lnTo>
                  <a:pt x="3813" y="1492"/>
                </a:lnTo>
                <a:lnTo>
                  <a:pt x="4216" y="2221"/>
                </a:lnTo>
                <a:lnTo>
                  <a:pt x="4181" y="2340"/>
                </a:lnTo>
                <a:lnTo>
                  <a:pt x="3499" y="2145"/>
                </a:lnTo>
                <a:lnTo>
                  <a:pt x="3665" y="1570"/>
                </a:lnTo>
                <a:lnTo>
                  <a:pt x="2283" y="1174"/>
                </a:lnTo>
                <a:close/>
                <a:moveTo>
                  <a:pt x="2361" y="2522"/>
                </a:moveTo>
                <a:lnTo>
                  <a:pt x="2228" y="2985"/>
                </a:lnTo>
                <a:lnTo>
                  <a:pt x="2112" y="2953"/>
                </a:lnTo>
                <a:lnTo>
                  <a:pt x="2246" y="2488"/>
                </a:lnTo>
                <a:lnTo>
                  <a:pt x="2080" y="2440"/>
                </a:lnTo>
                <a:lnTo>
                  <a:pt x="2112" y="2327"/>
                </a:lnTo>
                <a:lnTo>
                  <a:pt x="2560" y="2455"/>
                </a:lnTo>
                <a:lnTo>
                  <a:pt x="2526" y="2568"/>
                </a:lnTo>
                <a:lnTo>
                  <a:pt x="2361" y="2522"/>
                </a:lnTo>
                <a:close/>
                <a:moveTo>
                  <a:pt x="2997" y="3206"/>
                </a:moveTo>
                <a:lnTo>
                  <a:pt x="2870" y="3170"/>
                </a:lnTo>
                <a:lnTo>
                  <a:pt x="2861" y="3028"/>
                </a:lnTo>
                <a:lnTo>
                  <a:pt x="2649" y="2967"/>
                </a:lnTo>
                <a:lnTo>
                  <a:pt x="2567" y="3082"/>
                </a:lnTo>
                <a:lnTo>
                  <a:pt x="2443" y="3047"/>
                </a:lnTo>
                <a:lnTo>
                  <a:pt x="2831" y="2532"/>
                </a:lnTo>
                <a:lnTo>
                  <a:pt x="2943" y="2564"/>
                </a:lnTo>
                <a:lnTo>
                  <a:pt x="2997" y="3206"/>
                </a:lnTo>
                <a:close/>
                <a:moveTo>
                  <a:pt x="2852" y="2906"/>
                </a:moveTo>
                <a:lnTo>
                  <a:pt x="2841" y="2699"/>
                </a:lnTo>
                <a:lnTo>
                  <a:pt x="2720" y="2868"/>
                </a:lnTo>
                <a:lnTo>
                  <a:pt x="2852" y="2906"/>
                </a:lnTo>
                <a:close/>
                <a:moveTo>
                  <a:pt x="3576" y="3372"/>
                </a:moveTo>
                <a:lnTo>
                  <a:pt x="3439" y="3332"/>
                </a:lnTo>
                <a:lnTo>
                  <a:pt x="3379" y="3105"/>
                </a:lnTo>
                <a:lnTo>
                  <a:pt x="3209" y="3267"/>
                </a:lnTo>
                <a:lnTo>
                  <a:pt x="3071" y="3228"/>
                </a:lnTo>
                <a:lnTo>
                  <a:pt x="3339" y="2985"/>
                </a:lnTo>
                <a:lnTo>
                  <a:pt x="3245" y="2651"/>
                </a:lnTo>
                <a:lnTo>
                  <a:pt x="3382" y="2691"/>
                </a:lnTo>
                <a:lnTo>
                  <a:pt x="3437" y="2903"/>
                </a:lnTo>
                <a:lnTo>
                  <a:pt x="3596" y="2752"/>
                </a:lnTo>
                <a:lnTo>
                  <a:pt x="3734" y="2791"/>
                </a:lnTo>
                <a:lnTo>
                  <a:pt x="3477" y="3024"/>
                </a:lnTo>
                <a:lnTo>
                  <a:pt x="3576" y="33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7" name="CaixaDeTexto 20"/>
          <p:cNvSpPr/>
          <p:nvPr/>
        </p:nvSpPr>
        <p:spPr>
          <a:xfrm>
            <a:off x="7653240" y="4519800"/>
            <a:ext cx="448596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Contribuintes do Simples Nacional (art. 47, § 9º):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Fica vedado o direito ao crédito (empresa do SN);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Fica permitido apropriar crédito do simples, no montante pago nesse regime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Opção ao regime regular (art. 41, § 3º)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" dur="indefinite" restart="never" nodeType="tmRoot">
          <p:childTnLst>
            <p:seq>
              <p:cTn id="30" dur="indefinite" nodeType="mainSeq">
                <p:childTnLst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1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5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9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3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4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Exemplos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0" name="Conector reto 9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cxnSp>
        <p:nvCxnSpPr>
          <p:cNvPr id="291" name="Google Shape;406;p42"/>
          <p:cNvCxnSpPr/>
          <p:nvPr/>
        </p:nvCxnSpPr>
        <p:spPr>
          <a:xfrm>
            <a:off x="6189480" y="1131840"/>
            <a:ext cx="360" cy="4320360"/>
          </a:xfrm>
          <a:prstGeom prst="straightConnector1">
            <a:avLst/>
          </a:prstGeom>
          <a:ln w="9525">
            <a:solidFill>
              <a:srgbClr val="1a341b"/>
            </a:solidFill>
            <a:prstDash val="lgDashDotDot"/>
            <a:round/>
          </a:ln>
        </p:spPr>
      </p:cxnSp>
      <p:sp>
        <p:nvSpPr>
          <p:cNvPr id="292" name="Freeform 48"/>
          <p:cNvSpPr/>
          <p:nvPr/>
        </p:nvSpPr>
        <p:spPr>
          <a:xfrm>
            <a:off x="802440" y="1272960"/>
            <a:ext cx="690480" cy="683280"/>
          </a:xfrm>
          <a:custGeom>
            <a:avLst/>
            <a:gdLst>
              <a:gd name="textAreaLeft" fmla="*/ 0 w 690480"/>
              <a:gd name="textAreaRight" fmla="*/ 690840 w 690480"/>
              <a:gd name="textAreaTop" fmla="*/ 0 h 683280"/>
              <a:gd name="textAreaBottom" fmla="*/ 683640 h 683280"/>
              <a:gd name="GluePoint1X" fmla="*/ 2147483647 w 4810"/>
              <a:gd name="GluePoint1Y" fmla="*/ 2147483647 h 4763"/>
              <a:gd name="GluePoint2X" fmla="*/ 2147483647 w 4810"/>
              <a:gd name="GluePoint2Y" fmla="*/ 2147483647 h 4763"/>
              <a:gd name="GluePoint3X" fmla="*/ 2147483647 w 4810"/>
              <a:gd name="GluePoint3Y" fmla="*/ 2147483647 h 4763"/>
              <a:gd name="GluePoint4X" fmla="*/ 2147483647 w 4810"/>
              <a:gd name="GluePoint4Y" fmla="*/ 2147483647 h 4763"/>
              <a:gd name="GluePoint5X" fmla="*/ 2147483647 w 4810"/>
              <a:gd name="GluePoint5Y" fmla="*/ 2147483647 h 4763"/>
              <a:gd name="GluePoint6X" fmla="*/ 2147483647 w 4810"/>
              <a:gd name="GluePoint6Y" fmla="*/ 2147483647 h 4763"/>
              <a:gd name="GluePoint7X" fmla="*/ 2147483647 w 4810"/>
              <a:gd name="GluePoint7Y" fmla="*/ 2147483647 h 4763"/>
              <a:gd name="GluePoint8X" fmla="*/ 2147483647 w 4810"/>
              <a:gd name="GluePoint8Y" fmla="*/ 2147483647 h 4763"/>
              <a:gd name="GluePoint9X" fmla="*/ 2147483647 w 4810"/>
              <a:gd name="GluePoint9Y" fmla="*/ 2147483647 h 4763"/>
              <a:gd name="GluePoint10X" fmla="*/ 2147483647 w 4810"/>
              <a:gd name="GluePoint10Y" fmla="*/ 2147483647 h 4763"/>
              <a:gd name="GluePoint11X" fmla="*/ 2147483647 w 4810"/>
              <a:gd name="GluePoint11Y" fmla="*/ 2147483647 h 4763"/>
              <a:gd name="GluePoint12X" fmla="*/ 2147483647 w 4810"/>
              <a:gd name="GluePoint12Y" fmla="*/ 2147483647 h 4763"/>
              <a:gd name="GluePoint13X" fmla="*/ 2147483647 w 4810"/>
              <a:gd name="GluePoint13Y" fmla="*/ 2147483647 h 4763"/>
              <a:gd name="GluePoint14X" fmla="*/ 2147483647 w 4810"/>
              <a:gd name="GluePoint14Y" fmla="*/ 2147483647 h 4763"/>
              <a:gd name="GluePoint15X" fmla="*/ 2147483647 w 4810"/>
              <a:gd name="GluePoint15Y" fmla="*/ 2147483647 h 4763"/>
              <a:gd name="GluePoint16X" fmla="*/ 2147483647 w 4810"/>
              <a:gd name="GluePoint16Y" fmla="*/ 2147483647 h 4763"/>
              <a:gd name="GluePoint17X" fmla="*/ 2147483647 w 4810"/>
              <a:gd name="GluePoint17Y" fmla="*/ 2147483647 h 4763"/>
              <a:gd name="GluePoint18X" fmla="*/ 2147483647 w 4810"/>
              <a:gd name="GluePoint18Y" fmla="*/ 2147483647 h 4763"/>
              <a:gd name="GluePoint19X" fmla="*/ 2147483647 w 4810"/>
              <a:gd name="GluePoint19Y" fmla="*/ 2147483647 h 4763"/>
              <a:gd name="GluePoint20X" fmla="*/ 2147483647 w 4810"/>
              <a:gd name="GluePoint20Y" fmla="*/ 2147483647 h 4763"/>
              <a:gd name="GluePoint21X" fmla="*/ 2147483647 w 4810"/>
              <a:gd name="GluePoint21Y" fmla="*/ 2147483647 h 4763"/>
              <a:gd name="GluePoint22X" fmla="*/ 2147483647 w 4810"/>
              <a:gd name="GluePoint22Y" fmla="*/ 2147483647 h 4763"/>
              <a:gd name="GluePoint23X" fmla="*/ 2147483647 w 4810"/>
              <a:gd name="GluePoint23Y" fmla="*/ 2147483647 h 4763"/>
              <a:gd name="GluePoint24X" fmla="*/ 2147483647 w 4810"/>
              <a:gd name="GluePoint24Y" fmla="*/ 2147483647 h 4763"/>
              <a:gd name="GluePoint25X" fmla="*/ 2147483647 w 4810"/>
              <a:gd name="GluePoint25Y" fmla="*/ 2147483647 h 4763"/>
              <a:gd name="GluePoint26X" fmla="*/ 2147483647 w 4810"/>
              <a:gd name="GluePoint26Y" fmla="*/ 2147483647 h 4763"/>
              <a:gd name="GluePoint27X" fmla="*/ 2147483647 w 4810"/>
              <a:gd name="GluePoint27Y" fmla="*/ 2147483647 h 4763"/>
              <a:gd name="GluePoint28X" fmla="*/ 2147483647 w 4810"/>
              <a:gd name="GluePoint28Y" fmla="*/ 2147483647 h 4763"/>
              <a:gd name="GluePoint29X" fmla="*/ 2147483647 w 4810"/>
              <a:gd name="GluePoint29Y" fmla="*/ 2147483647 h 4763"/>
              <a:gd name="GluePoint30X" fmla="*/ 2147483647 w 4810"/>
              <a:gd name="GluePoint30Y" fmla="*/ 2147483647 h 4763"/>
              <a:gd name="GluePoint31X" fmla="*/ 2147483647 w 4810"/>
              <a:gd name="GluePoint31Y" fmla="*/ 2147483647 h 4763"/>
              <a:gd name="GluePoint32X" fmla="*/ 2147483647 w 4810"/>
              <a:gd name="GluePoint32Y" fmla="*/ 2147483647 h 4763"/>
              <a:gd name="GluePoint33X" fmla="*/ 2147483647 w 4810"/>
              <a:gd name="GluePoint33Y" fmla="*/ 2147483647 h 4763"/>
              <a:gd name="GluePoint34X" fmla="*/ 2147483647 w 4810"/>
              <a:gd name="GluePoint34Y" fmla="*/ 2147483647 h 4763"/>
              <a:gd name="GluePoint35X" fmla="*/ 2147483647 w 4810"/>
              <a:gd name="GluePoint35Y" fmla="*/ 2147483647 h 4763"/>
              <a:gd name="GluePoint36X" fmla="*/ 2147483647 w 4810"/>
              <a:gd name="GluePoint36Y" fmla="*/ 2147483647 h 4763"/>
              <a:gd name="GluePoint37X" fmla="*/ 2147483647 w 4810"/>
              <a:gd name="GluePoint37Y" fmla="*/ 2147483647 h 4763"/>
              <a:gd name="GluePoint38X" fmla="*/ 2147483647 w 4810"/>
              <a:gd name="GluePoint38Y" fmla="*/ 2147483647 h 4763"/>
              <a:gd name="GluePoint39X" fmla="*/ 2147483647 w 4810"/>
              <a:gd name="GluePoint39Y" fmla="*/ 2147483647 h 4763"/>
              <a:gd name="GluePoint40X" fmla="*/ 2147483647 w 4810"/>
              <a:gd name="GluePoint40Y" fmla="*/ 2147483647 h 4763"/>
              <a:gd name="GluePoint41X" fmla="*/ 2147483647 w 4810"/>
              <a:gd name="GluePoint41Y" fmla="*/ 2147483647 h 4763"/>
              <a:gd name="GluePoint42X" fmla="*/ 2147483647 w 4810"/>
              <a:gd name="GluePoint42Y" fmla="*/ 2147483647 h 4763"/>
              <a:gd name="GluePoint43X" fmla="*/ 2147483647 w 4810"/>
              <a:gd name="GluePoint43Y" fmla="*/ 2147483647 h 4763"/>
              <a:gd name="GluePoint44X" fmla="*/ 2147483647 w 4810"/>
              <a:gd name="GluePoint44Y" fmla="*/ 2147483647 h 4763"/>
              <a:gd name="GluePoint45X" fmla="*/ 2147483647 w 4810"/>
              <a:gd name="GluePoint45Y" fmla="*/ 2147483647 h 4763"/>
              <a:gd name="GluePoint46X" fmla="*/ 2147483647 w 4810"/>
              <a:gd name="GluePoint46Y" fmla="*/ 2147483647 h 4763"/>
              <a:gd name="GluePoint47X" fmla="*/ 2147483647 w 4810"/>
              <a:gd name="GluePoint47Y" fmla="*/ 2147483647 h 4763"/>
              <a:gd name="GluePoint48X" fmla="*/ 2147483647 w 4810"/>
              <a:gd name="GluePoint48Y" fmla="*/ 2147483647 h 4763"/>
              <a:gd name="GluePoint49X" fmla="*/ 2147483647 w 4810"/>
              <a:gd name="GluePoint49Y" fmla="*/ 2147483647 h 4763"/>
              <a:gd name="GluePoint50X" fmla="*/ 2147483647 w 4810"/>
              <a:gd name="GluePoint50Y" fmla="*/ 2147483647 h 4763"/>
              <a:gd name="GluePoint51X" fmla="*/ 2147483647 w 4810"/>
              <a:gd name="GluePoint51Y" fmla="*/ 2147483647 h 4763"/>
              <a:gd name="GluePoint52X" fmla="*/ 2147483647 w 4810"/>
              <a:gd name="GluePoint52Y" fmla="*/ 2147483647 h 4763"/>
              <a:gd name="GluePoint53X" fmla="*/ 2147483647 w 4810"/>
              <a:gd name="GluePoint53Y" fmla="*/ 2147483647 h 4763"/>
              <a:gd name="GluePoint54X" fmla="*/ 2147483647 w 4810"/>
              <a:gd name="GluePoint54Y" fmla="*/ 2147483647 h 4763"/>
              <a:gd name="GluePoint55X" fmla="*/ 2147483647 w 4810"/>
              <a:gd name="GluePoint55Y" fmla="*/ 2147483647 h 4763"/>
              <a:gd name="GluePoint56X" fmla="*/ 2147483647 w 4810"/>
              <a:gd name="GluePoint56Y" fmla="*/ 2147483647 h 4763"/>
              <a:gd name="GluePoint57X" fmla="*/ 2147483647 w 4810"/>
              <a:gd name="GluePoint57Y" fmla="*/ 2147483647 h 4763"/>
              <a:gd name="GluePoint58X" fmla="*/ 2147483647 w 4810"/>
              <a:gd name="GluePoint58Y" fmla="*/ 2147483647 h 4763"/>
              <a:gd name="GluePoint59X" fmla="*/ 2147483647 w 4810"/>
              <a:gd name="GluePoint59Y" fmla="*/ 2147483647 h 4763"/>
              <a:gd name="GluePoint60X" fmla="*/ 2147483647 w 4810"/>
              <a:gd name="GluePoint60Y" fmla="*/ 2147483647 h 4763"/>
              <a:gd name="GluePoint61X" fmla="*/ 2147483647 w 4810"/>
              <a:gd name="GluePoint61Y" fmla="*/ 2147483647 h 4763"/>
              <a:gd name="GluePoint62X" fmla="*/ 2147483647 w 4810"/>
              <a:gd name="GluePoint62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</a:cxnLst>
            <a:rect l="textAreaLeft" t="textAreaTop" r="textAreaRight" b="textAreaBottom"/>
            <a:pathLst>
              <a:path w="4810" h="4763">
                <a:moveTo>
                  <a:pt x="2527" y="1740"/>
                </a:moveTo>
                <a:lnTo>
                  <a:pt x="2527" y="2041"/>
                </a:lnTo>
                <a:lnTo>
                  <a:pt x="2333" y="2041"/>
                </a:lnTo>
                <a:lnTo>
                  <a:pt x="2333" y="1740"/>
                </a:lnTo>
                <a:lnTo>
                  <a:pt x="2527" y="1740"/>
                </a:lnTo>
                <a:close/>
                <a:moveTo>
                  <a:pt x="2527" y="2235"/>
                </a:moveTo>
                <a:lnTo>
                  <a:pt x="2527" y="2536"/>
                </a:lnTo>
                <a:lnTo>
                  <a:pt x="2333" y="2536"/>
                </a:lnTo>
                <a:lnTo>
                  <a:pt x="2333" y="2235"/>
                </a:lnTo>
                <a:lnTo>
                  <a:pt x="2527" y="2235"/>
                </a:lnTo>
                <a:close/>
                <a:moveTo>
                  <a:pt x="2527" y="2730"/>
                </a:moveTo>
                <a:lnTo>
                  <a:pt x="2527" y="3032"/>
                </a:lnTo>
                <a:lnTo>
                  <a:pt x="2333" y="3032"/>
                </a:lnTo>
                <a:lnTo>
                  <a:pt x="2333" y="2730"/>
                </a:lnTo>
                <a:lnTo>
                  <a:pt x="2527" y="2730"/>
                </a:lnTo>
                <a:close/>
                <a:moveTo>
                  <a:pt x="2527" y="3226"/>
                </a:moveTo>
                <a:lnTo>
                  <a:pt x="2527" y="3526"/>
                </a:lnTo>
                <a:lnTo>
                  <a:pt x="2333" y="3526"/>
                </a:lnTo>
                <a:lnTo>
                  <a:pt x="2333" y="3226"/>
                </a:lnTo>
                <a:lnTo>
                  <a:pt x="2527" y="3226"/>
                </a:lnTo>
                <a:close/>
                <a:moveTo>
                  <a:pt x="2527" y="3720"/>
                </a:moveTo>
                <a:lnTo>
                  <a:pt x="2527" y="4011"/>
                </a:lnTo>
                <a:lnTo>
                  <a:pt x="2333" y="4011"/>
                </a:lnTo>
                <a:lnTo>
                  <a:pt x="2333" y="3720"/>
                </a:lnTo>
                <a:lnTo>
                  <a:pt x="2527" y="3720"/>
                </a:lnTo>
                <a:close/>
                <a:moveTo>
                  <a:pt x="1655" y="3720"/>
                </a:moveTo>
                <a:lnTo>
                  <a:pt x="1655" y="4011"/>
                </a:lnTo>
                <a:lnTo>
                  <a:pt x="1461" y="4011"/>
                </a:lnTo>
                <a:lnTo>
                  <a:pt x="1461" y="3720"/>
                </a:lnTo>
                <a:lnTo>
                  <a:pt x="1655" y="3720"/>
                </a:lnTo>
                <a:close/>
                <a:moveTo>
                  <a:pt x="1655" y="3226"/>
                </a:moveTo>
                <a:lnTo>
                  <a:pt x="1655" y="3526"/>
                </a:lnTo>
                <a:lnTo>
                  <a:pt x="1461" y="3526"/>
                </a:lnTo>
                <a:lnTo>
                  <a:pt x="1461" y="3226"/>
                </a:lnTo>
                <a:lnTo>
                  <a:pt x="1655" y="3226"/>
                </a:lnTo>
                <a:close/>
                <a:moveTo>
                  <a:pt x="1655" y="2730"/>
                </a:moveTo>
                <a:lnTo>
                  <a:pt x="1655" y="3032"/>
                </a:lnTo>
                <a:lnTo>
                  <a:pt x="1461" y="3032"/>
                </a:lnTo>
                <a:lnTo>
                  <a:pt x="1461" y="2730"/>
                </a:lnTo>
                <a:lnTo>
                  <a:pt x="1655" y="2730"/>
                </a:lnTo>
                <a:close/>
                <a:moveTo>
                  <a:pt x="1655" y="2235"/>
                </a:moveTo>
                <a:lnTo>
                  <a:pt x="1655" y="2536"/>
                </a:lnTo>
                <a:lnTo>
                  <a:pt x="1461" y="2536"/>
                </a:lnTo>
                <a:lnTo>
                  <a:pt x="1461" y="2235"/>
                </a:lnTo>
                <a:lnTo>
                  <a:pt x="1655" y="2235"/>
                </a:lnTo>
                <a:close/>
                <a:moveTo>
                  <a:pt x="1655" y="1740"/>
                </a:moveTo>
                <a:lnTo>
                  <a:pt x="1655" y="2041"/>
                </a:lnTo>
                <a:lnTo>
                  <a:pt x="1461" y="2041"/>
                </a:lnTo>
                <a:lnTo>
                  <a:pt x="1461" y="1740"/>
                </a:lnTo>
                <a:lnTo>
                  <a:pt x="1655" y="1740"/>
                </a:lnTo>
                <a:close/>
                <a:moveTo>
                  <a:pt x="1655" y="1241"/>
                </a:moveTo>
                <a:lnTo>
                  <a:pt x="1655" y="1546"/>
                </a:lnTo>
                <a:lnTo>
                  <a:pt x="1461" y="1546"/>
                </a:lnTo>
                <a:lnTo>
                  <a:pt x="1461" y="1241"/>
                </a:lnTo>
                <a:lnTo>
                  <a:pt x="1655" y="1241"/>
                </a:lnTo>
                <a:close/>
                <a:moveTo>
                  <a:pt x="2091" y="3720"/>
                </a:moveTo>
                <a:lnTo>
                  <a:pt x="2091" y="4011"/>
                </a:lnTo>
                <a:lnTo>
                  <a:pt x="1897" y="4011"/>
                </a:lnTo>
                <a:lnTo>
                  <a:pt x="1897" y="3720"/>
                </a:lnTo>
                <a:lnTo>
                  <a:pt x="2091" y="3720"/>
                </a:lnTo>
                <a:close/>
                <a:moveTo>
                  <a:pt x="2091" y="3226"/>
                </a:moveTo>
                <a:lnTo>
                  <a:pt x="2091" y="3526"/>
                </a:lnTo>
                <a:lnTo>
                  <a:pt x="1897" y="3526"/>
                </a:lnTo>
                <a:lnTo>
                  <a:pt x="1897" y="3226"/>
                </a:lnTo>
                <a:lnTo>
                  <a:pt x="2091" y="3226"/>
                </a:lnTo>
                <a:close/>
                <a:moveTo>
                  <a:pt x="2091" y="2730"/>
                </a:moveTo>
                <a:lnTo>
                  <a:pt x="2091" y="3032"/>
                </a:lnTo>
                <a:lnTo>
                  <a:pt x="1897" y="3032"/>
                </a:lnTo>
                <a:lnTo>
                  <a:pt x="1897" y="2730"/>
                </a:lnTo>
                <a:lnTo>
                  <a:pt x="2091" y="2730"/>
                </a:lnTo>
                <a:close/>
                <a:moveTo>
                  <a:pt x="2091" y="2235"/>
                </a:moveTo>
                <a:lnTo>
                  <a:pt x="2091" y="2536"/>
                </a:lnTo>
                <a:lnTo>
                  <a:pt x="1897" y="2536"/>
                </a:lnTo>
                <a:lnTo>
                  <a:pt x="1897" y="2235"/>
                </a:lnTo>
                <a:lnTo>
                  <a:pt x="2091" y="2235"/>
                </a:lnTo>
                <a:close/>
                <a:moveTo>
                  <a:pt x="2091" y="1740"/>
                </a:moveTo>
                <a:lnTo>
                  <a:pt x="2091" y="2041"/>
                </a:lnTo>
                <a:lnTo>
                  <a:pt x="1897" y="2041"/>
                </a:lnTo>
                <a:lnTo>
                  <a:pt x="1897" y="1740"/>
                </a:lnTo>
                <a:lnTo>
                  <a:pt x="2091" y="1740"/>
                </a:lnTo>
                <a:close/>
                <a:moveTo>
                  <a:pt x="2091" y="1241"/>
                </a:moveTo>
                <a:lnTo>
                  <a:pt x="2091" y="1546"/>
                </a:lnTo>
                <a:lnTo>
                  <a:pt x="1897" y="1546"/>
                </a:lnTo>
                <a:lnTo>
                  <a:pt x="1897" y="1241"/>
                </a:lnTo>
                <a:lnTo>
                  <a:pt x="2091" y="1241"/>
                </a:lnTo>
                <a:close/>
                <a:moveTo>
                  <a:pt x="2043" y="4658"/>
                </a:moveTo>
                <a:lnTo>
                  <a:pt x="2224" y="4658"/>
                </a:lnTo>
                <a:lnTo>
                  <a:pt x="2224" y="4312"/>
                </a:lnTo>
                <a:lnTo>
                  <a:pt x="2043" y="4312"/>
                </a:lnTo>
                <a:lnTo>
                  <a:pt x="2043" y="4658"/>
                </a:lnTo>
                <a:close/>
                <a:moveTo>
                  <a:pt x="1763" y="4658"/>
                </a:moveTo>
                <a:lnTo>
                  <a:pt x="1946" y="4658"/>
                </a:lnTo>
                <a:lnTo>
                  <a:pt x="1946" y="4312"/>
                </a:lnTo>
                <a:lnTo>
                  <a:pt x="1763" y="4312"/>
                </a:lnTo>
                <a:lnTo>
                  <a:pt x="1763" y="4658"/>
                </a:lnTo>
                <a:close/>
                <a:moveTo>
                  <a:pt x="1666" y="4666"/>
                </a:moveTo>
                <a:lnTo>
                  <a:pt x="1666" y="4215"/>
                </a:lnTo>
                <a:lnTo>
                  <a:pt x="2321" y="4215"/>
                </a:lnTo>
                <a:lnTo>
                  <a:pt x="2321" y="4666"/>
                </a:lnTo>
                <a:lnTo>
                  <a:pt x="4810" y="4666"/>
                </a:lnTo>
                <a:lnTo>
                  <a:pt x="4810" y="4763"/>
                </a:lnTo>
                <a:lnTo>
                  <a:pt x="0" y="4763"/>
                </a:lnTo>
                <a:lnTo>
                  <a:pt x="0" y="4666"/>
                </a:lnTo>
                <a:lnTo>
                  <a:pt x="1666" y="4666"/>
                </a:lnTo>
                <a:close/>
                <a:moveTo>
                  <a:pt x="816" y="4569"/>
                </a:moveTo>
                <a:lnTo>
                  <a:pt x="816" y="807"/>
                </a:lnTo>
                <a:lnTo>
                  <a:pt x="2553" y="807"/>
                </a:lnTo>
                <a:lnTo>
                  <a:pt x="2245" y="1001"/>
                </a:lnTo>
                <a:lnTo>
                  <a:pt x="1010" y="1001"/>
                </a:lnTo>
                <a:lnTo>
                  <a:pt x="1010" y="4569"/>
                </a:lnTo>
                <a:lnTo>
                  <a:pt x="816" y="4569"/>
                </a:lnTo>
                <a:close/>
                <a:moveTo>
                  <a:pt x="3834" y="767"/>
                </a:moveTo>
                <a:lnTo>
                  <a:pt x="3834" y="767"/>
                </a:lnTo>
                <a:lnTo>
                  <a:pt x="3833" y="752"/>
                </a:lnTo>
                <a:lnTo>
                  <a:pt x="3832" y="737"/>
                </a:lnTo>
                <a:lnTo>
                  <a:pt x="3829" y="724"/>
                </a:lnTo>
                <a:lnTo>
                  <a:pt x="3826" y="709"/>
                </a:lnTo>
                <a:lnTo>
                  <a:pt x="3821" y="697"/>
                </a:lnTo>
                <a:lnTo>
                  <a:pt x="3816" y="685"/>
                </a:lnTo>
                <a:lnTo>
                  <a:pt x="3810" y="673"/>
                </a:lnTo>
                <a:lnTo>
                  <a:pt x="3803" y="662"/>
                </a:lnTo>
                <a:lnTo>
                  <a:pt x="3795" y="652"/>
                </a:lnTo>
                <a:lnTo>
                  <a:pt x="3787" y="643"/>
                </a:lnTo>
                <a:lnTo>
                  <a:pt x="3778" y="634"/>
                </a:lnTo>
                <a:lnTo>
                  <a:pt x="3769" y="626"/>
                </a:lnTo>
                <a:lnTo>
                  <a:pt x="3759" y="618"/>
                </a:lnTo>
                <a:lnTo>
                  <a:pt x="3748" y="612"/>
                </a:lnTo>
                <a:lnTo>
                  <a:pt x="3737" y="606"/>
                </a:lnTo>
                <a:lnTo>
                  <a:pt x="3726" y="600"/>
                </a:lnTo>
                <a:lnTo>
                  <a:pt x="3744" y="587"/>
                </a:lnTo>
                <a:lnTo>
                  <a:pt x="3760" y="573"/>
                </a:lnTo>
                <a:lnTo>
                  <a:pt x="3772" y="559"/>
                </a:lnTo>
                <a:lnTo>
                  <a:pt x="3784" y="541"/>
                </a:lnTo>
                <a:lnTo>
                  <a:pt x="3789" y="531"/>
                </a:lnTo>
                <a:lnTo>
                  <a:pt x="3794" y="521"/>
                </a:lnTo>
                <a:lnTo>
                  <a:pt x="3798" y="510"/>
                </a:lnTo>
                <a:lnTo>
                  <a:pt x="3801" y="499"/>
                </a:lnTo>
                <a:lnTo>
                  <a:pt x="3804" y="489"/>
                </a:lnTo>
                <a:lnTo>
                  <a:pt x="3805" y="476"/>
                </a:lnTo>
                <a:lnTo>
                  <a:pt x="3806" y="464"/>
                </a:lnTo>
                <a:lnTo>
                  <a:pt x="3808" y="451"/>
                </a:lnTo>
                <a:lnTo>
                  <a:pt x="3806" y="428"/>
                </a:lnTo>
                <a:lnTo>
                  <a:pt x="3803" y="405"/>
                </a:lnTo>
                <a:lnTo>
                  <a:pt x="3798" y="384"/>
                </a:lnTo>
                <a:lnTo>
                  <a:pt x="3789" y="365"/>
                </a:lnTo>
                <a:lnTo>
                  <a:pt x="3781" y="347"/>
                </a:lnTo>
                <a:lnTo>
                  <a:pt x="3769" y="330"/>
                </a:lnTo>
                <a:lnTo>
                  <a:pt x="3757" y="315"/>
                </a:lnTo>
                <a:lnTo>
                  <a:pt x="3741" y="302"/>
                </a:lnTo>
                <a:lnTo>
                  <a:pt x="3725" y="290"/>
                </a:lnTo>
                <a:lnTo>
                  <a:pt x="3707" y="279"/>
                </a:lnTo>
                <a:lnTo>
                  <a:pt x="3686" y="270"/>
                </a:lnTo>
                <a:lnTo>
                  <a:pt x="3664" y="263"/>
                </a:lnTo>
                <a:lnTo>
                  <a:pt x="3641" y="257"/>
                </a:lnTo>
                <a:lnTo>
                  <a:pt x="3617" y="252"/>
                </a:lnTo>
                <a:lnTo>
                  <a:pt x="3592" y="250"/>
                </a:lnTo>
                <a:lnTo>
                  <a:pt x="3565" y="250"/>
                </a:lnTo>
                <a:lnTo>
                  <a:pt x="3214" y="250"/>
                </a:lnTo>
                <a:lnTo>
                  <a:pt x="3214" y="1015"/>
                </a:lnTo>
                <a:lnTo>
                  <a:pt x="3561" y="1015"/>
                </a:lnTo>
                <a:lnTo>
                  <a:pt x="3592" y="1013"/>
                </a:lnTo>
                <a:lnTo>
                  <a:pt x="3621" y="1010"/>
                </a:lnTo>
                <a:lnTo>
                  <a:pt x="3648" y="1005"/>
                </a:lnTo>
                <a:lnTo>
                  <a:pt x="3673" y="999"/>
                </a:lnTo>
                <a:lnTo>
                  <a:pt x="3697" y="989"/>
                </a:lnTo>
                <a:lnTo>
                  <a:pt x="3719" y="978"/>
                </a:lnTo>
                <a:lnTo>
                  <a:pt x="3740" y="965"/>
                </a:lnTo>
                <a:lnTo>
                  <a:pt x="3759" y="950"/>
                </a:lnTo>
                <a:lnTo>
                  <a:pt x="3777" y="933"/>
                </a:lnTo>
                <a:lnTo>
                  <a:pt x="3792" y="915"/>
                </a:lnTo>
                <a:lnTo>
                  <a:pt x="3805" y="895"/>
                </a:lnTo>
                <a:lnTo>
                  <a:pt x="3815" y="873"/>
                </a:lnTo>
                <a:lnTo>
                  <a:pt x="3823" y="849"/>
                </a:lnTo>
                <a:lnTo>
                  <a:pt x="3829" y="823"/>
                </a:lnTo>
                <a:lnTo>
                  <a:pt x="3833" y="796"/>
                </a:lnTo>
                <a:lnTo>
                  <a:pt x="3834" y="767"/>
                </a:lnTo>
                <a:close/>
                <a:moveTo>
                  <a:pt x="4558" y="783"/>
                </a:moveTo>
                <a:lnTo>
                  <a:pt x="4558" y="783"/>
                </a:lnTo>
                <a:lnTo>
                  <a:pt x="4557" y="756"/>
                </a:lnTo>
                <a:lnTo>
                  <a:pt x="4553" y="731"/>
                </a:lnTo>
                <a:lnTo>
                  <a:pt x="4547" y="709"/>
                </a:lnTo>
                <a:lnTo>
                  <a:pt x="4543" y="698"/>
                </a:lnTo>
                <a:lnTo>
                  <a:pt x="4538" y="687"/>
                </a:lnTo>
                <a:lnTo>
                  <a:pt x="4528" y="669"/>
                </a:lnTo>
                <a:lnTo>
                  <a:pt x="4515" y="651"/>
                </a:lnTo>
                <a:lnTo>
                  <a:pt x="4502" y="635"/>
                </a:lnTo>
                <a:lnTo>
                  <a:pt x="4486" y="622"/>
                </a:lnTo>
                <a:lnTo>
                  <a:pt x="4469" y="610"/>
                </a:lnTo>
                <a:lnTo>
                  <a:pt x="4451" y="598"/>
                </a:lnTo>
                <a:lnTo>
                  <a:pt x="4431" y="588"/>
                </a:lnTo>
                <a:lnTo>
                  <a:pt x="4410" y="579"/>
                </a:lnTo>
                <a:lnTo>
                  <a:pt x="4387" y="571"/>
                </a:lnTo>
                <a:lnTo>
                  <a:pt x="4361" y="562"/>
                </a:lnTo>
                <a:lnTo>
                  <a:pt x="4334" y="554"/>
                </a:lnTo>
                <a:lnTo>
                  <a:pt x="4302" y="547"/>
                </a:lnTo>
                <a:lnTo>
                  <a:pt x="4260" y="536"/>
                </a:lnTo>
                <a:lnTo>
                  <a:pt x="4226" y="527"/>
                </a:lnTo>
                <a:lnTo>
                  <a:pt x="4200" y="518"/>
                </a:lnTo>
                <a:lnTo>
                  <a:pt x="4180" y="509"/>
                </a:lnTo>
                <a:lnTo>
                  <a:pt x="4171" y="503"/>
                </a:lnTo>
                <a:lnTo>
                  <a:pt x="4164" y="498"/>
                </a:lnTo>
                <a:lnTo>
                  <a:pt x="4159" y="492"/>
                </a:lnTo>
                <a:lnTo>
                  <a:pt x="4154" y="486"/>
                </a:lnTo>
                <a:lnTo>
                  <a:pt x="4152" y="479"/>
                </a:lnTo>
                <a:lnTo>
                  <a:pt x="4149" y="472"/>
                </a:lnTo>
                <a:lnTo>
                  <a:pt x="4148" y="463"/>
                </a:lnTo>
                <a:lnTo>
                  <a:pt x="4148" y="455"/>
                </a:lnTo>
                <a:lnTo>
                  <a:pt x="4149" y="442"/>
                </a:lnTo>
                <a:lnTo>
                  <a:pt x="4153" y="429"/>
                </a:lnTo>
                <a:lnTo>
                  <a:pt x="4157" y="423"/>
                </a:lnTo>
                <a:lnTo>
                  <a:pt x="4160" y="418"/>
                </a:lnTo>
                <a:lnTo>
                  <a:pt x="4166" y="412"/>
                </a:lnTo>
                <a:lnTo>
                  <a:pt x="4171" y="407"/>
                </a:lnTo>
                <a:lnTo>
                  <a:pt x="4178" y="404"/>
                </a:lnTo>
                <a:lnTo>
                  <a:pt x="4187" y="399"/>
                </a:lnTo>
                <a:lnTo>
                  <a:pt x="4195" y="395"/>
                </a:lnTo>
                <a:lnTo>
                  <a:pt x="4205" y="393"/>
                </a:lnTo>
                <a:lnTo>
                  <a:pt x="4216" y="389"/>
                </a:lnTo>
                <a:lnTo>
                  <a:pt x="4228" y="388"/>
                </a:lnTo>
                <a:lnTo>
                  <a:pt x="4243" y="387"/>
                </a:lnTo>
                <a:lnTo>
                  <a:pt x="4257" y="386"/>
                </a:lnTo>
                <a:lnTo>
                  <a:pt x="4271" y="387"/>
                </a:lnTo>
                <a:lnTo>
                  <a:pt x="4285" y="388"/>
                </a:lnTo>
                <a:lnTo>
                  <a:pt x="4297" y="389"/>
                </a:lnTo>
                <a:lnTo>
                  <a:pt x="4309" y="392"/>
                </a:lnTo>
                <a:lnTo>
                  <a:pt x="4332" y="399"/>
                </a:lnTo>
                <a:lnTo>
                  <a:pt x="4354" y="407"/>
                </a:lnTo>
                <a:lnTo>
                  <a:pt x="4375" y="418"/>
                </a:lnTo>
                <a:lnTo>
                  <a:pt x="4392" y="430"/>
                </a:lnTo>
                <a:lnTo>
                  <a:pt x="4410" y="445"/>
                </a:lnTo>
                <a:lnTo>
                  <a:pt x="4431" y="464"/>
                </a:lnTo>
                <a:lnTo>
                  <a:pt x="4541" y="358"/>
                </a:lnTo>
                <a:lnTo>
                  <a:pt x="4513" y="330"/>
                </a:lnTo>
                <a:lnTo>
                  <a:pt x="4500" y="319"/>
                </a:lnTo>
                <a:lnTo>
                  <a:pt x="4486" y="308"/>
                </a:lnTo>
                <a:lnTo>
                  <a:pt x="4472" y="298"/>
                </a:lnTo>
                <a:lnTo>
                  <a:pt x="4457" y="289"/>
                </a:lnTo>
                <a:lnTo>
                  <a:pt x="4440" y="280"/>
                </a:lnTo>
                <a:lnTo>
                  <a:pt x="4422" y="270"/>
                </a:lnTo>
                <a:lnTo>
                  <a:pt x="4403" y="262"/>
                </a:lnTo>
                <a:lnTo>
                  <a:pt x="4385" y="256"/>
                </a:lnTo>
                <a:lnTo>
                  <a:pt x="4365" y="250"/>
                </a:lnTo>
                <a:lnTo>
                  <a:pt x="4345" y="246"/>
                </a:lnTo>
                <a:lnTo>
                  <a:pt x="4325" y="242"/>
                </a:lnTo>
                <a:lnTo>
                  <a:pt x="4305" y="240"/>
                </a:lnTo>
                <a:lnTo>
                  <a:pt x="4284" y="238"/>
                </a:lnTo>
                <a:lnTo>
                  <a:pt x="4262" y="238"/>
                </a:lnTo>
                <a:lnTo>
                  <a:pt x="4234" y="239"/>
                </a:lnTo>
                <a:lnTo>
                  <a:pt x="4208" y="241"/>
                </a:lnTo>
                <a:lnTo>
                  <a:pt x="4181" y="246"/>
                </a:lnTo>
                <a:lnTo>
                  <a:pt x="4155" y="253"/>
                </a:lnTo>
                <a:lnTo>
                  <a:pt x="4131" y="262"/>
                </a:lnTo>
                <a:lnTo>
                  <a:pt x="4109" y="272"/>
                </a:lnTo>
                <a:lnTo>
                  <a:pt x="4089" y="284"/>
                </a:lnTo>
                <a:lnTo>
                  <a:pt x="4069" y="298"/>
                </a:lnTo>
                <a:lnTo>
                  <a:pt x="4051" y="313"/>
                </a:lnTo>
                <a:lnTo>
                  <a:pt x="4035" y="330"/>
                </a:lnTo>
                <a:lnTo>
                  <a:pt x="4022" y="348"/>
                </a:lnTo>
                <a:lnTo>
                  <a:pt x="4011" y="369"/>
                </a:lnTo>
                <a:lnTo>
                  <a:pt x="4005" y="378"/>
                </a:lnTo>
                <a:lnTo>
                  <a:pt x="4001" y="389"/>
                </a:lnTo>
                <a:lnTo>
                  <a:pt x="3998" y="401"/>
                </a:lnTo>
                <a:lnTo>
                  <a:pt x="3994" y="412"/>
                </a:lnTo>
                <a:lnTo>
                  <a:pt x="3991" y="436"/>
                </a:lnTo>
                <a:lnTo>
                  <a:pt x="3989" y="462"/>
                </a:lnTo>
                <a:lnTo>
                  <a:pt x="3991" y="489"/>
                </a:lnTo>
                <a:lnTo>
                  <a:pt x="3994" y="514"/>
                </a:lnTo>
                <a:lnTo>
                  <a:pt x="3999" y="536"/>
                </a:lnTo>
                <a:lnTo>
                  <a:pt x="4006" y="556"/>
                </a:lnTo>
                <a:lnTo>
                  <a:pt x="4016" y="575"/>
                </a:lnTo>
                <a:lnTo>
                  <a:pt x="4028" y="592"/>
                </a:lnTo>
                <a:lnTo>
                  <a:pt x="4041" y="606"/>
                </a:lnTo>
                <a:lnTo>
                  <a:pt x="4056" y="621"/>
                </a:lnTo>
                <a:lnTo>
                  <a:pt x="4073" y="633"/>
                </a:lnTo>
                <a:lnTo>
                  <a:pt x="4090" y="644"/>
                </a:lnTo>
                <a:lnTo>
                  <a:pt x="4111" y="653"/>
                </a:lnTo>
                <a:lnTo>
                  <a:pt x="4131" y="662"/>
                </a:lnTo>
                <a:lnTo>
                  <a:pt x="4154" y="669"/>
                </a:lnTo>
                <a:lnTo>
                  <a:pt x="4177" y="676"/>
                </a:lnTo>
                <a:lnTo>
                  <a:pt x="4228" y="690"/>
                </a:lnTo>
                <a:lnTo>
                  <a:pt x="4278" y="702"/>
                </a:lnTo>
                <a:lnTo>
                  <a:pt x="4315" y="713"/>
                </a:lnTo>
                <a:lnTo>
                  <a:pt x="4331" y="719"/>
                </a:lnTo>
                <a:lnTo>
                  <a:pt x="4346" y="724"/>
                </a:lnTo>
                <a:lnTo>
                  <a:pt x="4358" y="730"/>
                </a:lnTo>
                <a:lnTo>
                  <a:pt x="4368" y="736"/>
                </a:lnTo>
                <a:lnTo>
                  <a:pt x="4376" y="742"/>
                </a:lnTo>
                <a:lnTo>
                  <a:pt x="4383" y="748"/>
                </a:lnTo>
                <a:lnTo>
                  <a:pt x="4388" y="754"/>
                </a:lnTo>
                <a:lnTo>
                  <a:pt x="4393" y="761"/>
                </a:lnTo>
                <a:lnTo>
                  <a:pt x="4395" y="769"/>
                </a:lnTo>
                <a:lnTo>
                  <a:pt x="4398" y="776"/>
                </a:lnTo>
                <a:lnTo>
                  <a:pt x="4399" y="784"/>
                </a:lnTo>
                <a:lnTo>
                  <a:pt x="4399" y="794"/>
                </a:lnTo>
                <a:lnTo>
                  <a:pt x="4399" y="805"/>
                </a:lnTo>
                <a:lnTo>
                  <a:pt x="4398" y="816"/>
                </a:lnTo>
                <a:lnTo>
                  <a:pt x="4395" y="826"/>
                </a:lnTo>
                <a:lnTo>
                  <a:pt x="4392" y="833"/>
                </a:lnTo>
                <a:lnTo>
                  <a:pt x="4388" y="839"/>
                </a:lnTo>
                <a:lnTo>
                  <a:pt x="4383" y="845"/>
                </a:lnTo>
                <a:lnTo>
                  <a:pt x="4376" y="851"/>
                </a:lnTo>
                <a:lnTo>
                  <a:pt x="4369" y="856"/>
                </a:lnTo>
                <a:lnTo>
                  <a:pt x="4360" y="861"/>
                </a:lnTo>
                <a:lnTo>
                  <a:pt x="4351" y="864"/>
                </a:lnTo>
                <a:lnTo>
                  <a:pt x="4340" y="868"/>
                </a:lnTo>
                <a:lnTo>
                  <a:pt x="4329" y="872"/>
                </a:lnTo>
                <a:lnTo>
                  <a:pt x="4315" y="874"/>
                </a:lnTo>
                <a:lnTo>
                  <a:pt x="4301" y="875"/>
                </a:lnTo>
                <a:lnTo>
                  <a:pt x="4284" y="876"/>
                </a:lnTo>
                <a:lnTo>
                  <a:pt x="4266" y="876"/>
                </a:lnTo>
                <a:lnTo>
                  <a:pt x="4238" y="875"/>
                </a:lnTo>
                <a:lnTo>
                  <a:pt x="4212" y="872"/>
                </a:lnTo>
                <a:lnTo>
                  <a:pt x="4186" y="866"/>
                </a:lnTo>
                <a:lnTo>
                  <a:pt x="4160" y="856"/>
                </a:lnTo>
                <a:lnTo>
                  <a:pt x="4148" y="851"/>
                </a:lnTo>
                <a:lnTo>
                  <a:pt x="4136" y="845"/>
                </a:lnTo>
                <a:lnTo>
                  <a:pt x="4124" y="838"/>
                </a:lnTo>
                <a:lnTo>
                  <a:pt x="4113" y="829"/>
                </a:lnTo>
                <a:lnTo>
                  <a:pt x="4102" y="821"/>
                </a:lnTo>
                <a:lnTo>
                  <a:pt x="4091" y="811"/>
                </a:lnTo>
                <a:lnTo>
                  <a:pt x="4080" y="800"/>
                </a:lnTo>
                <a:lnTo>
                  <a:pt x="4071" y="789"/>
                </a:lnTo>
                <a:lnTo>
                  <a:pt x="3960" y="887"/>
                </a:lnTo>
                <a:lnTo>
                  <a:pt x="3971" y="903"/>
                </a:lnTo>
                <a:lnTo>
                  <a:pt x="3983" y="918"/>
                </a:lnTo>
                <a:lnTo>
                  <a:pt x="3998" y="932"/>
                </a:lnTo>
                <a:lnTo>
                  <a:pt x="4012" y="946"/>
                </a:lnTo>
                <a:lnTo>
                  <a:pt x="4028" y="958"/>
                </a:lnTo>
                <a:lnTo>
                  <a:pt x="4045" y="970"/>
                </a:lnTo>
                <a:lnTo>
                  <a:pt x="4063" y="980"/>
                </a:lnTo>
                <a:lnTo>
                  <a:pt x="4083" y="989"/>
                </a:lnTo>
                <a:lnTo>
                  <a:pt x="4102" y="998"/>
                </a:lnTo>
                <a:lnTo>
                  <a:pt x="4121" y="1005"/>
                </a:lnTo>
                <a:lnTo>
                  <a:pt x="4143" y="1011"/>
                </a:lnTo>
                <a:lnTo>
                  <a:pt x="4165" y="1017"/>
                </a:lnTo>
                <a:lnTo>
                  <a:pt x="4187" y="1021"/>
                </a:lnTo>
                <a:lnTo>
                  <a:pt x="4210" y="1024"/>
                </a:lnTo>
                <a:lnTo>
                  <a:pt x="4233" y="1026"/>
                </a:lnTo>
                <a:lnTo>
                  <a:pt x="4257" y="1027"/>
                </a:lnTo>
                <a:lnTo>
                  <a:pt x="4295" y="1026"/>
                </a:lnTo>
                <a:lnTo>
                  <a:pt x="4330" y="1022"/>
                </a:lnTo>
                <a:lnTo>
                  <a:pt x="4363" y="1017"/>
                </a:lnTo>
                <a:lnTo>
                  <a:pt x="4392" y="1009"/>
                </a:lnTo>
                <a:lnTo>
                  <a:pt x="4420" y="999"/>
                </a:lnTo>
                <a:lnTo>
                  <a:pt x="4444" y="988"/>
                </a:lnTo>
                <a:lnTo>
                  <a:pt x="4466" y="975"/>
                </a:lnTo>
                <a:lnTo>
                  <a:pt x="4475" y="967"/>
                </a:lnTo>
                <a:lnTo>
                  <a:pt x="4485" y="959"/>
                </a:lnTo>
                <a:lnTo>
                  <a:pt x="4502" y="942"/>
                </a:lnTo>
                <a:lnTo>
                  <a:pt x="4518" y="924"/>
                </a:lnTo>
                <a:lnTo>
                  <a:pt x="4530" y="903"/>
                </a:lnTo>
                <a:lnTo>
                  <a:pt x="4540" y="883"/>
                </a:lnTo>
                <a:lnTo>
                  <a:pt x="4547" y="859"/>
                </a:lnTo>
                <a:lnTo>
                  <a:pt x="4553" y="835"/>
                </a:lnTo>
                <a:lnTo>
                  <a:pt x="4557" y="810"/>
                </a:lnTo>
                <a:lnTo>
                  <a:pt x="4558" y="783"/>
                </a:lnTo>
                <a:close/>
                <a:moveTo>
                  <a:pt x="2154" y="1241"/>
                </a:moveTo>
                <a:lnTo>
                  <a:pt x="2954" y="790"/>
                </a:lnTo>
                <a:lnTo>
                  <a:pt x="2954" y="173"/>
                </a:lnTo>
                <a:lnTo>
                  <a:pt x="2955" y="155"/>
                </a:lnTo>
                <a:lnTo>
                  <a:pt x="2958" y="138"/>
                </a:lnTo>
                <a:lnTo>
                  <a:pt x="2961" y="121"/>
                </a:lnTo>
                <a:lnTo>
                  <a:pt x="2967" y="105"/>
                </a:lnTo>
                <a:lnTo>
                  <a:pt x="2975" y="91"/>
                </a:lnTo>
                <a:lnTo>
                  <a:pt x="2983" y="76"/>
                </a:lnTo>
                <a:lnTo>
                  <a:pt x="2994" y="63"/>
                </a:lnTo>
                <a:lnTo>
                  <a:pt x="3005" y="51"/>
                </a:lnTo>
                <a:lnTo>
                  <a:pt x="3017" y="40"/>
                </a:lnTo>
                <a:lnTo>
                  <a:pt x="3030" y="29"/>
                </a:lnTo>
                <a:lnTo>
                  <a:pt x="3045" y="21"/>
                </a:lnTo>
                <a:lnTo>
                  <a:pt x="3060" y="13"/>
                </a:lnTo>
                <a:lnTo>
                  <a:pt x="3075" y="8"/>
                </a:lnTo>
                <a:lnTo>
                  <a:pt x="3092" y="4"/>
                </a:lnTo>
                <a:lnTo>
                  <a:pt x="3109" y="1"/>
                </a:lnTo>
                <a:lnTo>
                  <a:pt x="3126" y="0"/>
                </a:lnTo>
                <a:lnTo>
                  <a:pt x="4625" y="0"/>
                </a:lnTo>
                <a:lnTo>
                  <a:pt x="4643" y="1"/>
                </a:lnTo>
                <a:lnTo>
                  <a:pt x="4660" y="4"/>
                </a:lnTo>
                <a:lnTo>
                  <a:pt x="4677" y="8"/>
                </a:lnTo>
                <a:lnTo>
                  <a:pt x="4692" y="13"/>
                </a:lnTo>
                <a:lnTo>
                  <a:pt x="4707" y="21"/>
                </a:lnTo>
                <a:lnTo>
                  <a:pt x="4722" y="29"/>
                </a:lnTo>
                <a:lnTo>
                  <a:pt x="4735" y="40"/>
                </a:lnTo>
                <a:lnTo>
                  <a:pt x="4747" y="51"/>
                </a:lnTo>
                <a:lnTo>
                  <a:pt x="4758" y="63"/>
                </a:lnTo>
                <a:lnTo>
                  <a:pt x="4768" y="76"/>
                </a:lnTo>
                <a:lnTo>
                  <a:pt x="4777" y="91"/>
                </a:lnTo>
                <a:lnTo>
                  <a:pt x="4785" y="105"/>
                </a:lnTo>
                <a:lnTo>
                  <a:pt x="4789" y="121"/>
                </a:lnTo>
                <a:lnTo>
                  <a:pt x="4794" y="138"/>
                </a:lnTo>
                <a:lnTo>
                  <a:pt x="4797" y="155"/>
                </a:lnTo>
                <a:lnTo>
                  <a:pt x="4798" y="173"/>
                </a:lnTo>
                <a:lnTo>
                  <a:pt x="4798" y="1241"/>
                </a:lnTo>
                <a:lnTo>
                  <a:pt x="3131" y="1241"/>
                </a:lnTo>
                <a:lnTo>
                  <a:pt x="3142" y="2086"/>
                </a:lnTo>
                <a:lnTo>
                  <a:pt x="3558" y="2669"/>
                </a:lnTo>
                <a:lnTo>
                  <a:pt x="3558" y="1903"/>
                </a:lnTo>
                <a:lnTo>
                  <a:pt x="3655" y="1903"/>
                </a:lnTo>
                <a:lnTo>
                  <a:pt x="3655" y="2805"/>
                </a:lnTo>
                <a:lnTo>
                  <a:pt x="3752" y="2941"/>
                </a:lnTo>
                <a:lnTo>
                  <a:pt x="3752" y="1903"/>
                </a:lnTo>
                <a:lnTo>
                  <a:pt x="3849" y="1903"/>
                </a:lnTo>
                <a:lnTo>
                  <a:pt x="3849" y="3078"/>
                </a:lnTo>
                <a:lnTo>
                  <a:pt x="3994" y="3282"/>
                </a:lnTo>
                <a:lnTo>
                  <a:pt x="3994" y="4569"/>
                </a:lnTo>
                <a:lnTo>
                  <a:pt x="3897" y="4569"/>
                </a:lnTo>
                <a:lnTo>
                  <a:pt x="3897" y="3313"/>
                </a:lnTo>
                <a:lnTo>
                  <a:pt x="3143" y="2256"/>
                </a:lnTo>
                <a:lnTo>
                  <a:pt x="3172" y="4569"/>
                </a:lnTo>
                <a:lnTo>
                  <a:pt x="3120" y="4569"/>
                </a:lnTo>
                <a:lnTo>
                  <a:pt x="3023" y="4569"/>
                </a:lnTo>
                <a:lnTo>
                  <a:pt x="2978" y="4569"/>
                </a:lnTo>
                <a:lnTo>
                  <a:pt x="2978" y="1241"/>
                </a:lnTo>
                <a:lnTo>
                  <a:pt x="2527" y="1241"/>
                </a:lnTo>
                <a:lnTo>
                  <a:pt x="2527" y="1546"/>
                </a:lnTo>
                <a:lnTo>
                  <a:pt x="2333" y="1546"/>
                </a:lnTo>
                <a:lnTo>
                  <a:pt x="2333" y="1241"/>
                </a:lnTo>
                <a:lnTo>
                  <a:pt x="2154" y="1241"/>
                </a:lnTo>
                <a:close/>
                <a:moveTo>
                  <a:pt x="3652" y="464"/>
                </a:moveTo>
                <a:lnTo>
                  <a:pt x="3652" y="464"/>
                </a:lnTo>
                <a:lnTo>
                  <a:pt x="3651" y="479"/>
                </a:lnTo>
                <a:lnTo>
                  <a:pt x="3648" y="493"/>
                </a:lnTo>
                <a:lnTo>
                  <a:pt x="3645" y="499"/>
                </a:lnTo>
                <a:lnTo>
                  <a:pt x="3641" y="506"/>
                </a:lnTo>
                <a:lnTo>
                  <a:pt x="3638" y="512"/>
                </a:lnTo>
                <a:lnTo>
                  <a:pt x="3633" y="516"/>
                </a:lnTo>
                <a:lnTo>
                  <a:pt x="3627" y="520"/>
                </a:lnTo>
                <a:lnTo>
                  <a:pt x="3621" y="524"/>
                </a:lnTo>
                <a:lnTo>
                  <a:pt x="3614" y="527"/>
                </a:lnTo>
                <a:lnTo>
                  <a:pt x="3606" y="531"/>
                </a:lnTo>
                <a:lnTo>
                  <a:pt x="3598" y="532"/>
                </a:lnTo>
                <a:lnTo>
                  <a:pt x="3588" y="535"/>
                </a:lnTo>
                <a:lnTo>
                  <a:pt x="3566" y="536"/>
                </a:lnTo>
                <a:lnTo>
                  <a:pt x="3364" y="536"/>
                </a:lnTo>
                <a:lnTo>
                  <a:pt x="3364" y="390"/>
                </a:lnTo>
                <a:lnTo>
                  <a:pt x="3558" y="390"/>
                </a:lnTo>
                <a:lnTo>
                  <a:pt x="3571" y="392"/>
                </a:lnTo>
                <a:lnTo>
                  <a:pt x="3583" y="392"/>
                </a:lnTo>
                <a:lnTo>
                  <a:pt x="3594" y="394"/>
                </a:lnTo>
                <a:lnTo>
                  <a:pt x="3604" y="396"/>
                </a:lnTo>
                <a:lnTo>
                  <a:pt x="3614" y="400"/>
                </a:lnTo>
                <a:lnTo>
                  <a:pt x="3621" y="402"/>
                </a:lnTo>
                <a:lnTo>
                  <a:pt x="3627" y="407"/>
                </a:lnTo>
                <a:lnTo>
                  <a:pt x="3633" y="411"/>
                </a:lnTo>
                <a:lnTo>
                  <a:pt x="3638" y="417"/>
                </a:lnTo>
                <a:lnTo>
                  <a:pt x="3641" y="422"/>
                </a:lnTo>
                <a:lnTo>
                  <a:pt x="3645" y="428"/>
                </a:lnTo>
                <a:lnTo>
                  <a:pt x="3648" y="434"/>
                </a:lnTo>
                <a:lnTo>
                  <a:pt x="3651" y="447"/>
                </a:lnTo>
                <a:lnTo>
                  <a:pt x="3652" y="464"/>
                </a:lnTo>
                <a:close/>
                <a:moveTo>
                  <a:pt x="3677" y="770"/>
                </a:moveTo>
                <a:lnTo>
                  <a:pt x="3677" y="770"/>
                </a:lnTo>
                <a:lnTo>
                  <a:pt x="3675" y="779"/>
                </a:lnTo>
                <a:lnTo>
                  <a:pt x="3674" y="790"/>
                </a:lnTo>
                <a:lnTo>
                  <a:pt x="3673" y="799"/>
                </a:lnTo>
                <a:lnTo>
                  <a:pt x="3671" y="809"/>
                </a:lnTo>
                <a:lnTo>
                  <a:pt x="3667" y="817"/>
                </a:lnTo>
                <a:lnTo>
                  <a:pt x="3662" y="826"/>
                </a:lnTo>
                <a:lnTo>
                  <a:pt x="3657" y="833"/>
                </a:lnTo>
                <a:lnTo>
                  <a:pt x="3651" y="840"/>
                </a:lnTo>
                <a:lnTo>
                  <a:pt x="3644" y="847"/>
                </a:lnTo>
                <a:lnTo>
                  <a:pt x="3635" y="853"/>
                </a:lnTo>
                <a:lnTo>
                  <a:pt x="3627" y="858"/>
                </a:lnTo>
                <a:lnTo>
                  <a:pt x="3617" y="862"/>
                </a:lnTo>
                <a:lnTo>
                  <a:pt x="3606" y="866"/>
                </a:lnTo>
                <a:lnTo>
                  <a:pt x="3594" y="868"/>
                </a:lnTo>
                <a:lnTo>
                  <a:pt x="3581" y="869"/>
                </a:lnTo>
                <a:lnTo>
                  <a:pt x="3566" y="869"/>
                </a:lnTo>
                <a:lnTo>
                  <a:pt x="3364" y="869"/>
                </a:lnTo>
                <a:lnTo>
                  <a:pt x="3364" y="672"/>
                </a:lnTo>
                <a:lnTo>
                  <a:pt x="3566" y="672"/>
                </a:lnTo>
                <a:lnTo>
                  <a:pt x="3581" y="672"/>
                </a:lnTo>
                <a:lnTo>
                  <a:pt x="3594" y="673"/>
                </a:lnTo>
                <a:lnTo>
                  <a:pt x="3606" y="675"/>
                </a:lnTo>
                <a:lnTo>
                  <a:pt x="3617" y="678"/>
                </a:lnTo>
                <a:lnTo>
                  <a:pt x="3627" y="681"/>
                </a:lnTo>
                <a:lnTo>
                  <a:pt x="3637" y="686"/>
                </a:lnTo>
                <a:lnTo>
                  <a:pt x="3644" y="691"/>
                </a:lnTo>
                <a:lnTo>
                  <a:pt x="3651" y="697"/>
                </a:lnTo>
                <a:lnTo>
                  <a:pt x="3656" y="703"/>
                </a:lnTo>
                <a:lnTo>
                  <a:pt x="3661" y="710"/>
                </a:lnTo>
                <a:lnTo>
                  <a:pt x="3666" y="718"/>
                </a:lnTo>
                <a:lnTo>
                  <a:pt x="3669" y="726"/>
                </a:lnTo>
                <a:lnTo>
                  <a:pt x="3672" y="736"/>
                </a:lnTo>
                <a:lnTo>
                  <a:pt x="3674" y="746"/>
                </a:lnTo>
                <a:lnTo>
                  <a:pt x="3675" y="758"/>
                </a:lnTo>
                <a:lnTo>
                  <a:pt x="3677" y="770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  <p:sp>
        <p:nvSpPr>
          <p:cNvPr id="293" name="Google Shape;403;p42"/>
          <p:cNvSpPr/>
          <p:nvPr/>
        </p:nvSpPr>
        <p:spPr>
          <a:xfrm>
            <a:off x="1634400" y="1463760"/>
            <a:ext cx="33714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2000" b="1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Escola no regime Simples Nacional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405;p42"/>
          <p:cNvSpPr/>
          <p:nvPr/>
        </p:nvSpPr>
        <p:spPr>
          <a:xfrm>
            <a:off x="324720" y="2351520"/>
            <a:ext cx="5723280" cy="33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Carga Efetiva antes da reforma: 12,3% (Exemplo)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Carga Efetiva depois da reforma: 12,3% - NADA MUDA!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A escola pode optar pelo regime regular, e passa a apropriar créditos de IVA nas aquisições, e tributar na saída (com redução de 60%).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Vale a pena? </a:t>
            </a: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É necessário calcular, mas em tese, NÃO.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Freeform 48"/>
          <p:cNvSpPr/>
          <p:nvPr/>
        </p:nvSpPr>
        <p:spPr>
          <a:xfrm>
            <a:off x="6809760" y="1245960"/>
            <a:ext cx="690480" cy="683280"/>
          </a:xfrm>
          <a:custGeom>
            <a:avLst/>
            <a:gdLst>
              <a:gd name="textAreaLeft" fmla="*/ 0 w 690480"/>
              <a:gd name="textAreaRight" fmla="*/ 690840 w 690480"/>
              <a:gd name="textAreaTop" fmla="*/ 0 h 683280"/>
              <a:gd name="textAreaBottom" fmla="*/ 683640 h 683280"/>
              <a:gd name="GluePoint1X" fmla="*/ 2147483647 w 4810"/>
              <a:gd name="GluePoint1Y" fmla="*/ 2147483647 h 4763"/>
              <a:gd name="GluePoint2X" fmla="*/ 2147483647 w 4810"/>
              <a:gd name="GluePoint2Y" fmla="*/ 2147483647 h 4763"/>
              <a:gd name="GluePoint3X" fmla="*/ 2147483647 w 4810"/>
              <a:gd name="GluePoint3Y" fmla="*/ 2147483647 h 4763"/>
              <a:gd name="GluePoint4X" fmla="*/ 2147483647 w 4810"/>
              <a:gd name="GluePoint4Y" fmla="*/ 2147483647 h 4763"/>
              <a:gd name="GluePoint5X" fmla="*/ 2147483647 w 4810"/>
              <a:gd name="GluePoint5Y" fmla="*/ 2147483647 h 4763"/>
              <a:gd name="GluePoint6X" fmla="*/ 2147483647 w 4810"/>
              <a:gd name="GluePoint6Y" fmla="*/ 2147483647 h 4763"/>
              <a:gd name="GluePoint7X" fmla="*/ 2147483647 w 4810"/>
              <a:gd name="GluePoint7Y" fmla="*/ 2147483647 h 4763"/>
              <a:gd name="GluePoint8X" fmla="*/ 2147483647 w 4810"/>
              <a:gd name="GluePoint8Y" fmla="*/ 2147483647 h 4763"/>
              <a:gd name="GluePoint9X" fmla="*/ 2147483647 w 4810"/>
              <a:gd name="GluePoint9Y" fmla="*/ 2147483647 h 4763"/>
              <a:gd name="GluePoint10X" fmla="*/ 2147483647 w 4810"/>
              <a:gd name="GluePoint10Y" fmla="*/ 2147483647 h 4763"/>
              <a:gd name="GluePoint11X" fmla="*/ 2147483647 w 4810"/>
              <a:gd name="GluePoint11Y" fmla="*/ 2147483647 h 4763"/>
              <a:gd name="GluePoint12X" fmla="*/ 2147483647 w 4810"/>
              <a:gd name="GluePoint12Y" fmla="*/ 2147483647 h 4763"/>
              <a:gd name="GluePoint13X" fmla="*/ 2147483647 w 4810"/>
              <a:gd name="GluePoint13Y" fmla="*/ 2147483647 h 4763"/>
              <a:gd name="GluePoint14X" fmla="*/ 2147483647 w 4810"/>
              <a:gd name="GluePoint14Y" fmla="*/ 2147483647 h 4763"/>
              <a:gd name="GluePoint15X" fmla="*/ 2147483647 w 4810"/>
              <a:gd name="GluePoint15Y" fmla="*/ 2147483647 h 4763"/>
              <a:gd name="GluePoint16X" fmla="*/ 2147483647 w 4810"/>
              <a:gd name="GluePoint16Y" fmla="*/ 2147483647 h 4763"/>
              <a:gd name="GluePoint17X" fmla="*/ 2147483647 w 4810"/>
              <a:gd name="GluePoint17Y" fmla="*/ 2147483647 h 4763"/>
              <a:gd name="GluePoint18X" fmla="*/ 2147483647 w 4810"/>
              <a:gd name="GluePoint18Y" fmla="*/ 2147483647 h 4763"/>
              <a:gd name="GluePoint19X" fmla="*/ 2147483647 w 4810"/>
              <a:gd name="GluePoint19Y" fmla="*/ 2147483647 h 4763"/>
              <a:gd name="GluePoint20X" fmla="*/ 2147483647 w 4810"/>
              <a:gd name="GluePoint20Y" fmla="*/ 2147483647 h 4763"/>
              <a:gd name="GluePoint21X" fmla="*/ 2147483647 w 4810"/>
              <a:gd name="GluePoint21Y" fmla="*/ 2147483647 h 4763"/>
              <a:gd name="GluePoint22X" fmla="*/ 2147483647 w 4810"/>
              <a:gd name="GluePoint22Y" fmla="*/ 2147483647 h 4763"/>
              <a:gd name="GluePoint23X" fmla="*/ 2147483647 w 4810"/>
              <a:gd name="GluePoint23Y" fmla="*/ 2147483647 h 4763"/>
              <a:gd name="GluePoint24X" fmla="*/ 2147483647 w 4810"/>
              <a:gd name="GluePoint24Y" fmla="*/ 2147483647 h 4763"/>
              <a:gd name="GluePoint25X" fmla="*/ 2147483647 w 4810"/>
              <a:gd name="GluePoint25Y" fmla="*/ 2147483647 h 4763"/>
              <a:gd name="GluePoint26X" fmla="*/ 2147483647 w 4810"/>
              <a:gd name="GluePoint26Y" fmla="*/ 2147483647 h 4763"/>
              <a:gd name="GluePoint27X" fmla="*/ 2147483647 w 4810"/>
              <a:gd name="GluePoint27Y" fmla="*/ 2147483647 h 4763"/>
              <a:gd name="GluePoint28X" fmla="*/ 2147483647 w 4810"/>
              <a:gd name="GluePoint28Y" fmla="*/ 2147483647 h 4763"/>
              <a:gd name="GluePoint29X" fmla="*/ 2147483647 w 4810"/>
              <a:gd name="GluePoint29Y" fmla="*/ 2147483647 h 4763"/>
              <a:gd name="GluePoint30X" fmla="*/ 2147483647 w 4810"/>
              <a:gd name="GluePoint30Y" fmla="*/ 2147483647 h 4763"/>
              <a:gd name="GluePoint31X" fmla="*/ 2147483647 w 4810"/>
              <a:gd name="GluePoint31Y" fmla="*/ 2147483647 h 4763"/>
              <a:gd name="GluePoint32X" fmla="*/ 2147483647 w 4810"/>
              <a:gd name="GluePoint32Y" fmla="*/ 2147483647 h 4763"/>
              <a:gd name="GluePoint33X" fmla="*/ 2147483647 w 4810"/>
              <a:gd name="GluePoint33Y" fmla="*/ 2147483647 h 4763"/>
              <a:gd name="GluePoint34X" fmla="*/ 2147483647 w 4810"/>
              <a:gd name="GluePoint34Y" fmla="*/ 2147483647 h 4763"/>
              <a:gd name="GluePoint35X" fmla="*/ 2147483647 w 4810"/>
              <a:gd name="GluePoint35Y" fmla="*/ 2147483647 h 4763"/>
              <a:gd name="GluePoint36X" fmla="*/ 2147483647 w 4810"/>
              <a:gd name="GluePoint36Y" fmla="*/ 2147483647 h 4763"/>
              <a:gd name="GluePoint37X" fmla="*/ 2147483647 w 4810"/>
              <a:gd name="GluePoint37Y" fmla="*/ 2147483647 h 4763"/>
              <a:gd name="GluePoint38X" fmla="*/ 2147483647 w 4810"/>
              <a:gd name="GluePoint38Y" fmla="*/ 2147483647 h 4763"/>
              <a:gd name="GluePoint39X" fmla="*/ 2147483647 w 4810"/>
              <a:gd name="GluePoint39Y" fmla="*/ 2147483647 h 4763"/>
              <a:gd name="GluePoint40X" fmla="*/ 2147483647 w 4810"/>
              <a:gd name="GluePoint40Y" fmla="*/ 2147483647 h 4763"/>
              <a:gd name="GluePoint41X" fmla="*/ 2147483647 w 4810"/>
              <a:gd name="GluePoint41Y" fmla="*/ 2147483647 h 4763"/>
              <a:gd name="GluePoint42X" fmla="*/ 2147483647 w 4810"/>
              <a:gd name="GluePoint42Y" fmla="*/ 2147483647 h 4763"/>
              <a:gd name="GluePoint43X" fmla="*/ 2147483647 w 4810"/>
              <a:gd name="GluePoint43Y" fmla="*/ 2147483647 h 4763"/>
              <a:gd name="GluePoint44X" fmla="*/ 2147483647 w 4810"/>
              <a:gd name="GluePoint44Y" fmla="*/ 2147483647 h 4763"/>
              <a:gd name="GluePoint45X" fmla="*/ 2147483647 w 4810"/>
              <a:gd name="GluePoint45Y" fmla="*/ 2147483647 h 4763"/>
              <a:gd name="GluePoint46X" fmla="*/ 2147483647 w 4810"/>
              <a:gd name="GluePoint46Y" fmla="*/ 2147483647 h 4763"/>
              <a:gd name="GluePoint47X" fmla="*/ 2147483647 w 4810"/>
              <a:gd name="GluePoint47Y" fmla="*/ 2147483647 h 4763"/>
              <a:gd name="GluePoint48X" fmla="*/ 2147483647 w 4810"/>
              <a:gd name="GluePoint48Y" fmla="*/ 2147483647 h 4763"/>
              <a:gd name="GluePoint49X" fmla="*/ 2147483647 w 4810"/>
              <a:gd name="GluePoint49Y" fmla="*/ 2147483647 h 4763"/>
              <a:gd name="GluePoint50X" fmla="*/ 2147483647 w 4810"/>
              <a:gd name="GluePoint50Y" fmla="*/ 2147483647 h 4763"/>
              <a:gd name="GluePoint51X" fmla="*/ 2147483647 w 4810"/>
              <a:gd name="GluePoint51Y" fmla="*/ 2147483647 h 4763"/>
              <a:gd name="GluePoint52X" fmla="*/ 2147483647 w 4810"/>
              <a:gd name="GluePoint52Y" fmla="*/ 2147483647 h 4763"/>
              <a:gd name="GluePoint53X" fmla="*/ 2147483647 w 4810"/>
              <a:gd name="GluePoint53Y" fmla="*/ 2147483647 h 4763"/>
              <a:gd name="GluePoint54X" fmla="*/ 2147483647 w 4810"/>
              <a:gd name="GluePoint54Y" fmla="*/ 2147483647 h 4763"/>
              <a:gd name="GluePoint55X" fmla="*/ 2147483647 w 4810"/>
              <a:gd name="GluePoint55Y" fmla="*/ 2147483647 h 4763"/>
              <a:gd name="GluePoint56X" fmla="*/ 2147483647 w 4810"/>
              <a:gd name="GluePoint56Y" fmla="*/ 2147483647 h 4763"/>
              <a:gd name="GluePoint57X" fmla="*/ 2147483647 w 4810"/>
              <a:gd name="GluePoint57Y" fmla="*/ 2147483647 h 4763"/>
              <a:gd name="GluePoint58X" fmla="*/ 2147483647 w 4810"/>
              <a:gd name="GluePoint58Y" fmla="*/ 2147483647 h 4763"/>
              <a:gd name="GluePoint59X" fmla="*/ 2147483647 w 4810"/>
              <a:gd name="GluePoint59Y" fmla="*/ 2147483647 h 4763"/>
              <a:gd name="GluePoint60X" fmla="*/ 2147483647 w 4810"/>
              <a:gd name="GluePoint60Y" fmla="*/ 2147483647 h 4763"/>
              <a:gd name="GluePoint61X" fmla="*/ 2147483647 w 4810"/>
              <a:gd name="GluePoint61Y" fmla="*/ 2147483647 h 4763"/>
              <a:gd name="GluePoint62X" fmla="*/ 2147483647 w 4810"/>
              <a:gd name="GluePoint62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</a:cxnLst>
            <a:rect l="textAreaLeft" t="textAreaTop" r="textAreaRight" b="textAreaBottom"/>
            <a:pathLst>
              <a:path w="4810" h="4763">
                <a:moveTo>
                  <a:pt x="2527" y="1740"/>
                </a:moveTo>
                <a:lnTo>
                  <a:pt x="2527" y="2041"/>
                </a:lnTo>
                <a:lnTo>
                  <a:pt x="2333" y="2041"/>
                </a:lnTo>
                <a:lnTo>
                  <a:pt x="2333" y="1740"/>
                </a:lnTo>
                <a:lnTo>
                  <a:pt x="2527" y="1740"/>
                </a:lnTo>
                <a:close/>
                <a:moveTo>
                  <a:pt x="2527" y="2235"/>
                </a:moveTo>
                <a:lnTo>
                  <a:pt x="2527" y="2536"/>
                </a:lnTo>
                <a:lnTo>
                  <a:pt x="2333" y="2536"/>
                </a:lnTo>
                <a:lnTo>
                  <a:pt x="2333" y="2235"/>
                </a:lnTo>
                <a:lnTo>
                  <a:pt x="2527" y="2235"/>
                </a:lnTo>
                <a:close/>
                <a:moveTo>
                  <a:pt x="2527" y="2730"/>
                </a:moveTo>
                <a:lnTo>
                  <a:pt x="2527" y="3032"/>
                </a:lnTo>
                <a:lnTo>
                  <a:pt x="2333" y="3032"/>
                </a:lnTo>
                <a:lnTo>
                  <a:pt x="2333" y="2730"/>
                </a:lnTo>
                <a:lnTo>
                  <a:pt x="2527" y="2730"/>
                </a:lnTo>
                <a:close/>
                <a:moveTo>
                  <a:pt x="2527" y="3226"/>
                </a:moveTo>
                <a:lnTo>
                  <a:pt x="2527" y="3526"/>
                </a:lnTo>
                <a:lnTo>
                  <a:pt x="2333" y="3526"/>
                </a:lnTo>
                <a:lnTo>
                  <a:pt x="2333" y="3226"/>
                </a:lnTo>
                <a:lnTo>
                  <a:pt x="2527" y="3226"/>
                </a:lnTo>
                <a:close/>
                <a:moveTo>
                  <a:pt x="2527" y="3720"/>
                </a:moveTo>
                <a:lnTo>
                  <a:pt x="2527" y="4011"/>
                </a:lnTo>
                <a:lnTo>
                  <a:pt x="2333" y="4011"/>
                </a:lnTo>
                <a:lnTo>
                  <a:pt x="2333" y="3720"/>
                </a:lnTo>
                <a:lnTo>
                  <a:pt x="2527" y="3720"/>
                </a:lnTo>
                <a:close/>
                <a:moveTo>
                  <a:pt x="1655" y="3720"/>
                </a:moveTo>
                <a:lnTo>
                  <a:pt x="1655" y="4011"/>
                </a:lnTo>
                <a:lnTo>
                  <a:pt x="1461" y="4011"/>
                </a:lnTo>
                <a:lnTo>
                  <a:pt x="1461" y="3720"/>
                </a:lnTo>
                <a:lnTo>
                  <a:pt x="1655" y="3720"/>
                </a:lnTo>
                <a:close/>
                <a:moveTo>
                  <a:pt x="1655" y="3226"/>
                </a:moveTo>
                <a:lnTo>
                  <a:pt x="1655" y="3526"/>
                </a:lnTo>
                <a:lnTo>
                  <a:pt x="1461" y="3526"/>
                </a:lnTo>
                <a:lnTo>
                  <a:pt x="1461" y="3226"/>
                </a:lnTo>
                <a:lnTo>
                  <a:pt x="1655" y="3226"/>
                </a:lnTo>
                <a:close/>
                <a:moveTo>
                  <a:pt x="1655" y="2730"/>
                </a:moveTo>
                <a:lnTo>
                  <a:pt x="1655" y="3032"/>
                </a:lnTo>
                <a:lnTo>
                  <a:pt x="1461" y="3032"/>
                </a:lnTo>
                <a:lnTo>
                  <a:pt x="1461" y="2730"/>
                </a:lnTo>
                <a:lnTo>
                  <a:pt x="1655" y="2730"/>
                </a:lnTo>
                <a:close/>
                <a:moveTo>
                  <a:pt x="1655" y="2235"/>
                </a:moveTo>
                <a:lnTo>
                  <a:pt x="1655" y="2536"/>
                </a:lnTo>
                <a:lnTo>
                  <a:pt x="1461" y="2536"/>
                </a:lnTo>
                <a:lnTo>
                  <a:pt x="1461" y="2235"/>
                </a:lnTo>
                <a:lnTo>
                  <a:pt x="1655" y="2235"/>
                </a:lnTo>
                <a:close/>
                <a:moveTo>
                  <a:pt x="1655" y="1740"/>
                </a:moveTo>
                <a:lnTo>
                  <a:pt x="1655" y="2041"/>
                </a:lnTo>
                <a:lnTo>
                  <a:pt x="1461" y="2041"/>
                </a:lnTo>
                <a:lnTo>
                  <a:pt x="1461" y="1740"/>
                </a:lnTo>
                <a:lnTo>
                  <a:pt x="1655" y="1740"/>
                </a:lnTo>
                <a:close/>
                <a:moveTo>
                  <a:pt x="1655" y="1241"/>
                </a:moveTo>
                <a:lnTo>
                  <a:pt x="1655" y="1546"/>
                </a:lnTo>
                <a:lnTo>
                  <a:pt x="1461" y="1546"/>
                </a:lnTo>
                <a:lnTo>
                  <a:pt x="1461" y="1241"/>
                </a:lnTo>
                <a:lnTo>
                  <a:pt x="1655" y="1241"/>
                </a:lnTo>
                <a:close/>
                <a:moveTo>
                  <a:pt x="2091" y="3720"/>
                </a:moveTo>
                <a:lnTo>
                  <a:pt x="2091" y="4011"/>
                </a:lnTo>
                <a:lnTo>
                  <a:pt x="1897" y="4011"/>
                </a:lnTo>
                <a:lnTo>
                  <a:pt x="1897" y="3720"/>
                </a:lnTo>
                <a:lnTo>
                  <a:pt x="2091" y="3720"/>
                </a:lnTo>
                <a:close/>
                <a:moveTo>
                  <a:pt x="2091" y="3226"/>
                </a:moveTo>
                <a:lnTo>
                  <a:pt x="2091" y="3526"/>
                </a:lnTo>
                <a:lnTo>
                  <a:pt x="1897" y="3526"/>
                </a:lnTo>
                <a:lnTo>
                  <a:pt x="1897" y="3226"/>
                </a:lnTo>
                <a:lnTo>
                  <a:pt x="2091" y="3226"/>
                </a:lnTo>
                <a:close/>
                <a:moveTo>
                  <a:pt x="2091" y="2730"/>
                </a:moveTo>
                <a:lnTo>
                  <a:pt x="2091" y="3032"/>
                </a:lnTo>
                <a:lnTo>
                  <a:pt x="1897" y="3032"/>
                </a:lnTo>
                <a:lnTo>
                  <a:pt x="1897" y="2730"/>
                </a:lnTo>
                <a:lnTo>
                  <a:pt x="2091" y="2730"/>
                </a:lnTo>
                <a:close/>
                <a:moveTo>
                  <a:pt x="2091" y="2235"/>
                </a:moveTo>
                <a:lnTo>
                  <a:pt x="2091" y="2536"/>
                </a:lnTo>
                <a:lnTo>
                  <a:pt x="1897" y="2536"/>
                </a:lnTo>
                <a:lnTo>
                  <a:pt x="1897" y="2235"/>
                </a:lnTo>
                <a:lnTo>
                  <a:pt x="2091" y="2235"/>
                </a:lnTo>
                <a:close/>
                <a:moveTo>
                  <a:pt x="2091" y="1740"/>
                </a:moveTo>
                <a:lnTo>
                  <a:pt x="2091" y="2041"/>
                </a:lnTo>
                <a:lnTo>
                  <a:pt x="1897" y="2041"/>
                </a:lnTo>
                <a:lnTo>
                  <a:pt x="1897" y="1740"/>
                </a:lnTo>
                <a:lnTo>
                  <a:pt x="2091" y="1740"/>
                </a:lnTo>
                <a:close/>
                <a:moveTo>
                  <a:pt x="2091" y="1241"/>
                </a:moveTo>
                <a:lnTo>
                  <a:pt x="2091" y="1546"/>
                </a:lnTo>
                <a:lnTo>
                  <a:pt x="1897" y="1546"/>
                </a:lnTo>
                <a:lnTo>
                  <a:pt x="1897" y="1241"/>
                </a:lnTo>
                <a:lnTo>
                  <a:pt x="2091" y="1241"/>
                </a:lnTo>
                <a:close/>
                <a:moveTo>
                  <a:pt x="2043" y="4658"/>
                </a:moveTo>
                <a:lnTo>
                  <a:pt x="2224" y="4658"/>
                </a:lnTo>
                <a:lnTo>
                  <a:pt x="2224" y="4312"/>
                </a:lnTo>
                <a:lnTo>
                  <a:pt x="2043" y="4312"/>
                </a:lnTo>
                <a:lnTo>
                  <a:pt x="2043" y="4658"/>
                </a:lnTo>
                <a:close/>
                <a:moveTo>
                  <a:pt x="1763" y="4658"/>
                </a:moveTo>
                <a:lnTo>
                  <a:pt x="1946" y="4658"/>
                </a:lnTo>
                <a:lnTo>
                  <a:pt x="1946" y="4312"/>
                </a:lnTo>
                <a:lnTo>
                  <a:pt x="1763" y="4312"/>
                </a:lnTo>
                <a:lnTo>
                  <a:pt x="1763" y="4658"/>
                </a:lnTo>
                <a:close/>
                <a:moveTo>
                  <a:pt x="1666" y="4666"/>
                </a:moveTo>
                <a:lnTo>
                  <a:pt x="1666" y="4215"/>
                </a:lnTo>
                <a:lnTo>
                  <a:pt x="2321" y="4215"/>
                </a:lnTo>
                <a:lnTo>
                  <a:pt x="2321" y="4666"/>
                </a:lnTo>
                <a:lnTo>
                  <a:pt x="4810" y="4666"/>
                </a:lnTo>
                <a:lnTo>
                  <a:pt x="4810" y="4763"/>
                </a:lnTo>
                <a:lnTo>
                  <a:pt x="0" y="4763"/>
                </a:lnTo>
                <a:lnTo>
                  <a:pt x="0" y="4666"/>
                </a:lnTo>
                <a:lnTo>
                  <a:pt x="1666" y="4666"/>
                </a:lnTo>
                <a:close/>
                <a:moveTo>
                  <a:pt x="816" y="4569"/>
                </a:moveTo>
                <a:lnTo>
                  <a:pt x="816" y="807"/>
                </a:lnTo>
                <a:lnTo>
                  <a:pt x="2553" y="807"/>
                </a:lnTo>
                <a:lnTo>
                  <a:pt x="2245" y="1001"/>
                </a:lnTo>
                <a:lnTo>
                  <a:pt x="1010" y="1001"/>
                </a:lnTo>
                <a:lnTo>
                  <a:pt x="1010" y="4569"/>
                </a:lnTo>
                <a:lnTo>
                  <a:pt x="816" y="4569"/>
                </a:lnTo>
                <a:close/>
                <a:moveTo>
                  <a:pt x="3834" y="767"/>
                </a:moveTo>
                <a:lnTo>
                  <a:pt x="3834" y="767"/>
                </a:lnTo>
                <a:lnTo>
                  <a:pt x="3833" y="752"/>
                </a:lnTo>
                <a:lnTo>
                  <a:pt x="3832" y="737"/>
                </a:lnTo>
                <a:lnTo>
                  <a:pt x="3829" y="724"/>
                </a:lnTo>
                <a:lnTo>
                  <a:pt x="3826" y="709"/>
                </a:lnTo>
                <a:lnTo>
                  <a:pt x="3821" y="697"/>
                </a:lnTo>
                <a:lnTo>
                  <a:pt x="3816" y="685"/>
                </a:lnTo>
                <a:lnTo>
                  <a:pt x="3810" y="673"/>
                </a:lnTo>
                <a:lnTo>
                  <a:pt x="3803" y="662"/>
                </a:lnTo>
                <a:lnTo>
                  <a:pt x="3795" y="652"/>
                </a:lnTo>
                <a:lnTo>
                  <a:pt x="3787" y="643"/>
                </a:lnTo>
                <a:lnTo>
                  <a:pt x="3778" y="634"/>
                </a:lnTo>
                <a:lnTo>
                  <a:pt x="3769" y="626"/>
                </a:lnTo>
                <a:lnTo>
                  <a:pt x="3759" y="618"/>
                </a:lnTo>
                <a:lnTo>
                  <a:pt x="3748" y="612"/>
                </a:lnTo>
                <a:lnTo>
                  <a:pt x="3737" y="606"/>
                </a:lnTo>
                <a:lnTo>
                  <a:pt x="3726" y="600"/>
                </a:lnTo>
                <a:lnTo>
                  <a:pt x="3744" y="587"/>
                </a:lnTo>
                <a:lnTo>
                  <a:pt x="3760" y="573"/>
                </a:lnTo>
                <a:lnTo>
                  <a:pt x="3772" y="559"/>
                </a:lnTo>
                <a:lnTo>
                  <a:pt x="3784" y="541"/>
                </a:lnTo>
                <a:lnTo>
                  <a:pt x="3789" y="531"/>
                </a:lnTo>
                <a:lnTo>
                  <a:pt x="3794" y="521"/>
                </a:lnTo>
                <a:lnTo>
                  <a:pt x="3798" y="510"/>
                </a:lnTo>
                <a:lnTo>
                  <a:pt x="3801" y="499"/>
                </a:lnTo>
                <a:lnTo>
                  <a:pt x="3804" y="489"/>
                </a:lnTo>
                <a:lnTo>
                  <a:pt x="3805" y="476"/>
                </a:lnTo>
                <a:lnTo>
                  <a:pt x="3806" y="464"/>
                </a:lnTo>
                <a:lnTo>
                  <a:pt x="3808" y="451"/>
                </a:lnTo>
                <a:lnTo>
                  <a:pt x="3806" y="428"/>
                </a:lnTo>
                <a:lnTo>
                  <a:pt x="3803" y="405"/>
                </a:lnTo>
                <a:lnTo>
                  <a:pt x="3798" y="384"/>
                </a:lnTo>
                <a:lnTo>
                  <a:pt x="3789" y="365"/>
                </a:lnTo>
                <a:lnTo>
                  <a:pt x="3781" y="347"/>
                </a:lnTo>
                <a:lnTo>
                  <a:pt x="3769" y="330"/>
                </a:lnTo>
                <a:lnTo>
                  <a:pt x="3757" y="315"/>
                </a:lnTo>
                <a:lnTo>
                  <a:pt x="3741" y="302"/>
                </a:lnTo>
                <a:lnTo>
                  <a:pt x="3725" y="290"/>
                </a:lnTo>
                <a:lnTo>
                  <a:pt x="3707" y="279"/>
                </a:lnTo>
                <a:lnTo>
                  <a:pt x="3686" y="270"/>
                </a:lnTo>
                <a:lnTo>
                  <a:pt x="3664" y="263"/>
                </a:lnTo>
                <a:lnTo>
                  <a:pt x="3641" y="257"/>
                </a:lnTo>
                <a:lnTo>
                  <a:pt x="3617" y="252"/>
                </a:lnTo>
                <a:lnTo>
                  <a:pt x="3592" y="250"/>
                </a:lnTo>
                <a:lnTo>
                  <a:pt x="3565" y="250"/>
                </a:lnTo>
                <a:lnTo>
                  <a:pt x="3214" y="250"/>
                </a:lnTo>
                <a:lnTo>
                  <a:pt x="3214" y="1015"/>
                </a:lnTo>
                <a:lnTo>
                  <a:pt x="3561" y="1015"/>
                </a:lnTo>
                <a:lnTo>
                  <a:pt x="3592" y="1013"/>
                </a:lnTo>
                <a:lnTo>
                  <a:pt x="3621" y="1010"/>
                </a:lnTo>
                <a:lnTo>
                  <a:pt x="3648" y="1005"/>
                </a:lnTo>
                <a:lnTo>
                  <a:pt x="3673" y="999"/>
                </a:lnTo>
                <a:lnTo>
                  <a:pt x="3697" y="989"/>
                </a:lnTo>
                <a:lnTo>
                  <a:pt x="3719" y="978"/>
                </a:lnTo>
                <a:lnTo>
                  <a:pt x="3740" y="965"/>
                </a:lnTo>
                <a:lnTo>
                  <a:pt x="3759" y="950"/>
                </a:lnTo>
                <a:lnTo>
                  <a:pt x="3777" y="933"/>
                </a:lnTo>
                <a:lnTo>
                  <a:pt x="3792" y="915"/>
                </a:lnTo>
                <a:lnTo>
                  <a:pt x="3805" y="895"/>
                </a:lnTo>
                <a:lnTo>
                  <a:pt x="3815" y="873"/>
                </a:lnTo>
                <a:lnTo>
                  <a:pt x="3823" y="849"/>
                </a:lnTo>
                <a:lnTo>
                  <a:pt x="3829" y="823"/>
                </a:lnTo>
                <a:lnTo>
                  <a:pt x="3833" y="796"/>
                </a:lnTo>
                <a:lnTo>
                  <a:pt x="3834" y="767"/>
                </a:lnTo>
                <a:close/>
                <a:moveTo>
                  <a:pt x="4558" y="783"/>
                </a:moveTo>
                <a:lnTo>
                  <a:pt x="4558" y="783"/>
                </a:lnTo>
                <a:lnTo>
                  <a:pt x="4557" y="756"/>
                </a:lnTo>
                <a:lnTo>
                  <a:pt x="4553" y="731"/>
                </a:lnTo>
                <a:lnTo>
                  <a:pt x="4547" y="709"/>
                </a:lnTo>
                <a:lnTo>
                  <a:pt x="4543" y="698"/>
                </a:lnTo>
                <a:lnTo>
                  <a:pt x="4538" y="687"/>
                </a:lnTo>
                <a:lnTo>
                  <a:pt x="4528" y="669"/>
                </a:lnTo>
                <a:lnTo>
                  <a:pt x="4515" y="651"/>
                </a:lnTo>
                <a:lnTo>
                  <a:pt x="4502" y="635"/>
                </a:lnTo>
                <a:lnTo>
                  <a:pt x="4486" y="622"/>
                </a:lnTo>
                <a:lnTo>
                  <a:pt x="4469" y="610"/>
                </a:lnTo>
                <a:lnTo>
                  <a:pt x="4451" y="598"/>
                </a:lnTo>
                <a:lnTo>
                  <a:pt x="4431" y="588"/>
                </a:lnTo>
                <a:lnTo>
                  <a:pt x="4410" y="579"/>
                </a:lnTo>
                <a:lnTo>
                  <a:pt x="4387" y="571"/>
                </a:lnTo>
                <a:lnTo>
                  <a:pt x="4361" y="562"/>
                </a:lnTo>
                <a:lnTo>
                  <a:pt x="4334" y="554"/>
                </a:lnTo>
                <a:lnTo>
                  <a:pt x="4302" y="547"/>
                </a:lnTo>
                <a:lnTo>
                  <a:pt x="4260" y="536"/>
                </a:lnTo>
                <a:lnTo>
                  <a:pt x="4226" y="527"/>
                </a:lnTo>
                <a:lnTo>
                  <a:pt x="4200" y="518"/>
                </a:lnTo>
                <a:lnTo>
                  <a:pt x="4180" y="509"/>
                </a:lnTo>
                <a:lnTo>
                  <a:pt x="4171" y="503"/>
                </a:lnTo>
                <a:lnTo>
                  <a:pt x="4164" y="498"/>
                </a:lnTo>
                <a:lnTo>
                  <a:pt x="4159" y="492"/>
                </a:lnTo>
                <a:lnTo>
                  <a:pt x="4154" y="486"/>
                </a:lnTo>
                <a:lnTo>
                  <a:pt x="4152" y="479"/>
                </a:lnTo>
                <a:lnTo>
                  <a:pt x="4149" y="472"/>
                </a:lnTo>
                <a:lnTo>
                  <a:pt x="4148" y="463"/>
                </a:lnTo>
                <a:lnTo>
                  <a:pt x="4148" y="455"/>
                </a:lnTo>
                <a:lnTo>
                  <a:pt x="4149" y="442"/>
                </a:lnTo>
                <a:lnTo>
                  <a:pt x="4153" y="429"/>
                </a:lnTo>
                <a:lnTo>
                  <a:pt x="4157" y="423"/>
                </a:lnTo>
                <a:lnTo>
                  <a:pt x="4160" y="418"/>
                </a:lnTo>
                <a:lnTo>
                  <a:pt x="4166" y="412"/>
                </a:lnTo>
                <a:lnTo>
                  <a:pt x="4171" y="407"/>
                </a:lnTo>
                <a:lnTo>
                  <a:pt x="4178" y="404"/>
                </a:lnTo>
                <a:lnTo>
                  <a:pt x="4187" y="399"/>
                </a:lnTo>
                <a:lnTo>
                  <a:pt x="4195" y="395"/>
                </a:lnTo>
                <a:lnTo>
                  <a:pt x="4205" y="393"/>
                </a:lnTo>
                <a:lnTo>
                  <a:pt x="4216" y="389"/>
                </a:lnTo>
                <a:lnTo>
                  <a:pt x="4228" y="388"/>
                </a:lnTo>
                <a:lnTo>
                  <a:pt x="4243" y="387"/>
                </a:lnTo>
                <a:lnTo>
                  <a:pt x="4257" y="386"/>
                </a:lnTo>
                <a:lnTo>
                  <a:pt x="4271" y="387"/>
                </a:lnTo>
                <a:lnTo>
                  <a:pt x="4285" y="388"/>
                </a:lnTo>
                <a:lnTo>
                  <a:pt x="4297" y="389"/>
                </a:lnTo>
                <a:lnTo>
                  <a:pt x="4309" y="392"/>
                </a:lnTo>
                <a:lnTo>
                  <a:pt x="4332" y="399"/>
                </a:lnTo>
                <a:lnTo>
                  <a:pt x="4354" y="407"/>
                </a:lnTo>
                <a:lnTo>
                  <a:pt x="4375" y="418"/>
                </a:lnTo>
                <a:lnTo>
                  <a:pt x="4392" y="430"/>
                </a:lnTo>
                <a:lnTo>
                  <a:pt x="4410" y="445"/>
                </a:lnTo>
                <a:lnTo>
                  <a:pt x="4431" y="464"/>
                </a:lnTo>
                <a:lnTo>
                  <a:pt x="4541" y="358"/>
                </a:lnTo>
                <a:lnTo>
                  <a:pt x="4513" y="330"/>
                </a:lnTo>
                <a:lnTo>
                  <a:pt x="4500" y="319"/>
                </a:lnTo>
                <a:lnTo>
                  <a:pt x="4486" y="308"/>
                </a:lnTo>
                <a:lnTo>
                  <a:pt x="4472" y="298"/>
                </a:lnTo>
                <a:lnTo>
                  <a:pt x="4457" y="289"/>
                </a:lnTo>
                <a:lnTo>
                  <a:pt x="4440" y="280"/>
                </a:lnTo>
                <a:lnTo>
                  <a:pt x="4422" y="270"/>
                </a:lnTo>
                <a:lnTo>
                  <a:pt x="4403" y="262"/>
                </a:lnTo>
                <a:lnTo>
                  <a:pt x="4385" y="256"/>
                </a:lnTo>
                <a:lnTo>
                  <a:pt x="4365" y="250"/>
                </a:lnTo>
                <a:lnTo>
                  <a:pt x="4345" y="246"/>
                </a:lnTo>
                <a:lnTo>
                  <a:pt x="4325" y="242"/>
                </a:lnTo>
                <a:lnTo>
                  <a:pt x="4305" y="240"/>
                </a:lnTo>
                <a:lnTo>
                  <a:pt x="4284" y="238"/>
                </a:lnTo>
                <a:lnTo>
                  <a:pt x="4262" y="238"/>
                </a:lnTo>
                <a:lnTo>
                  <a:pt x="4234" y="239"/>
                </a:lnTo>
                <a:lnTo>
                  <a:pt x="4208" y="241"/>
                </a:lnTo>
                <a:lnTo>
                  <a:pt x="4181" y="246"/>
                </a:lnTo>
                <a:lnTo>
                  <a:pt x="4155" y="253"/>
                </a:lnTo>
                <a:lnTo>
                  <a:pt x="4131" y="262"/>
                </a:lnTo>
                <a:lnTo>
                  <a:pt x="4109" y="272"/>
                </a:lnTo>
                <a:lnTo>
                  <a:pt x="4089" y="284"/>
                </a:lnTo>
                <a:lnTo>
                  <a:pt x="4069" y="298"/>
                </a:lnTo>
                <a:lnTo>
                  <a:pt x="4051" y="313"/>
                </a:lnTo>
                <a:lnTo>
                  <a:pt x="4035" y="330"/>
                </a:lnTo>
                <a:lnTo>
                  <a:pt x="4022" y="348"/>
                </a:lnTo>
                <a:lnTo>
                  <a:pt x="4011" y="369"/>
                </a:lnTo>
                <a:lnTo>
                  <a:pt x="4005" y="378"/>
                </a:lnTo>
                <a:lnTo>
                  <a:pt x="4001" y="389"/>
                </a:lnTo>
                <a:lnTo>
                  <a:pt x="3998" y="401"/>
                </a:lnTo>
                <a:lnTo>
                  <a:pt x="3994" y="412"/>
                </a:lnTo>
                <a:lnTo>
                  <a:pt x="3991" y="436"/>
                </a:lnTo>
                <a:lnTo>
                  <a:pt x="3989" y="462"/>
                </a:lnTo>
                <a:lnTo>
                  <a:pt x="3991" y="489"/>
                </a:lnTo>
                <a:lnTo>
                  <a:pt x="3994" y="514"/>
                </a:lnTo>
                <a:lnTo>
                  <a:pt x="3999" y="536"/>
                </a:lnTo>
                <a:lnTo>
                  <a:pt x="4006" y="556"/>
                </a:lnTo>
                <a:lnTo>
                  <a:pt x="4016" y="575"/>
                </a:lnTo>
                <a:lnTo>
                  <a:pt x="4028" y="592"/>
                </a:lnTo>
                <a:lnTo>
                  <a:pt x="4041" y="606"/>
                </a:lnTo>
                <a:lnTo>
                  <a:pt x="4056" y="621"/>
                </a:lnTo>
                <a:lnTo>
                  <a:pt x="4073" y="633"/>
                </a:lnTo>
                <a:lnTo>
                  <a:pt x="4090" y="644"/>
                </a:lnTo>
                <a:lnTo>
                  <a:pt x="4111" y="653"/>
                </a:lnTo>
                <a:lnTo>
                  <a:pt x="4131" y="662"/>
                </a:lnTo>
                <a:lnTo>
                  <a:pt x="4154" y="669"/>
                </a:lnTo>
                <a:lnTo>
                  <a:pt x="4177" y="676"/>
                </a:lnTo>
                <a:lnTo>
                  <a:pt x="4228" y="690"/>
                </a:lnTo>
                <a:lnTo>
                  <a:pt x="4278" y="702"/>
                </a:lnTo>
                <a:lnTo>
                  <a:pt x="4315" y="713"/>
                </a:lnTo>
                <a:lnTo>
                  <a:pt x="4331" y="719"/>
                </a:lnTo>
                <a:lnTo>
                  <a:pt x="4346" y="724"/>
                </a:lnTo>
                <a:lnTo>
                  <a:pt x="4358" y="730"/>
                </a:lnTo>
                <a:lnTo>
                  <a:pt x="4368" y="736"/>
                </a:lnTo>
                <a:lnTo>
                  <a:pt x="4376" y="742"/>
                </a:lnTo>
                <a:lnTo>
                  <a:pt x="4383" y="748"/>
                </a:lnTo>
                <a:lnTo>
                  <a:pt x="4388" y="754"/>
                </a:lnTo>
                <a:lnTo>
                  <a:pt x="4393" y="761"/>
                </a:lnTo>
                <a:lnTo>
                  <a:pt x="4395" y="769"/>
                </a:lnTo>
                <a:lnTo>
                  <a:pt x="4398" y="776"/>
                </a:lnTo>
                <a:lnTo>
                  <a:pt x="4399" y="784"/>
                </a:lnTo>
                <a:lnTo>
                  <a:pt x="4399" y="794"/>
                </a:lnTo>
                <a:lnTo>
                  <a:pt x="4399" y="805"/>
                </a:lnTo>
                <a:lnTo>
                  <a:pt x="4398" y="816"/>
                </a:lnTo>
                <a:lnTo>
                  <a:pt x="4395" y="826"/>
                </a:lnTo>
                <a:lnTo>
                  <a:pt x="4392" y="833"/>
                </a:lnTo>
                <a:lnTo>
                  <a:pt x="4388" y="839"/>
                </a:lnTo>
                <a:lnTo>
                  <a:pt x="4383" y="845"/>
                </a:lnTo>
                <a:lnTo>
                  <a:pt x="4376" y="851"/>
                </a:lnTo>
                <a:lnTo>
                  <a:pt x="4369" y="856"/>
                </a:lnTo>
                <a:lnTo>
                  <a:pt x="4360" y="861"/>
                </a:lnTo>
                <a:lnTo>
                  <a:pt x="4351" y="864"/>
                </a:lnTo>
                <a:lnTo>
                  <a:pt x="4340" y="868"/>
                </a:lnTo>
                <a:lnTo>
                  <a:pt x="4329" y="872"/>
                </a:lnTo>
                <a:lnTo>
                  <a:pt x="4315" y="874"/>
                </a:lnTo>
                <a:lnTo>
                  <a:pt x="4301" y="875"/>
                </a:lnTo>
                <a:lnTo>
                  <a:pt x="4284" y="876"/>
                </a:lnTo>
                <a:lnTo>
                  <a:pt x="4266" y="876"/>
                </a:lnTo>
                <a:lnTo>
                  <a:pt x="4238" y="875"/>
                </a:lnTo>
                <a:lnTo>
                  <a:pt x="4212" y="872"/>
                </a:lnTo>
                <a:lnTo>
                  <a:pt x="4186" y="866"/>
                </a:lnTo>
                <a:lnTo>
                  <a:pt x="4160" y="856"/>
                </a:lnTo>
                <a:lnTo>
                  <a:pt x="4148" y="851"/>
                </a:lnTo>
                <a:lnTo>
                  <a:pt x="4136" y="845"/>
                </a:lnTo>
                <a:lnTo>
                  <a:pt x="4124" y="838"/>
                </a:lnTo>
                <a:lnTo>
                  <a:pt x="4113" y="829"/>
                </a:lnTo>
                <a:lnTo>
                  <a:pt x="4102" y="821"/>
                </a:lnTo>
                <a:lnTo>
                  <a:pt x="4091" y="811"/>
                </a:lnTo>
                <a:lnTo>
                  <a:pt x="4080" y="800"/>
                </a:lnTo>
                <a:lnTo>
                  <a:pt x="4071" y="789"/>
                </a:lnTo>
                <a:lnTo>
                  <a:pt x="3960" y="887"/>
                </a:lnTo>
                <a:lnTo>
                  <a:pt x="3971" y="903"/>
                </a:lnTo>
                <a:lnTo>
                  <a:pt x="3983" y="918"/>
                </a:lnTo>
                <a:lnTo>
                  <a:pt x="3998" y="932"/>
                </a:lnTo>
                <a:lnTo>
                  <a:pt x="4012" y="946"/>
                </a:lnTo>
                <a:lnTo>
                  <a:pt x="4028" y="958"/>
                </a:lnTo>
                <a:lnTo>
                  <a:pt x="4045" y="970"/>
                </a:lnTo>
                <a:lnTo>
                  <a:pt x="4063" y="980"/>
                </a:lnTo>
                <a:lnTo>
                  <a:pt x="4083" y="989"/>
                </a:lnTo>
                <a:lnTo>
                  <a:pt x="4102" y="998"/>
                </a:lnTo>
                <a:lnTo>
                  <a:pt x="4121" y="1005"/>
                </a:lnTo>
                <a:lnTo>
                  <a:pt x="4143" y="1011"/>
                </a:lnTo>
                <a:lnTo>
                  <a:pt x="4165" y="1017"/>
                </a:lnTo>
                <a:lnTo>
                  <a:pt x="4187" y="1021"/>
                </a:lnTo>
                <a:lnTo>
                  <a:pt x="4210" y="1024"/>
                </a:lnTo>
                <a:lnTo>
                  <a:pt x="4233" y="1026"/>
                </a:lnTo>
                <a:lnTo>
                  <a:pt x="4257" y="1027"/>
                </a:lnTo>
                <a:lnTo>
                  <a:pt x="4295" y="1026"/>
                </a:lnTo>
                <a:lnTo>
                  <a:pt x="4330" y="1022"/>
                </a:lnTo>
                <a:lnTo>
                  <a:pt x="4363" y="1017"/>
                </a:lnTo>
                <a:lnTo>
                  <a:pt x="4392" y="1009"/>
                </a:lnTo>
                <a:lnTo>
                  <a:pt x="4420" y="999"/>
                </a:lnTo>
                <a:lnTo>
                  <a:pt x="4444" y="988"/>
                </a:lnTo>
                <a:lnTo>
                  <a:pt x="4466" y="975"/>
                </a:lnTo>
                <a:lnTo>
                  <a:pt x="4475" y="967"/>
                </a:lnTo>
                <a:lnTo>
                  <a:pt x="4485" y="959"/>
                </a:lnTo>
                <a:lnTo>
                  <a:pt x="4502" y="942"/>
                </a:lnTo>
                <a:lnTo>
                  <a:pt x="4518" y="924"/>
                </a:lnTo>
                <a:lnTo>
                  <a:pt x="4530" y="903"/>
                </a:lnTo>
                <a:lnTo>
                  <a:pt x="4540" y="883"/>
                </a:lnTo>
                <a:lnTo>
                  <a:pt x="4547" y="859"/>
                </a:lnTo>
                <a:lnTo>
                  <a:pt x="4553" y="835"/>
                </a:lnTo>
                <a:lnTo>
                  <a:pt x="4557" y="810"/>
                </a:lnTo>
                <a:lnTo>
                  <a:pt x="4558" y="783"/>
                </a:lnTo>
                <a:close/>
                <a:moveTo>
                  <a:pt x="2154" y="1241"/>
                </a:moveTo>
                <a:lnTo>
                  <a:pt x="2954" y="790"/>
                </a:lnTo>
                <a:lnTo>
                  <a:pt x="2954" y="173"/>
                </a:lnTo>
                <a:lnTo>
                  <a:pt x="2955" y="155"/>
                </a:lnTo>
                <a:lnTo>
                  <a:pt x="2958" y="138"/>
                </a:lnTo>
                <a:lnTo>
                  <a:pt x="2961" y="121"/>
                </a:lnTo>
                <a:lnTo>
                  <a:pt x="2967" y="105"/>
                </a:lnTo>
                <a:lnTo>
                  <a:pt x="2975" y="91"/>
                </a:lnTo>
                <a:lnTo>
                  <a:pt x="2983" y="76"/>
                </a:lnTo>
                <a:lnTo>
                  <a:pt x="2994" y="63"/>
                </a:lnTo>
                <a:lnTo>
                  <a:pt x="3005" y="51"/>
                </a:lnTo>
                <a:lnTo>
                  <a:pt x="3017" y="40"/>
                </a:lnTo>
                <a:lnTo>
                  <a:pt x="3030" y="29"/>
                </a:lnTo>
                <a:lnTo>
                  <a:pt x="3045" y="21"/>
                </a:lnTo>
                <a:lnTo>
                  <a:pt x="3060" y="13"/>
                </a:lnTo>
                <a:lnTo>
                  <a:pt x="3075" y="8"/>
                </a:lnTo>
                <a:lnTo>
                  <a:pt x="3092" y="4"/>
                </a:lnTo>
                <a:lnTo>
                  <a:pt x="3109" y="1"/>
                </a:lnTo>
                <a:lnTo>
                  <a:pt x="3126" y="0"/>
                </a:lnTo>
                <a:lnTo>
                  <a:pt x="4625" y="0"/>
                </a:lnTo>
                <a:lnTo>
                  <a:pt x="4643" y="1"/>
                </a:lnTo>
                <a:lnTo>
                  <a:pt x="4660" y="4"/>
                </a:lnTo>
                <a:lnTo>
                  <a:pt x="4677" y="8"/>
                </a:lnTo>
                <a:lnTo>
                  <a:pt x="4692" y="13"/>
                </a:lnTo>
                <a:lnTo>
                  <a:pt x="4707" y="21"/>
                </a:lnTo>
                <a:lnTo>
                  <a:pt x="4722" y="29"/>
                </a:lnTo>
                <a:lnTo>
                  <a:pt x="4735" y="40"/>
                </a:lnTo>
                <a:lnTo>
                  <a:pt x="4747" y="51"/>
                </a:lnTo>
                <a:lnTo>
                  <a:pt x="4758" y="63"/>
                </a:lnTo>
                <a:lnTo>
                  <a:pt x="4768" y="76"/>
                </a:lnTo>
                <a:lnTo>
                  <a:pt x="4777" y="91"/>
                </a:lnTo>
                <a:lnTo>
                  <a:pt x="4785" y="105"/>
                </a:lnTo>
                <a:lnTo>
                  <a:pt x="4789" y="121"/>
                </a:lnTo>
                <a:lnTo>
                  <a:pt x="4794" y="138"/>
                </a:lnTo>
                <a:lnTo>
                  <a:pt x="4797" y="155"/>
                </a:lnTo>
                <a:lnTo>
                  <a:pt x="4798" y="173"/>
                </a:lnTo>
                <a:lnTo>
                  <a:pt x="4798" y="1241"/>
                </a:lnTo>
                <a:lnTo>
                  <a:pt x="3131" y="1241"/>
                </a:lnTo>
                <a:lnTo>
                  <a:pt x="3142" y="2086"/>
                </a:lnTo>
                <a:lnTo>
                  <a:pt x="3558" y="2669"/>
                </a:lnTo>
                <a:lnTo>
                  <a:pt x="3558" y="1903"/>
                </a:lnTo>
                <a:lnTo>
                  <a:pt x="3655" y="1903"/>
                </a:lnTo>
                <a:lnTo>
                  <a:pt x="3655" y="2805"/>
                </a:lnTo>
                <a:lnTo>
                  <a:pt x="3752" y="2941"/>
                </a:lnTo>
                <a:lnTo>
                  <a:pt x="3752" y="1903"/>
                </a:lnTo>
                <a:lnTo>
                  <a:pt x="3849" y="1903"/>
                </a:lnTo>
                <a:lnTo>
                  <a:pt x="3849" y="3078"/>
                </a:lnTo>
                <a:lnTo>
                  <a:pt x="3994" y="3282"/>
                </a:lnTo>
                <a:lnTo>
                  <a:pt x="3994" y="4569"/>
                </a:lnTo>
                <a:lnTo>
                  <a:pt x="3897" y="4569"/>
                </a:lnTo>
                <a:lnTo>
                  <a:pt x="3897" y="3313"/>
                </a:lnTo>
                <a:lnTo>
                  <a:pt x="3143" y="2256"/>
                </a:lnTo>
                <a:lnTo>
                  <a:pt x="3172" y="4569"/>
                </a:lnTo>
                <a:lnTo>
                  <a:pt x="3120" y="4569"/>
                </a:lnTo>
                <a:lnTo>
                  <a:pt x="3023" y="4569"/>
                </a:lnTo>
                <a:lnTo>
                  <a:pt x="2978" y="4569"/>
                </a:lnTo>
                <a:lnTo>
                  <a:pt x="2978" y="1241"/>
                </a:lnTo>
                <a:lnTo>
                  <a:pt x="2527" y="1241"/>
                </a:lnTo>
                <a:lnTo>
                  <a:pt x="2527" y="1546"/>
                </a:lnTo>
                <a:lnTo>
                  <a:pt x="2333" y="1546"/>
                </a:lnTo>
                <a:lnTo>
                  <a:pt x="2333" y="1241"/>
                </a:lnTo>
                <a:lnTo>
                  <a:pt x="2154" y="1241"/>
                </a:lnTo>
                <a:close/>
                <a:moveTo>
                  <a:pt x="3652" y="464"/>
                </a:moveTo>
                <a:lnTo>
                  <a:pt x="3652" y="464"/>
                </a:lnTo>
                <a:lnTo>
                  <a:pt x="3651" y="479"/>
                </a:lnTo>
                <a:lnTo>
                  <a:pt x="3648" y="493"/>
                </a:lnTo>
                <a:lnTo>
                  <a:pt x="3645" y="499"/>
                </a:lnTo>
                <a:lnTo>
                  <a:pt x="3641" y="506"/>
                </a:lnTo>
                <a:lnTo>
                  <a:pt x="3638" y="512"/>
                </a:lnTo>
                <a:lnTo>
                  <a:pt x="3633" y="516"/>
                </a:lnTo>
                <a:lnTo>
                  <a:pt x="3627" y="520"/>
                </a:lnTo>
                <a:lnTo>
                  <a:pt x="3621" y="524"/>
                </a:lnTo>
                <a:lnTo>
                  <a:pt x="3614" y="527"/>
                </a:lnTo>
                <a:lnTo>
                  <a:pt x="3606" y="531"/>
                </a:lnTo>
                <a:lnTo>
                  <a:pt x="3598" y="532"/>
                </a:lnTo>
                <a:lnTo>
                  <a:pt x="3588" y="535"/>
                </a:lnTo>
                <a:lnTo>
                  <a:pt x="3566" y="536"/>
                </a:lnTo>
                <a:lnTo>
                  <a:pt x="3364" y="536"/>
                </a:lnTo>
                <a:lnTo>
                  <a:pt x="3364" y="390"/>
                </a:lnTo>
                <a:lnTo>
                  <a:pt x="3558" y="390"/>
                </a:lnTo>
                <a:lnTo>
                  <a:pt x="3571" y="392"/>
                </a:lnTo>
                <a:lnTo>
                  <a:pt x="3583" y="392"/>
                </a:lnTo>
                <a:lnTo>
                  <a:pt x="3594" y="394"/>
                </a:lnTo>
                <a:lnTo>
                  <a:pt x="3604" y="396"/>
                </a:lnTo>
                <a:lnTo>
                  <a:pt x="3614" y="400"/>
                </a:lnTo>
                <a:lnTo>
                  <a:pt x="3621" y="402"/>
                </a:lnTo>
                <a:lnTo>
                  <a:pt x="3627" y="407"/>
                </a:lnTo>
                <a:lnTo>
                  <a:pt x="3633" y="411"/>
                </a:lnTo>
                <a:lnTo>
                  <a:pt x="3638" y="417"/>
                </a:lnTo>
                <a:lnTo>
                  <a:pt x="3641" y="422"/>
                </a:lnTo>
                <a:lnTo>
                  <a:pt x="3645" y="428"/>
                </a:lnTo>
                <a:lnTo>
                  <a:pt x="3648" y="434"/>
                </a:lnTo>
                <a:lnTo>
                  <a:pt x="3651" y="447"/>
                </a:lnTo>
                <a:lnTo>
                  <a:pt x="3652" y="464"/>
                </a:lnTo>
                <a:close/>
                <a:moveTo>
                  <a:pt x="3677" y="770"/>
                </a:moveTo>
                <a:lnTo>
                  <a:pt x="3677" y="770"/>
                </a:lnTo>
                <a:lnTo>
                  <a:pt x="3675" y="779"/>
                </a:lnTo>
                <a:lnTo>
                  <a:pt x="3674" y="790"/>
                </a:lnTo>
                <a:lnTo>
                  <a:pt x="3673" y="799"/>
                </a:lnTo>
                <a:lnTo>
                  <a:pt x="3671" y="809"/>
                </a:lnTo>
                <a:lnTo>
                  <a:pt x="3667" y="817"/>
                </a:lnTo>
                <a:lnTo>
                  <a:pt x="3662" y="826"/>
                </a:lnTo>
                <a:lnTo>
                  <a:pt x="3657" y="833"/>
                </a:lnTo>
                <a:lnTo>
                  <a:pt x="3651" y="840"/>
                </a:lnTo>
                <a:lnTo>
                  <a:pt x="3644" y="847"/>
                </a:lnTo>
                <a:lnTo>
                  <a:pt x="3635" y="853"/>
                </a:lnTo>
                <a:lnTo>
                  <a:pt x="3627" y="858"/>
                </a:lnTo>
                <a:lnTo>
                  <a:pt x="3617" y="862"/>
                </a:lnTo>
                <a:lnTo>
                  <a:pt x="3606" y="866"/>
                </a:lnTo>
                <a:lnTo>
                  <a:pt x="3594" y="868"/>
                </a:lnTo>
                <a:lnTo>
                  <a:pt x="3581" y="869"/>
                </a:lnTo>
                <a:lnTo>
                  <a:pt x="3566" y="869"/>
                </a:lnTo>
                <a:lnTo>
                  <a:pt x="3364" y="869"/>
                </a:lnTo>
                <a:lnTo>
                  <a:pt x="3364" y="672"/>
                </a:lnTo>
                <a:lnTo>
                  <a:pt x="3566" y="672"/>
                </a:lnTo>
                <a:lnTo>
                  <a:pt x="3581" y="672"/>
                </a:lnTo>
                <a:lnTo>
                  <a:pt x="3594" y="673"/>
                </a:lnTo>
                <a:lnTo>
                  <a:pt x="3606" y="675"/>
                </a:lnTo>
                <a:lnTo>
                  <a:pt x="3617" y="678"/>
                </a:lnTo>
                <a:lnTo>
                  <a:pt x="3627" y="681"/>
                </a:lnTo>
                <a:lnTo>
                  <a:pt x="3637" y="686"/>
                </a:lnTo>
                <a:lnTo>
                  <a:pt x="3644" y="691"/>
                </a:lnTo>
                <a:lnTo>
                  <a:pt x="3651" y="697"/>
                </a:lnTo>
                <a:lnTo>
                  <a:pt x="3656" y="703"/>
                </a:lnTo>
                <a:lnTo>
                  <a:pt x="3661" y="710"/>
                </a:lnTo>
                <a:lnTo>
                  <a:pt x="3666" y="718"/>
                </a:lnTo>
                <a:lnTo>
                  <a:pt x="3669" y="726"/>
                </a:lnTo>
                <a:lnTo>
                  <a:pt x="3672" y="736"/>
                </a:lnTo>
                <a:lnTo>
                  <a:pt x="3674" y="746"/>
                </a:lnTo>
                <a:lnTo>
                  <a:pt x="3675" y="758"/>
                </a:lnTo>
                <a:lnTo>
                  <a:pt x="3677" y="770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  <p:sp>
        <p:nvSpPr>
          <p:cNvPr id="296" name="Google Shape;403;p42"/>
          <p:cNvSpPr/>
          <p:nvPr/>
        </p:nvSpPr>
        <p:spPr>
          <a:xfrm>
            <a:off x="7514280" y="1357560"/>
            <a:ext cx="33714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2000" b="1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Escritório Contábil no regime Simples Nacional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Google Shape;405;p42"/>
          <p:cNvSpPr/>
          <p:nvPr/>
        </p:nvSpPr>
        <p:spPr>
          <a:xfrm>
            <a:off x="6229440" y="2380320"/>
            <a:ext cx="5723280" cy="33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Carga Efetiva antes da reforma: 9,8% (Exemplo)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Carga Efetiva depois da reforma: 9,8% - NADA MUDA!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É importante ser avaliado pelo escritório ir pro regime regular, e passar a destacar IVA, pois todos os clientes (em tese) poderão tomar crédito.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Risco: </a:t>
            </a: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Caso haja clientes do Simples, eles não poderão tomar crédito. </a:t>
            </a:r>
            <a:r>
              <a:rPr lang="pt-BR" sz="1800" b="0" u="sng" strike="noStrike">
                <a:solidFill>
                  <a:srgbClr val="1a341b"/>
                </a:solidFill>
                <a:effectLst/>
                <a:uFillTx/>
                <a:latin typeface="Aptos"/>
              </a:rPr>
              <a:t>Necessário análise!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" dur="indefinite" restart="never" nodeType="tmRoot">
          <p:childTnLst>
            <p:seq>
              <p:cTn id="76" dur="indefinite" nodeType="mainSeq"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1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2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7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8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3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4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7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8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3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9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0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3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4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Primeiras discussões a partir da nova Lei Complementar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0" name="Conector reto 12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pic>
        <p:nvPicPr>
          <p:cNvPr id="301" name="Imagem 3"/>
          <p:cNvPicPr/>
          <p:nvPr/>
        </p:nvPicPr>
        <p:blipFill>
          <a:blip r:embed="rId2"/>
          <a:stretch/>
        </p:blipFill>
        <p:spPr>
          <a:xfrm>
            <a:off x="515520" y="3015000"/>
            <a:ext cx="5189760" cy="2231280"/>
          </a:xfrm>
          <a:prstGeom prst="rect">
            <a:avLst/>
          </a:prstGeom>
          <a:noFill/>
          <a:ln w="0">
            <a:noFill/>
          </a:ln>
          <a:effectLst>
            <a:outerShdw algn="tl" blurRad="190440" rotWithShape="0">
              <a:srgbClr val="000000">
                <a:alpha val="70000"/>
              </a:srgbClr>
            </a:outerShdw>
          </a:effectLst>
        </p:spPr>
      </p:pic>
      <p:pic>
        <p:nvPicPr>
          <p:cNvPr id="302" name="Imagem 6"/>
          <p:cNvPicPr/>
          <p:nvPr/>
        </p:nvPicPr>
        <p:blipFill>
          <a:blip r:embed="rId3"/>
          <a:stretch/>
        </p:blipFill>
        <p:spPr>
          <a:xfrm>
            <a:off x="5486400" y="1022040"/>
            <a:ext cx="6573240" cy="1727280"/>
          </a:xfrm>
          <a:prstGeom prst="rect">
            <a:avLst/>
          </a:prstGeom>
          <a:noFill/>
          <a:ln w="0">
            <a:noFill/>
          </a:ln>
          <a:effectLst>
            <a:outerShdw algn="tl" blurRad="190440" rotWithShape="0">
              <a:srgbClr val="000000">
                <a:alpha val="70000"/>
              </a:srgbClr>
            </a:outerShdw>
          </a:effectLst>
        </p:spPr>
      </p:pic>
      <p:sp>
        <p:nvSpPr>
          <p:cNvPr id="303" name="CaixaDeTexto 29"/>
          <p:cNvSpPr/>
          <p:nvPr/>
        </p:nvSpPr>
        <p:spPr>
          <a:xfrm>
            <a:off x="762120" y="5387760"/>
            <a:ext cx="109915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i="1" u="sng" strike="noStrike">
                <a:solidFill>
                  <a:schemeClr val="dk1"/>
                </a:solidFill>
                <a:effectLst/>
                <a:uFillTx/>
                <a:latin typeface="Aptos"/>
                <a:hlinkClick r:id="rId4"/>
              </a:rPr>
              <a:t>https://valor.globo.com/legislacao/noticia/2025/02/09/projeto-de-lei-quer-excluir-ibscbs-do-calculo-do-icms.ghtml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Primeiras discussões a partir da nova Lei Complementar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6" name="Conector reto 12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graphicFrame>
        <p:nvGraphicFramePr>
          <p:cNvPr id="307" name="Tabela 2"/>
          <p:cNvGraphicFramePr/>
          <p:nvPr/>
        </p:nvGraphicFramePr>
        <p:xfrm>
          <a:off x="276120" y="1530000"/>
          <a:ext cx="7776720" cy="3019680"/>
        </p:xfrm>
        <a:graphic>
          <a:graphicData uri="http://schemas.openxmlformats.org/drawingml/2006/table">
            <a:tbl>
              <a:tblPr/>
              <a:tblGrid>
                <a:gridCol w="2363040"/>
                <a:gridCol w="1245960"/>
                <a:gridCol w="604800"/>
                <a:gridCol w="2333880"/>
                <a:gridCol w="1228680"/>
              </a:tblGrid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Exemplo em 2027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Exemplo em 2033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Preço do Serviço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5.000.000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Preço do Serviço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5.000.000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CBS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500.000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CBS/IBS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1.400.000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i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i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ISS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ISS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Base de Cálculo 1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5.500.000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Base de Cálculo 1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6.400.000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Base de Cálculo 2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5.000.000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Base de Cálculo 2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5.000.000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Diferença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500.000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Diferença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1.400.000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i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i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Diferença de ISS (5%)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25.000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Diferença de ISS (5%)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70.000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1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Diferença de ICMS (20%)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100.000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1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Diferença de ICMS (20%)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280.000 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8" name="CaixaDeTexto 9"/>
          <p:cNvSpPr/>
          <p:nvPr/>
        </p:nvSpPr>
        <p:spPr>
          <a:xfrm>
            <a:off x="8801280" y="2741040"/>
            <a:ext cx="315144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85680" defTabSz="914400">
              <a:lnSpc>
                <a:spcPct val="100000"/>
              </a:lnSpc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 base de cálculo do ISS/ICMS não deve considerar o novo IVA, baseado nos princípios tributários que regem o novo imposto;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9" name="Conector de Seta Reta 5"/>
          <p:cNvCxnSpPr/>
          <p:nvPr/>
        </p:nvCxnSpPr>
        <p:spPr>
          <a:xfrm>
            <a:off x="8053200" y="3279240"/>
            <a:ext cx="543240" cy="36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" name="Tabela 6"/>
          <p:cNvGraphicFramePr/>
          <p:nvPr/>
        </p:nvGraphicFramePr>
        <p:xfrm>
          <a:off x="115560" y="196920"/>
          <a:ext cx="11961000" cy="5897880"/>
        </p:xfrm>
        <a:graphic>
          <a:graphicData uri="http://schemas.openxmlformats.org/drawingml/2006/table">
            <a:tbl>
              <a:tblPr/>
              <a:tblGrid>
                <a:gridCol w="268200"/>
                <a:gridCol w="1135800"/>
                <a:gridCol w="3013920"/>
                <a:gridCol w="1495440"/>
                <a:gridCol w="429480"/>
                <a:gridCol w="1120320"/>
                <a:gridCol w="1120320"/>
                <a:gridCol w="148680"/>
                <a:gridCol w="403200"/>
                <a:gridCol w="1120320"/>
                <a:gridCol w="1104480"/>
                <a:gridCol w="599400"/>
              </a:tblGrid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8612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Simulação da Reforma Tributária – Serviços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4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Premissa: Sem repasse (Mesma RBT)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Premissa: Com repasse (Mesma RL)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Conta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Descrição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Valor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C/ Reforma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C/ Reforma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3.1.1.02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RECEITA DE PRESTAÇÃO DE SERVIÇOS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-              4.532.309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-       4.532.309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-       5.299.538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           767.229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3.1.2.03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(-) IMPOSTOS SOBRE VENDAS E SERVIÇOS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                   392.045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        1.269.046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-           877.002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        1.159.274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-          767.229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74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3.1.2.03.00003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(-) ISS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226.615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226.615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226.615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 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IVA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 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 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1.269.046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       1.269.046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1.159.274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      1.159.274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3.1.2.03.00004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(-) COFINS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135.969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135.969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135.969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3.1.2.03.00005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(-) PIS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29.460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29.460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29.460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 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RECEITA LÍQUIDA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-              4.140.264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-       3.263.262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-           877.002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-       4.140.264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3.2.2.01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DESPESAS FINANCEIRAS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137.508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137.508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137.508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3.2.2.02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RECEITAS FINANCEIRAS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                    28.420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             28.420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             28.420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3.2.3.01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DESPESAS ADMINISTRATIVAS - PESSOAL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1.854.402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1.854.402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1.854.402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3.2.3.02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ALUGUÉIS E ARRENDAMENTOS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52.652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37.909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14.742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37.909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14.742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3.2.3.03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IMPOSTOS, TAXAS E CONTRIBUIÇÕES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14.946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14.946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14.946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3.2.3.04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DESPESAS ADMINISTRATIVAS - GERAIS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447.928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327.860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120.068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327.860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120.068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3.2.3.05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OUTRAS DESPESAS OPERACIONAIS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 8.379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8.379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8.379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3.2.5.01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RECEITAS DIVERSAS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                    11.880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             11.880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             11.880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4.1.1.01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IMPOSTO DE RENDA E CSLL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480.372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480.372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480.372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  -  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Total Resultado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 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-              1.184.377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-           442.185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-           742.191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-       1.319.187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           134.810 </a:t>
                      </a:r>
                      <a:endParaRPr lang="pt-B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Total Recolhido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Total Recolhido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Total Recolhido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ISS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226.615  5%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PIS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  29.460  0,65%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COFINS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135.969  3%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IVA Total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1.134.236  25%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IVA Total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1.024.464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19,3%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IRPJ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348.450  8%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IRPJ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348.450  8%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IRPJ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348.450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CSLL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131.922  2,9%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CSLL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131.922  2,9%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CSLL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131.922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Total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       872.417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Total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1.614.608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Total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1.504.836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Total 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-19,25%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Total 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-35,62%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Total 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-28,40%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Apuração IVA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Apuração IVA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Débitos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1.269.046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Débitos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1.159.274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Créditos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 134.810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Créditos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 134.810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22040"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Diferença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1.134.236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Diferença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1.024.464 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40" rIns="5040" tIns="5040" bIns="0" anchor="b">
                      <a:noAutofit/>
                    </a:bodyPr>
                    <a:p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5040" marR="5040" marT="504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1" name="Tabela 1"/>
          <p:cNvGraphicFramePr/>
          <p:nvPr/>
        </p:nvGraphicFramePr>
        <p:xfrm>
          <a:off x="1192320" y="1170360"/>
          <a:ext cx="9807120" cy="2711160"/>
        </p:xfrm>
        <a:graphic>
          <a:graphicData uri="http://schemas.openxmlformats.org/drawingml/2006/table">
            <a:tbl>
              <a:tblPr/>
              <a:tblGrid>
                <a:gridCol w="1191600"/>
                <a:gridCol w="1028160"/>
                <a:gridCol w="1028160"/>
                <a:gridCol w="923040"/>
                <a:gridCol w="923040"/>
                <a:gridCol w="1051560"/>
                <a:gridCol w="1051560"/>
                <a:gridCol w="1304640"/>
                <a:gridCol w="1304640"/>
              </a:tblGrid>
              <a:tr h="198000">
                <a:tc gridSpan="7"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Simulação da Reforma Tributária - Em valores nominais, no período de transição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Descrição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Hoje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2027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2028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2029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2030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2031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2032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2033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IBS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1,8%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3,6%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5,4%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7,2%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18,0%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CBS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ISS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4,5%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3,5%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PISCO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3,7%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IRPJ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CSLL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2,9%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Total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19,5%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25,9%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25,9%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27,2%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28,5%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29,8%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31,1%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38,9%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 gridSpan="3"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0" i="1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*Não considera impacto de créditos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% Efetivo do ano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19,5%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25,0%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25,0%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26,2%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27,3%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28,5%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29,6%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35,6%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Recolhimento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   872.417 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1.134.959 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1.134.959 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1.187.039 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1.239.118 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1.291.198 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1.343.277 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      1.614.408 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74960">
                <a:tc gridSpan="2">
                  <a:txBody>
                    <a:bodyPr lIns="7560" rIns="7560" tIns="75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Aumento % por ano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30,1%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30,1%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36,1%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42,0%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48,0%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54,0%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tIns="75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85,1%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560" marR="7560" marT="756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2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Simulação de impacto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3" name="Conector reto 4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sp>
        <p:nvSpPr>
          <p:cNvPr id="314" name="CaixaDeTexto 2"/>
          <p:cNvSpPr/>
          <p:nvPr/>
        </p:nvSpPr>
        <p:spPr>
          <a:xfrm>
            <a:off x="324720" y="4167720"/>
            <a:ext cx="11219040" cy="24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 agora?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Esse negócio precisa discutir repasse de preço para os clientes, e essa conversa tem que ocorrer no próximo ano (2026);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É necessário avaliar quem são os clientes (se PJ ou PF, ou ainda, optantes pelo Simples), para medir o impacto em cada um;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Rever contratos passados, e passar a já considerar nos contratos futuros cláusulas de reajuste por conta de impacto de norma tributária;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Subtítulo 2"/>
          <p:cNvSpPr/>
          <p:nvPr/>
        </p:nvSpPr>
        <p:spPr>
          <a:xfrm>
            <a:off x="2519280" y="2317320"/>
            <a:ext cx="7152840" cy="154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Regras gerais da não cumulatividade e Apuração Assistida (Noções de RTC)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Não cumulatividade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9" name="Conector reto 9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sp>
        <p:nvSpPr>
          <p:cNvPr id="320" name="Google Shape;803;p13"/>
          <p:cNvSpPr/>
          <p:nvPr/>
        </p:nvSpPr>
        <p:spPr>
          <a:xfrm>
            <a:off x="536400" y="1499760"/>
            <a:ext cx="920520" cy="718920"/>
          </a:xfrm>
          <a:custGeom>
            <a:avLst/>
            <a:gdLst>
              <a:gd name="textAreaLeft" fmla="*/ 0 w 920520"/>
              <a:gd name="textAreaRight" fmla="*/ 920880 w 920520"/>
              <a:gd name="textAreaTop" fmla="*/ 0 h 718920"/>
              <a:gd name="textAreaBottom" fmla="*/ 719280 h 718920"/>
            </a:gdLst>
            <a:ahLst/>
            <a:cxnLst/>
            <a:rect l="textAreaLeft" t="textAreaTop" r="textAreaRight" b="textAreaBottom"/>
            <a:pathLst>
              <a:path w="6108" h="4763">
                <a:moveTo>
                  <a:pt x="5345" y="3296"/>
                </a:moveTo>
                <a:lnTo>
                  <a:pt x="5345" y="3296"/>
                </a:lnTo>
                <a:lnTo>
                  <a:pt x="5298" y="3312"/>
                </a:lnTo>
                <a:lnTo>
                  <a:pt x="5246" y="3326"/>
                </a:lnTo>
                <a:lnTo>
                  <a:pt x="5195" y="3340"/>
                </a:lnTo>
                <a:lnTo>
                  <a:pt x="5140" y="3352"/>
                </a:lnTo>
                <a:lnTo>
                  <a:pt x="5083" y="3363"/>
                </a:lnTo>
                <a:lnTo>
                  <a:pt x="5026" y="3372"/>
                </a:lnTo>
                <a:lnTo>
                  <a:pt x="4966" y="3381"/>
                </a:lnTo>
                <a:lnTo>
                  <a:pt x="4905" y="3388"/>
                </a:lnTo>
                <a:lnTo>
                  <a:pt x="4844" y="3393"/>
                </a:lnTo>
                <a:lnTo>
                  <a:pt x="4782" y="3399"/>
                </a:lnTo>
                <a:lnTo>
                  <a:pt x="4720" y="3402"/>
                </a:lnTo>
                <a:lnTo>
                  <a:pt x="4657" y="3404"/>
                </a:lnTo>
                <a:lnTo>
                  <a:pt x="4595" y="3405"/>
                </a:lnTo>
                <a:lnTo>
                  <a:pt x="4531" y="3405"/>
                </a:lnTo>
                <a:lnTo>
                  <a:pt x="4468" y="3404"/>
                </a:lnTo>
                <a:lnTo>
                  <a:pt x="4404" y="3401"/>
                </a:lnTo>
                <a:lnTo>
                  <a:pt x="4344" y="3398"/>
                </a:lnTo>
                <a:lnTo>
                  <a:pt x="4281" y="3393"/>
                </a:lnTo>
                <a:lnTo>
                  <a:pt x="4220" y="3387"/>
                </a:lnTo>
                <a:lnTo>
                  <a:pt x="4161" y="3379"/>
                </a:lnTo>
                <a:lnTo>
                  <a:pt x="4103" y="3372"/>
                </a:lnTo>
                <a:lnTo>
                  <a:pt x="4047" y="3363"/>
                </a:lnTo>
                <a:lnTo>
                  <a:pt x="3990" y="3352"/>
                </a:lnTo>
                <a:lnTo>
                  <a:pt x="3937" y="3341"/>
                </a:lnTo>
                <a:lnTo>
                  <a:pt x="3885" y="3328"/>
                </a:lnTo>
                <a:lnTo>
                  <a:pt x="3837" y="3314"/>
                </a:lnTo>
                <a:lnTo>
                  <a:pt x="3789" y="3300"/>
                </a:lnTo>
                <a:lnTo>
                  <a:pt x="3745" y="3283"/>
                </a:lnTo>
                <a:lnTo>
                  <a:pt x="3704" y="3267"/>
                </a:lnTo>
                <a:lnTo>
                  <a:pt x="3664" y="3250"/>
                </a:lnTo>
                <a:lnTo>
                  <a:pt x="3629" y="3230"/>
                </a:lnTo>
                <a:lnTo>
                  <a:pt x="3598" y="3210"/>
                </a:lnTo>
                <a:lnTo>
                  <a:pt x="3179" y="3396"/>
                </a:lnTo>
                <a:lnTo>
                  <a:pt x="3145" y="3387"/>
                </a:lnTo>
                <a:lnTo>
                  <a:pt x="3112" y="3376"/>
                </a:lnTo>
                <a:lnTo>
                  <a:pt x="3078" y="3364"/>
                </a:lnTo>
                <a:lnTo>
                  <a:pt x="3045" y="3350"/>
                </a:lnTo>
                <a:lnTo>
                  <a:pt x="3013" y="3337"/>
                </a:lnTo>
                <a:lnTo>
                  <a:pt x="2982" y="3320"/>
                </a:lnTo>
                <a:lnTo>
                  <a:pt x="2952" y="3305"/>
                </a:lnTo>
                <a:lnTo>
                  <a:pt x="2926" y="3288"/>
                </a:lnTo>
                <a:lnTo>
                  <a:pt x="2902" y="3271"/>
                </a:lnTo>
                <a:lnTo>
                  <a:pt x="2880" y="3253"/>
                </a:lnTo>
                <a:lnTo>
                  <a:pt x="2862" y="3236"/>
                </a:lnTo>
                <a:lnTo>
                  <a:pt x="2848" y="3218"/>
                </a:lnTo>
                <a:lnTo>
                  <a:pt x="2842" y="3209"/>
                </a:lnTo>
                <a:lnTo>
                  <a:pt x="2838" y="3201"/>
                </a:lnTo>
                <a:lnTo>
                  <a:pt x="2835" y="3192"/>
                </a:lnTo>
                <a:lnTo>
                  <a:pt x="2833" y="3183"/>
                </a:lnTo>
                <a:lnTo>
                  <a:pt x="2832" y="3175"/>
                </a:lnTo>
                <a:lnTo>
                  <a:pt x="2832" y="3168"/>
                </a:lnTo>
                <a:lnTo>
                  <a:pt x="2835" y="3159"/>
                </a:lnTo>
                <a:lnTo>
                  <a:pt x="2838" y="3151"/>
                </a:lnTo>
                <a:lnTo>
                  <a:pt x="2844" y="3139"/>
                </a:lnTo>
                <a:lnTo>
                  <a:pt x="2852" y="3127"/>
                </a:lnTo>
                <a:lnTo>
                  <a:pt x="2862" y="3116"/>
                </a:lnTo>
                <a:lnTo>
                  <a:pt x="2873" y="3104"/>
                </a:lnTo>
                <a:lnTo>
                  <a:pt x="2897" y="3081"/>
                </a:lnTo>
                <a:lnTo>
                  <a:pt x="2928" y="3058"/>
                </a:lnTo>
                <a:lnTo>
                  <a:pt x="2961" y="3035"/>
                </a:lnTo>
                <a:lnTo>
                  <a:pt x="2999" y="3014"/>
                </a:lnTo>
                <a:lnTo>
                  <a:pt x="3040" y="2994"/>
                </a:lnTo>
                <a:lnTo>
                  <a:pt x="3083" y="2974"/>
                </a:lnTo>
                <a:lnTo>
                  <a:pt x="3129" y="2955"/>
                </a:lnTo>
                <a:lnTo>
                  <a:pt x="3177" y="2938"/>
                </a:lnTo>
                <a:lnTo>
                  <a:pt x="3226" y="2921"/>
                </a:lnTo>
                <a:lnTo>
                  <a:pt x="3276" y="2906"/>
                </a:lnTo>
                <a:lnTo>
                  <a:pt x="3328" y="2892"/>
                </a:lnTo>
                <a:lnTo>
                  <a:pt x="3378" y="2880"/>
                </a:lnTo>
                <a:lnTo>
                  <a:pt x="3429" y="2871"/>
                </a:lnTo>
                <a:lnTo>
                  <a:pt x="3479" y="2862"/>
                </a:lnTo>
                <a:lnTo>
                  <a:pt x="3479" y="2799"/>
                </a:lnTo>
                <a:lnTo>
                  <a:pt x="3392" y="2816"/>
                </a:lnTo>
                <a:lnTo>
                  <a:pt x="3308" y="2836"/>
                </a:lnTo>
                <a:lnTo>
                  <a:pt x="3267" y="2848"/>
                </a:lnTo>
                <a:lnTo>
                  <a:pt x="3228" y="2859"/>
                </a:lnTo>
                <a:lnTo>
                  <a:pt x="3189" y="2872"/>
                </a:lnTo>
                <a:lnTo>
                  <a:pt x="3151" y="2885"/>
                </a:lnTo>
                <a:lnTo>
                  <a:pt x="3115" y="2900"/>
                </a:lnTo>
                <a:lnTo>
                  <a:pt x="3078" y="2914"/>
                </a:lnTo>
                <a:lnTo>
                  <a:pt x="3045" y="2929"/>
                </a:lnTo>
                <a:lnTo>
                  <a:pt x="3011" y="2945"/>
                </a:lnTo>
                <a:lnTo>
                  <a:pt x="2979" y="2962"/>
                </a:lnTo>
                <a:lnTo>
                  <a:pt x="2949" y="2980"/>
                </a:lnTo>
                <a:lnTo>
                  <a:pt x="2920" y="2999"/>
                </a:lnTo>
                <a:lnTo>
                  <a:pt x="2894" y="3019"/>
                </a:lnTo>
                <a:lnTo>
                  <a:pt x="2870" y="3038"/>
                </a:lnTo>
                <a:lnTo>
                  <a:pt x="2850" y="3057"/>
                </a:lnTo>
                <a:lnTo>
                  <a:pt x="2832" y="3075"/>
                </a:lnTo>
                <a:lnTo>
                  <a:pt x="2817" y="3093"/>
                </a:lnTo>
                <a:lnTo>
                  <a:pt x="2803" y="3111"/>
                </a:lnTo>
                <a:lnTo>
                  <a:pt x="2792" y="3130"/>
                </a:lnTo>
                <a:lnTo>
                  <a:pt x="2785" y="3146"/>
                </a:lnTo>
                <a:lnTo>
                  <a:pt x="2778" y="3165"/>
                </a:lnTo>
                <a:lnTo>
                  <a:pt x="2775" y="3181"/>
                </a:lnTo>
                <a:lnTo>
                  <a:pt x="2774" y="3198"/>
                </a:lnTo>
                <a:lnTo>
                  <a:pt x="2775" y="3215"/>
                </a:lnTo>
                <a:lnTo>
                  <a:pt x="2777" y="3230"/>
                </a:lnTo>
                <a:lnTo>
                  <a:pt x="2783" y="3245"/>
                </a:lnTo>
                <a:lnTo>
                  <a:pt x="2789" y="3259"/>
                </a:lnTo>
                <a:lnTo>
                  <a:pt x="2798" y="3273"/>
                </a:lnTo>
                <a:lnTo>
                  <a:pt x="2807" y="3286"/>
                </a:lnTo>
                <a:lnTo>
                  <a:pt x="2824" y="3303"/>
                </a:lnTo>
                <a:lnTo>
                  <a:pt x="2844" y="3320"/>
                </a:lnTo>
                <a:lnTo>
                  <a:pt x="2868" y="3337"/>
                </a:lnTo>
                <a:lnTo>
                  <a:pt x="2897" y="3355"/>
                </a:lnTo>
                <a:lnTo>
                  <a:pt x="2929" y="3373"/>
                </a:lnTo>
                <a:lnTo>
                  <a:pt x="2964" y="3390"/>
                </a:lnTo>
                <a:lnTo>
                  <a:pt x="3002" y="3408"/>
                </a:lnTo>
                <a:lnTo>
                  <a:pt x="3045" y="3426"/>
                </a:lnTo>
                <a:lnTo>
                  <a:pt x="3091" y="3443"/>
                </a:lnTo>
                <a:lnTo>
                  <a:pt x="3139" y="3460"/>
                </a:lnTo>
                <a:lnTo>
                  <a:pt x="3191" y="3477"/>
                </a:lnTo>
                <a:lnTo>
                  <a:pt x="3244" y="3492"/>
                </a:lnTo>
                <a:lnTo>
                  <a:pt x="3302" y="3507"/>
                </a:lnTo>
                <a:lnTo>
                  <a:pt x="3363" y="3522"/>
                </a:lnTo>
                <a:lnTo>
                  <a:pt x="3425" y="3536"/>
                </a:lnTo>
                <a:lnTo>
                  <a:pt x="3491" y="3548"/>
                </a:lnTo>
                <a:lnTo>
                  <a:pt x="3564" y="3560"/>
                </a:lnTo>
                <a:lnTo>
                  <a:pt x="3639" y="3571"/>
                </a:lnTo>
                <a:lnTo>
                  <a:pt x="3712" y="3579"/>
                </a:lnTo>
                <a:lnTo>
                  <a:pt x="3785" y="3585"/>
                </a:lnTo>
                <a:lnTo>
                  <a:pt x="3858" y="3589"/>
                </a:lnTo>
                <a:lnTo>
                  <a:pt x="3931" y="3592"/>
                </a:lnTo>
                <a:lnTo>
                  <a:pt x="4004" y="3594"/>
                </a:lnTo>
                <a:lnTo>
                  <a:pt x="4076" y="3594"/>
                </a:lnTo>
                <a:lnTo>
                  <a:pt x="4147" y="3592"/>
                </a:lnTo>
                <a:lnTo>
                  <a:pt x="4219" y="3589"/>
                </a:lnTo>
                <a:lnTo>
                  <a:pt x="4289" y="3585"/>
                </a:lnTo>
                <a:lnTo>
                  <a:pt x="4357" y="3580"/>
                </a:lnTo>
                <a:lnTo>
                  <a:pt x="4426" y="3573"/>
                </a:lnTo>
                <a:lnTo>
                  <a:pt x="4493" y="3565"/>
                </a:lnTo>
                <a:lnTo>
                  <a:pt x="4557" y="3556"/>
                </a:lnTo>
                <a:lnTo>
                  <a:pt x="4621" y="3545"/>
                </a:lnTo>
                <a:lnTo>
                  <a:pt x="4683" y="3535"/>
                </a:lnTo>
                <a:lnTo>
                  <a:pt x="4744" y="3522"/>
                </a:lnTo>
                <a:lnTo>
                  <a:pt x="4803" y="3509"/>
                </a:lnTo>
                <a:lnTo>
                  <a:pt x="4860" y="3495"/>
                </a:lnTo>
                <a:lnTo>
                  <a:pt x="4914" y="3481"/>
                </a:lnTo>
                <a:lnTo>
                  <a:pt x="4966" y="3466"/>
                </a:lnTo>
                <a:lnTo>
                  <a:pt x="5016" y="3451"/>
                </a:lnTo>
                <a:lnTo>
                  <a:pt x="5065" y="3434"/>
                </a:lnTo>
                <a:lnTo>
                  <a:pt x="5109" y="3417"/>
                </a:lnTo>
                <a:lnTo>
                  <a:pt x="5152" y="3401"/>
                </a:lnTo>
                <a:lnTo>
                  <a:pt x="5193" y="3384"/>
                </a:lnTo>
                <a:lnTo>
                  <a:pt x="5230" y="3367"/>
                </a:lnTo>
                <a:lnTo>
                  <a:pt x="5263" y="3349"/>
                </a:lnTo>
                <a:lnTo>
                  <a:pt x="5293" y="3332"/>
                </a:lnTo>
                <a:lnTo>
                  <a:pt x="5321" y="3314"/>
                </a:lnTo>
                <a:lnTo>
                  <a:pt x="5345" y="3296"/>
                </a:lnTo>
                <a:close/>
                <a:moveTo>
                  <a:pt x="5635" y="4522"/>
                </a:moveTo>
                <a:lnTo>
                  <a:pt x="5635" y="4142"/>
                </a:lnTo>
                <a:lnTo>
                  <a:pt x="5587" y="4159"/>
                </a:lnTo>
                <a:lnTo>
                  <a:pt x="5539" y="4174"/>
                </a:lnTo>
                <a:lnTo>
                  <a:pt x="5488" y="4189"/>
                </a:lnTo>
                <a:lnTo>
                  <a:pt x="5435" y="4203"/>
                </a:lnTo>
                <a:lnTo>
                  <a:pt x="5382" y="4215"/>
                </a:lnTo>
                <a:lnTo>
                  <a:pt x="5324" y="4227"/>
                </a:lnTo>
                <a:lnTo>
                  <a:pt x="5266" y="4236"/>
                </a:lnTo>
                <a:lnTo>
                  <a:pt x="5207" y="4247"/>
                </a:lnTo>
                <a:lnTo>
                  <a:pt x="5207" y="4614"/>
                </a:lnTo>
                <a:lnTo>
                  <a:pt x="5263" y="4606"/>
                </a:lnTo>
                <a:lnTo>
                  <a:pt x="5321" y="4597"/>
                </a:lnTo>
                <a:lnTo>
                  <a:pt x="5376" y="4588"/>
                </a:lnTo>
                <a:lnTo>
                  <a:pt x="5431" y="4577"/>
                </a:lnTo>
                <a:lnTo>
                  <a:pt x="5484" y="4565"/>
                </a:lnTo>
                <a:lnTo>
                  <a:pt x="5536" y="4553"/>
                </a:lnTo>
                <a:lnTo>
                  <a:pt x="5586" y="4538"/>
                </a:lnTo>
                <a:lnTo>
                  <a:pt x="5635" y="4522"/>
                </a:lnTo>
                <a:close/>
                <a:moveTo>
                  <a:pt x="5146" y="4620"/>
                </a:moveTo>
                <a:lnTo>
                  <a:pt x="5146" y="4255"/>
                </a:lnTo>
                <a:lnTo>
                  <a:pt x="5044" y="4265"/>
                </a:lnTo>
                <a:lnTo>
                  <a:pt x="4939" y="4273"/>
                </a:lnTo>
                <a:lnTo>
                  <a:pt x="4829" y="4277"/>
                </a:lnTo>
                <a:lnTo>
                  <a:pt x="4716" y="4277"/>
                </a:lnTo>
                <a:lnTo>
                  <a:pt x="4716" y="4640"/>
                </a:lnTo>
                <a:lnTo>
                  <a:pt x="4823" y="4638"/>
                </a:lnTo>
                <a:lnTo>
                  <a:pt x="4930" y="4635"/>
                </a:lnTo>
                <a:lnTo>
                  <a:pt x="5038" y="4629"/>
                </a:lnTo>
                <a:lnTo>
                  <a:pt x="5146" y="4620"/>
                </a:lnTo>
                <a:close/>
                <a:moveTo>
                  <a:pt x="4656" y="4640"/>
                </a:moveTo>
                <a:lnTo>
                  <a:pt x="4656" y="4276"/>
                </a:lnTo>
                <a:lnTo>
                  <a:pt x="4552" y="4273"/>
                </a:lnTo>
                <a:lnTo>
                  <a:pt x="4446" y="4265"/>
                </a:lnTo>
                <a:lnTo>
                  <a:pt x="4337" y="4255"/>
                </a:lnTo>
                <a:lnTo>
                  <a:pt x="4228" y="4241"/>
                </a:lnTo>
                <a:lnTo>
                  <a:pt x="4228" y="4615"/>
                </a:lnTo>
                <a:lnTo>
                  <a:pt x="4321" y="4624"/>
                </a:lnTo>
                <a:lnTo>
                  <a:pt x="4424" y="4631"/>
                </a:lnTo>
                <a:lnTo>
                  <a:pt x="4537" y="4637"/>
                </a:lnTo>
                <a:lnTo>
                  <a:pt x="4656" y="4640"/>
                </a:lnTo>
                <a:close/>
                <a:moveTo>
                  <a:pt x="4167" y="4608"/>
                </a:moveTo>
                <a:lnTo>
                  <a:pt x="4167" y="4233"/>
                </a:lnTo>
                <a:lnTo>
                  <a:pt x="4085" y="4220"/>
                </a:lnTo>
                <a:lnTo>
                  <a:pt x="4001" y="4204"/>
                </a:lnTo>
                <a:lnTo>
                  <a:pt x="3872" y="4180"/>
                </a:lnTo>
                <a:lnTo>
                  <a:pt x="3805" y="4166"/>
                </a:lnTo>
                <a:lnTo>
                  <a:pt x="3739" y="4153"/>
                </a:lnTo>
                <a:lnTo>
                  <a:pt x="3739" y="4513"/>
                </a:lnTo>
                <a:lnTo>
                  <a:pt x="3776" y="4526"/>
                </a:lnTo>
                <a:lnTo>
                  <a:pt x="3815" y="4536"/>
                </a:lnTo>
                <a:lnTo>
                  <a:pt x="3900" y="4559"/>
                </a:lnTo>
                <a:lnTo>
                  <a:pt x="3995" y="4579"/>
                </a:lnTo>
                <a:lnTo>
                  <a:pt x="4097" y="4599"/>
                </a:lnTo>
                <a:lnTo>
                  <a:pt x="4167" y="4608"/>
                </a:lnTo>
                <a:close/>
                <a:moveTo>
                  <a:pt x="3678" y="4492"/>
                </a:moveTo>
                <a:lnTo>
                  <a:pt x="3678" y="4147"/>
                </a:lnTo>
                <a:lnTo>
                  <a:pt x="3605" y="4137"/>
                </a:lnTo>
                <a:lnTo>
                  <a:pt x="3534" y="4128"/>
                </a:lnTo>
                <a:lnTo>
                  <a:pt x="3462" y="4116"/>
                </a:lnTo>
                <a:lnTo>
                  <a:pt x="3394" y="4104"/>
                </a:lnTo>
                <a:lnTo>
                  <a:pt x="3394" y="4294"/>
                </a:lnTo>
                <a:lnTo>
                  <a:pt x="3400" y="4305"/>
                </a:lnTo>
                <a:lnTo>
                  <a:pt x="3407" y="4317"/>
                </a:lnTo>
                <a:lnTo>
                  <a:pt x="3416" y="4329"/>
                </a:lnTo>
                <a:lnTo>
                  <a:pt x="3427" y="4341"/>
                </a:lnTo>
                <a:lnTo>
                  <a:pt x="3438" y="4354"/>
                </a:lnTo>
                <a:lnTo>
                  <a:pt x="3451" y="4366"/>
                </a:lnTo>
                <a:lnTo>
                  <a:pt x="3467" y="4379"/>
                </a:lnTo>
                <a:lnTo>
                  <a:pt x="3483" y="4392"/>
                </a:lnTo>
                <a:lnTo>
                  <a:pt x="3502" y="4404"/>
                </a:lnTo>
                <a:lnTo>
                  <a:pt x="3521" y="4417"/>
                </a:lnTo>
                <a:lnTo>
                  <a:pt x="3567" y="4442"/>
                </a:lnTo>
                <a:lnTo>
                  <a:pt x="3619" y="4468"/>
                </a:lnTo>
                <a:lnTo>
                  <a:pt x="3678" y="4492"/>
                </a:lnTo>
                <a:close/>
                <a:moveTo>
                  <a:pt x="5695" y="4118"/>
                </a:moveTo>
                <a:lnTo>
                  <a:pt x="5695" y="4500"/>
                </a:lnTo>
                <a:lnTo>
                  <a:pt x="5741" y="4480"/>
                </a:lnTo>
                <a:lnTo>
                  <a:pt x="5784" y="4457"/>
                </a:lnTo>
                <a:lnTo>
                  <a:pt x="5823" y="4434"/>
                </a:lnTo>
                <a:lnTo>
                  <a:pt x="5860" y="4408"/>
                </a:lnTo>
                <a:lnTo>
                  <a:pt x="5893" y="4382"/>
                </a:lnTo>
                <a:lnTo>
                  <a:pt x="5910" y="4369"/>
                </a:lnTo>
                <a:lnTo>
                  <a:pt x="5924" y="4354"/>
                </a:lnTo>
                <a:lnTo>
                  <a:pt x="5937" y="4338"/>
                </a:lnTo>
                <a:lnTo>
                  <a:pt x="5950" y="4323"/>
                </a:lnTo>
                <a:lnTo>
                  <a:pt x="5962" y="4306"/>
                </a:lnTo>
                <a:lnTo>
                  <a:pt x="5973" y="4290"/>
                </a:lnTo>
                <a:lnTo>
                  <a:pt x="5985" y="3912"/>
                </a:lnTo>
                <a:lnTo>
                  <a:pt x="5962" y="3941"/>
                </a:lnTo>
                <a:lnTo>
                  <a:pt x="5934" y="3968"/>
                </a:lnTo>
                <a:lnTo>
                  <a:pt x="5904" y="3996"/>
                </a:lnTo>
                <a:lnTo>
                  <a:pt x="5869" y="4022"/>
                </a:lnTo>
                <a:lnTo>
                  <a:pt x="5831" y="4048"/>
                </a:lnTo>
                <a:lnTo>
                  <a:pt x="5788" y="4072"/>
                </a:lnTo>
                <a:lnTo>
                  <a:pt x="5744" y="4095"/>
                </a:lnTo>
                <a:lnTo>
                  <a:pt x="5695" y="4118"/>
                </a:lnTo>
                <a:close/>
                <a:moveTo>
                  <a:pt x="5977" y="3769"/>
                </a:moveTo>
                <a:lnTo>
                  <a:pt x="5977" y="3769"/>
                </a:lnTo>
                <a:lnTo>
                  <a:pt x="5977" y="3755"/>
                </a:lnTo>
                <a:lnTo>
                  <a:pt x="5976" y="3742"/>
                </a:lnTo>
                <a:lnTo>
                  <a:pt x="5973" y="3728"/>
                </a:lnTo>
                <a:lnTo>
                  <a:pt x="5968" y="3714"/>
                </a:lnTo>
                <a:lnTo>
                  <a:pt x="5962" y="3702"/>
                </a:lnTo>
                <a:lnTo>
                  <a:pt x="5956" y="3688"/>
                </a:lnTo>
                <a:lnTo>
                  <a:pt x="5947" y="3676"/>
                </a:lnTo>
                <a:lnTo>
                  <a:pt x="5939" y="3662"/>
                </a:lnTo>
                <a:lnTo>
                  <a:pt x="5918" y="3638"/>
                </a:lnTo>
                <a:lnTo>
                  <a:pt x="5893" y="3615"/>
                </a:lnTo>
                <a:lnTo>
                  <a:pt x="5864" y="3591"/>
                </a:lnTo>
                <a:lnTo>
                  <a:pt x="5832" y="3570"/>
                </a:lnTo>
                <a:lnTo>
                  <a:pt x="5799" y="3548"/>
                </a:lnTo>
                <a:lnTo>
                  <a:pt x="5761" y="3528"/>
                </a:lnTo>
                <a:lnTo>
                  <a:pt x="5721" y="3510"/>
                </a:lnTo>
                <a:lnTo>
                  <a:pt x="5680" y="3492"/>
                </a:lnTo>
                <a:lnTo>
                  <a:pt x="5636" y="3475"/>
                </a:lnTo>
                <a:lnTo>
                  <a:pt x="5590" y="3462"/>
                </a:lnTo>
                <a:lnTo>
                  <a:pt x="5543" y="3448"/>
                </a:lnTo>
                <a:lnTo>
                  <a:pt x="5496" y="3436"/>
                </a:lnTo>
                <a:lnTo>
                  <a:pt x="5496" y="3679"/>
                </a:lnTo>
                <a:lnTo>
                  <a:pt x="5494" y="3690"/>
                </a:lnTo>
                <a:lnTo>
                  <a:pt x="5493" y="3700"/>
                </a:lnTo>
                <a:lnTo>
                  <a:pt x="5490" y="3710"/>
                </a:lnTo>
                <a:lnTo>
                  <a:pt x="5485" y="3719"/>
                </a:lnTo>
                <a:lnTo>
                  <a:pt x="5475" y="3737"/>
                </a:lnTo>
                <a:lnTo>
                  <a:pt x="5458" y="3757"/>
                </a:lnTo>
                <a:lnTo>
                  <a:pt x="5434" y="3783"/>
                </a:lnTo>
                <a:lnTo>
                  <a:pt x="5409" y="3807"/>
                </a:lnTo>
                <a:lnTo>
                  <a:pt x="5383" y="3831"/>
                </a:lnTo>
                <a:lnTo>
                  <a:pt x="5354" y="3854"/>
                </a:lnTo>
                <a:lnTo>
                  <a:pt x="5324" y="3877"/>
                </a:lnTo>
                <a:lnTo>
                  <a:pt x="5292" y="3897"/>
                </a:lnTo>
                <a:lnTo>
                  <a:pt x="5260" y="3918"/>
                </a:lnTo>
                <a:lnTo>
                  <a:pt x="5225" y="3936"/>
                </a:lnTo>
                <a:lnTo>
                  <a:pt x="5188" y="3955"/>
                </a:lnTo>
                <a:lnTo>
                  <a:pt x="5150" y="3971"/>
                </a:lnTo>
                <a:lnTo>
                  <a:pt x="5112" y="3988"/>
                </a:lnTo>
                <a:lnTo>
                  <a:pt x="5073" y="4003"/>
                </a:lnTo>
                <a:lnTo>
                  <a:pt x="5030" y="4019"/>
                </a:lnTo>
                <a:lnTo>
                  <a:pt x="4987" y="4032"/>
                </a:lnTo>
                <a:lnTo>
                  <a:pt x="4943" y="4045"/>
                </a:lnTo>
                <a:lnTo>
                  <a:pt x="4899" y="4057"/>
                </a:lnTo>
                <a:lnTo>
                  <a:pt x="4852" y="4067"/>
                </a:lnTo>
                <a:lnTo>
                  <a:pt x="4805" y="4078"/>
                </a:lnTo>
                <a:lnTo>
                  <a:pt x="4758" y="4087"/>
                </a:lnTo>
                <a:lnTo>
                  <a:pt x="4707" y="4096"/>
                </a:lnTo>
                <a:lnTo>
                  <a:pt x="4607" y="4111"/>
                </a:lnTo>
                <a:lnTo>
                  <a:pt x="4502" y="4124"/>
                </a:lnTo>
                <a:lnTo>
                  <a:pt x="4395" y="4133"/>
                </a:lnTo>
                <a:lnTo>
                  <a:pt x="4284" y="4139"/>
                </a:lnTo>
                <a:lnTo>
                  <a:pt x="4171" y="4142"/>
                </a:lnTo>
                <a:lnTo>
                  <a:pt x="4057" y="4142"/>
                </a:lnTo>
                <a:lnTo>
                  <a:pt x="4164" y="4160"/>
                </a:lnTo>
                <a:lnTo>
                  <a:pt x="4267" y="4174"/>
                </a:lnTo>
                <a:lnTo>
                  <a:pt x="4369" y="4186"/>
                </a:lnTo>
                <a:lnTo>
                  <a:pt x="4468" y="4194"/>
                </a:lnTo>
                <a:lnTo>
                  <a:pt x="4564" y="4200"/>
                </a:lnTo>
                <a:lnTo>
                  <a:pt x="4659" y="4203"/>
                </a:lnTo>
                <a:lnTo>
                  <a:pt x="4750" y="4203"/>
                </a:lnTo>
                <a:lnTo>
                  <a:pt x="4840" y="4201"/>
                </a:lnTo>
                <a:lnTo>
                  <a:pt x="4925" y="4197"/>
                </a:lnTo>
                <a:lnTo>
                  <a:pt x="5009" y="4189"/>
                </a:lnTo>
                <a:lnTo>
                  <a:pt x="5089" y="4180"/>
                </a:lnTo>
                <a:lnTo>
                  <a:pt x="5167" y="4171"/>
                </a:lnTo>
                <a:lnTo>
                  <a:pt x="5242" y="4157"/>
                </a:lnTo>
                <a:lnTo>
                  <a:pt x="5313" y="4143"/>
                </a:lnTo>
                <a:lnTo>
                  <a:pt x="5380" y="4128"/>
                </a:lnTo>
                <a:lnTo>
                  <a:pt x="5446" y="4111"/>
                </a:lnTo>
                <a:lnTo>
                  <a:pt x="5508" y="4093"/>
                </a:lnTo>
                <a:lnTo>
                  <a:pt x="5566" y="4073"/>
                </a:lnTo>
                <a:lnTo>
                  <a:pt x="5621" y="4054"/>
                </a:lnTo>
                <a:lnTo>
                  <a:pt x="5671" y="4032"/>
                </a:lnTo>
                <a:lnTo>
                  <a:pt x="5718" y="4011"/>
                </a:lnTo>
                <a:lnTo>
                  <a:pt x="5762" y="3990"/>
                </a:lnTo>
                <a:lnTo>
                  <a:pt x="5802" y="3967"/>
                </a:lnTo>
                <a:lnTo>
                  <a:pt x="5839" y="3944"/>
                </a:lnTo>
                <a:lnTo>
                  <a:pt x="5871" y="3921"/>
                </a:lnTo>
                <a:lnTo>
                  <a:pt x="5898" y="3898"/>
                </a:lnTo>
                <a:lnTo>
                  <a:pt x="5922" y="3876"/>
                </a:lnTo>
                <a:lnTo>
                  <a:pt x="5942" y="3853"/>
                </a:lnTo>
                <a:lnTo>
                  <a:pt x="5957" y="3831"/>
                </a:lnTo>
                <a:lnTo>
                  <a:pt x="5968" y="3809"/>
                </a:lnTo>
                <a:lnTo>
                  <a:pt x="5973" y="3799"/>
                </a:lnTo>
                <a:lnTo>
                  <a:pt x="5976" y="3789"/>
                </a:lnTo>
                <a:lnTo>
                  <a:pt x="5977" y="3778"/>
                </a:lnTo>
                <a:lnTo>
                  <a:pt x="5977" y="3769"/>
                </a:lnTo>
                <a:close/>
                <a:moveTo>
                  <a:pt x="3782" y="3165"/>
                </a:moveTo>
                <a:lnTo>
                  <a:pt x="3782" y="2895"/>
                </a:lnTo>
                <a:lnTo>
                  <a:pt x="3727" y="2872"/>
                </a:lnTo>
                <a:lnTo>
                  <a:pt x="3680" y="2850"/>
                </a:lnTo>
                <a:lnTo>
                  <a:pt x="3657" y="2837"/>
                </a:lnTo>
                <a:lnTo>
                  <a:pt x="3637" y="2824"/>
                </a:lnTo>
                <a:lnTo>
                  <a:pt x="3617" y="2812"/>
                </a:lnTo>
                <a:lnTo>
                  <a:pt x="3601" y="2798"/>
                </a:lnTo>
                <a:lnTo>
                  <a:pt x="3601" y="3035"/>
                </a:lnTo>
                <a:lnTo>
                  <a:pt x="3610" y="3051"/>
                </a:lnTo>
                <a:lnTo>
                  <a:pt x="3622" y="3066"/>
                </a:lnTo>
                <a:lnTo>
                  <a:pt x="3639" y="3081"/>
                </a:lnTo>
                <a:lnTo>
                  <a:pt x="3658" y="3098"/>
                </a:lnTo>
                <a:lnTo>
                  <a:pt x="3683" y="3114"/>
                </a:lnTo>
                <a:lnTo>
                  <a:pt x="3712" y="3131"/>
                </a:lnTo>
                <a:lnTo>
                  <a:pt x="3745" y="3148"/>
                </a:lnTo>
                <a:lnTo>
                  <a:pt x="3782" y="3165"/>
                </a:lnTo>
                <a:close/>
                <a:moveTo>
                  <a:pt x="5522" y="2742"/>
                </a:moveTo>
                <a:lnTo>
                  <a:pt x="5522" y="2742"/>
                </a:lnTo>
                <a:lnTo>
                  <a:pt x="5531" y="2732"/>
                </a:lnTo>
                <a:lnTo>
                  <a:pt x="5539" y="2725"/>
                </a:lnTo>
                <a:lnTo>
                  <a:pt x="5546" y="2716"/>
                </a:lnTo>
                <a:lnTo>
                  <a:pt x="5552" y="2705"/>
                </a:lnTo>
                <a:lnTo>
                  <a:pt x="5557" y="2696"/>
                </a:lnTo>
                <a:lnTo>
                  <a:pt x="5561" y="2685"/>
                </a:lnTo>
                <a:lnTo>
                  <a:pt x="5564" y="2675"/>
                </a:lnTo>
                <a:lnTo>
                  <a:pt x="5566" y="2662"/>
                </a:lnTo>
                <a:lnTo>
                  <a:pt x="5566" y="2650"/>
                </a:lnTo>
                <a:lnTo>
                  <a:pt x="5566" y="2640"/>
                </a:lnTo>
                <a:lnTo>
                  <a:pt x="5564" y="2627"/>
                </a:lnTo>
                <a:lnTo>
                  <a:pt x="5561" y="2614"/>
                </a:lnTo>
                <a:lnTo>
                  <a:pt x="5558" y="2601"/>
                </a:lnTo>
                <a:lnTo>
                  <a:pt x="5554" y="2589"/>
                </a:lnTo>
                <a:lnTo>
                  <a:pt x="5542" y="2563"/>
                </a:lnTo>
                <a:lnTo>
                  <a:pt x="5525" y="2538"/>
                </a:lnTo>
                <a:lnTo>
                  <a:pt x="5505" y="2512"/>
                </a:lnTo>
                <a:lnTo>
                  <a:pt x="5481" y="2486"/>
                </a:lnTo>
                <a:lnTo>
                  <a:pt x="5452" y="2461"/>
                </a:lnTo>
                <a:lnTo>
                  <a:pt x="5420" y="2439"/>
                </a:lnTo>
                <a:lnTo>
                  <a:pt x="5383" y="2417"/>
                </a:lnTo>
                <a:lnTo>
                  <a:pt x="5342" y="2396"/>
                </a:lnTo>
                <a:lnTo>
                  <a:pt x="5298" y="2379"/>
                </a:lnTo>
                <a:lnTo>
                  <a:pt x="5262" y="2366"/>
                </a:lnTo>
                <a:lnTo>
                  <a:pt x="5222" y="2355"/>
                </a:lnTo>
                <a:lnTo>
                  <a:pt x="5179" y="2343"/>
                </a:lnTo>
                <a:lnTo>
                  <a:pt x="5135" y="2332"/>
                </a:lnTo>
                <a:lnTo>
                  <a:pt x="5089" y="2323"/>
                </a:lnTo>
                <a:lnTo>
                  <a:pt x="5041" y="2315"/>
                </a:lnTo>
                <a:lnTo>
                  <a:pt x="4992" y="2306"/>
                </a:lnTo>
                <a:lnTo>
                  <a:pt x="4940" y="2300"/>
                </a:lnTo>
                <a:lnTo>
                  <a:pt x="4889" y="2294"/>
                </a:lnTo>
                <a:lnTo>
                  <a:pt x="4834" y="2289"/>
                </a:lnTo>
                <a:lnTo>
                  <a:pt x="4779" y="2285"/>
                </a:lnTo>
                <a:lnTo>
                  <a:pt x="4724" y="2282"/>
                </a:lnTo>
                <a:lnTo>
                  <a:pt x="4668" y="2280"/>
                </a:lnTo>
                <a:lnTo>
                  <a:pt x="4610" y="2280"/>
                </a:lnTo>
                <a:lnTo>
                  <a:pt x="4552" y="2280"/>
                </a:lnTo>
                <a:lnTo>
                  <a:pt x="4496" y="2282"/>
                </a:lnTo>
                <a:lnTo>
                  <a:pt x="4438" y="2283"/>
                </a:lnTo>
                <a:lnTo>
                  <a:pt x="4380" y="2288"/>
                </a:lnTo>
                <a:lnTo>
                  <a:pt x="4322" y="2292"/>
                </a:lnTo>
                <a:lnTo>
                  <a:pt x="4266" y="2299"/>
                </a:lnTo>
                <a:lnTo>
                  <a:pt x="4210" y="2306"/>
                </a:lnTo>
                <a:lnTo>
                  <a:pt x="4153" y="2315"/>
                </a:lnTo>
                <a:lnTo>
                  <a:pt x="4098" y="2324"/>
                </a:lnTo>
                <a:lnTo>
                  <a:pt x="4045" y="2337"/>
                </a:lnTo>
                <a:lnTo>
                  <a:pt x="3992" y="2349"/>
                </a:lnTo>
                <a:lnTo>
                  <a:pt x="3940" y="2364"/>
                </a:lnTo>
                <a:lnTo>
                  <a:pt x="3891" y="2379"/>
                </a:lnTo>
                <a:lnTo>
                  <a:pt x="3843" y="2396"/>
                </a:lnTo>
                <a:lnTo>
                  <a:pt x="3797" y="2414"/>
                </a:lnTo>
                <a:lnTo>
                  <a:pt x="3753" y="2434"/>
                </a:lnTo>
                <a:lnTo>
                  <a:pt x="3710" y="2455"/>
                </a:lnTo>
                <a:lnTo>
                  <a:pt x="3671" y="2480"/>
                </a:lnTo>
                <a:lnTo>
                  <a:pt x="3642" y="2498"/>
                </a:lnTo>
                <a:lnTo>
                  <a:pt x="3619" y="2519"/>
                </a:lnTo>
                <a:lnTo>
                  <a:pt x="3599" y="2539"/>
                </a:lnTo>
                <a:lnTo>
                  <a:pt x="3585" y="2559"/>
                </a:lnTo>
                <a:lnTo>
                  <a:pt x="3575" y="2579"/>
                </a:lnTo>
                <a:lnTo>
                  <a:pt x="3569" y="2598"/>
                </a:lnTo>
                <a:lnTo>
                  <a:pt x="3566" y="2617"/>
                </a:lnTo>
                <a:lnTo>
                  <a:pt x="3566" y="2636"/>
                </a:lnTo>
                <a:lnTo>
                  <a:pt x="3569" y="2653"/>
                </a:lnTo>
                <a:lnTo>
                  <a:pt x="3575" y="2670"/>
                </a:lnTo>
                <a:lnTo>
                  <a:pt x="3581" y="2687"/>
                </a:lnTo>
                <a:lnTo>
                  <a:pt x="3590" y="2700"/>
                </a:lnTo>
                <a:lnTo>
                  <a:pt x="3601" y="2714"/>
                </a:lnTo>
                <a:lnTo>
                  <a:pt x="3613" y="2725"/>
                </a:lnTo>
                <a:lnTo>
                  <a:pt x="3625" y="2735"/>
                </a:lnTo>
                <a:lnTo>
                  <a:pt x="3637" y="2745"/>
                </a:lnTo>
                <a:lnTo>
                  <a:pt x="3672" y="2763"/>
                </a:lnTo>
                <a:lnTo>
                  <a:pt x="3713" y="2784"/>
                </a:lnTo>
                <a:lnTo>
                  <a:pt x="3763" y="2807"/>
                </a:lnTo>
                <a:lnTo>
                  <a:pt x="3820" y="2831"/>
                </a:lnTo>
                <a:lnTo>
                  <a:pt x="3884" y="2854"/>
                </a:lnTo>
                <a:lnTo>
                  <a:pt x="3920" y="2866"/>
                </a:lnTo>
                <a:lnTo>
                  <a:pt x="3957" y="2877"/>
                </a:lnTo>
                <a:lnTo>
                  <a:pt x="3996" y="2888"/>
                </a:lnTo>
                <a:lnTo>
                  <a:pt x="4037" y="2897"/>
                </a:lnTo>
                <a:lnTo>
                  <a:pt x="4080" y="2906"/>
                </a:lnTo>
                <a:lnTo>
                  <a:pt x="4126" y="2915"/>
                </a:lnTo>
                <a:lnTo>
                  <a:pt x="4182" y="2924"/>
                </a:lnTo>
                <a:lnTo>
                  <a:pt x="4238" y="2933"/>
                </a:lnTo>
                <a:lnTo>
                  <a:pt x="4295" y="2939"/>
                </a:lnTo>
                <a:lnTo>
                  <a:pt x="4350" y="2945"/>
                </a:lnTo>
                <a:lnTo>
                  <a:pt x="4406" y="2950"/>
                </a:lnTo>
                <a:lnTo>
                  <a:pt x="4461" y="2953"/>
                </a:lnTo>
                <a:lnTo>
                  <a:pt x="4514" y="2955"/>
                </a:lnTo>
                <a:lnTo>
                  <a:pt x="4569" y="2956"/>
                </a:lnTo>
                <a:lnTo>
                  <a:pt x="4622" y="2956"/>
                </a:lnTo>
                <a:lnTo>
                  <a:pt x="4674" y="2955"/>
                </a:lnTo>
                <a:lnTo>
                  <a:pt x="4726" y="2953"/>
                </a:lnTo>
                <a:lnTo>
                  <a:pt x="4777" y="2950"/>
                </a:lnTo>
                <a:lnTo>
                  <a:pt x="4828" y="2945"/>
                </a:lnTo>
                <a:lnTo>
                  <a:pt x="4876" y="2941"/>
                </a:lnTo>
                <a:lnTo>
                  <a:pt x="4925" y="2935"/>
                </a:lnTo>
                <a:lnTo>
                  <a:pt x="4972" y="2929"/>
                </a:lnTo>
                <a:lnTo>
                  <a:pt x="5018" y="2921"/>
                </a:lnTo>
                <a:lnTo>
                  <a:pt x="5064" y="2914"/>
                </a:lnTo>
                <a:lnTo>
                  <a:pt x="5106" y="2904"/>
                </a:lnTo>
                <a:lnTo>
                  <a:pt x="5149" y="2895"/>
                </a:lnTo>
                <a:lnTo>
                  <a:pt x="5188" y="2885"/>
                </a:lnTo>
                <a:lnTo>
                  <a:pt x="5228" y="2874"/>
                </a:lnTo>
                <a:lnTo>
                  <a:pt x="5266" y="2863"/>
                </a:lnTo>
                <a:lnTo>
                  <a:pt x="5301" y="2851"/>
                </a:lnTo>
                <a:lnTo>
                  <a:pt x="5336" y="2839"/>
                </a:lnTo>
                <a:lnTo>
                  <a:pt x="5368" y="2825"/>
                </a:lnTo>
                <a:lnTo>
                  <a:pt x="5399" y="2813"/>
                </a:lnTo>
                <a:lnTo>
                  <a:pt x="5427" y="2799"/>
                </a:lnTo>
                <a:lnTo>
                  <a:pt x="5455" y="2784"/>
                </a:lnTo>
                <a:lnTo>
                  <a:pt x="5479" y="2770"/>
                </a:lnTo>
                <a:lnTo>
                  <a:pt x="5502" y="2755"/>
                </a:lnTo>
                <a:lnTo>
                  <a:pt x="5522" y="2742"/>
                </a:lnTo>
                <a:close/>
                <a:moveTo>
                  <a:pt x="3843" y="2918"/>
                </a:moveTo>
                <a:lnTo>
                  <a:pt x="3843" y="3188"/>
                </a:lnTo>
                <a:lnTo>
                  <a:pt x="3904" y="3207"/>
                </a:lnTo>
                <a:lnTo>
                  <a:pt x="3971" y="3226"/>
                </a:lnTo>
                <a:lnTo>
                  <a:pt x="4047" y="3242"/>
                </a:lnTo>
                <a:lnTo>
                  <a:pt x="4130" y="3259"/>
                </a:lnTo>
                <a:lnTo>
                  <a:pt x="4158" y="3264"/>
                </a:lnTo>
                <a:lnTo>
                  <a:pt x="4158" y="2993"/>
                </a:lnTo>
                <a:lnTo>
                  <a:pt x="4114" y="2985"/>
                </a:lnTo>
                <a:lnTo>
                  <a:pt x="4037" y="2970"/>
                </a:lnTo>
                <a:lnTo>
                  <a:pt x="3967" y="2953"/>
                </a:lnTo>
                <a:lnTo>
                  <a:pt x="3904" y="2936"/>
                </a:lnTo>
                <a:lnTo>
                  <a:pt x="3843" y="2918"/>
                </a:lnTo>
                <a:close/>
                <a:moveTo>
                  <a:pt x="5348" y="2909"/>
                </a:moveTo>
                <a:lnTo>
                  <a:pt x="5348" y="3189"/>
                </a:lnTo>
                <a:lnTo>
                  <a:pt x="5386" y="3174"/>
                </a:lnTo>
                <a:lnTo>
                  <a:pt x="5423" y="3154"/>
                </a:lnTo>
                <a:lnTo>
                  <a:pt x="5458" y="3133"/>
                </a:lnTo>
                <a:lnTo>
                  <a:pt x="5490" y="3111"/>
                </a:lnTo>
                <a:lnTo>
                  <a:pt x="5517" y="3089"/>
                </a:lnTo>
                <a:lnTo>
                  <a:pt x="5539" y="3067"/>
                </a:lnTo>
                <a:lnTo>
                  <a:pt x="5546" y="3057"/>
                </a:lnTo>
                <a:lnTo>
                  <a:pt x="5552" y="3047"/>
                </a:lnTo>
                <a:lnTo>
                  <a:pt x="5557" y="3040"/>
                </a:lnTo>
                <a:lnTo>
                  <a:pt x="5558" y="3032"/>
                </a:lnTo>
                <a:lnTo>
                  <a:pt x="5563" y="2939"/>
                </a:lnTo>
                <a:lnTo>
                  <a:pt x="5568" y="2795"/>
                </a:lnTo>
                <a:lnTo>
                  <a:pt x="5546" y="2810"/>
                </a:lnTo>
                <a:lnTo>
                  <a:pt x="5523" y="2825"/>
                </a:lnTo>
                <a:lnTo>
                  <a:pt x="5499" y="2840"/>
                </a:lnTo>
                <a:lnTo>
                  <a:pt x="5472" y="2856"/>
                </a:lnTo>
                <a:lnTo>
                  <a:pt x="5444" y="2869"/>
                </a:lnTo>
                <a:lnTo>
                  <a:pt x="5414" y="2883"/>
                </a:lnTo>
                <a:lnTo>
                  <a:pt x="5382" y="2897"/>
                </a:lnTo>
                <a:lnTo>
                  <a:pt x="5348" y="2909"/>
                </a:lnTo>
                <a:close/>
                <a:moveTo>
                  <a:pt x="5287" y="3210"/>
                </a:moveTo>
                <a:lnTo>
                  <a:pt x="5287" y="2930"/>
                </a:lnTo>
                <a:lnTo>
                  <a:pt x="5216" y="2952"/>
                </a:lnTo>
                <a:lnTo>
                  <a:pt x="5138" y="2970"/>
                </a:lnTo>
                <a:lnTo>
                  <a:pt x="5058" y="2987"/>
                </a:lnTo>
                <a:lnTo>
                  <a:pt x="4972" y="3000"/>
                </a:lnTo>
                <a:lnTo>
                  <a:pt x="4972" y="3271"/>
                </a:lnTo>
                <a:lnTo>
                  <a:pt x="5056" y="3261"/>
                </a:lnTo>
                <a:lnTo>
                  <a:pt x="5137" y="3247"/>
                </a:lnTo>
                <a:lnTo>
                  <a:pt x="5176" y="3239"/>
                </a:lnTo>
                <a:lnTo>
                  <a:pt x="5214" y="3230"/>
                </a:lnTo>
                <a:lnTo>
                  <a:pt x="5252" y="3221"/>
                </a:lnTo>
                <a:lnTo>
                  <a:pt x="5287" y="3210"/>
                </a:lnTo>
                <a:close/>
                <a:moveTo>
                  <a:pt x="4596" y="3026"/>
                </a:moveTo>
                <a:lnTo>
                  <a:pt x="4596" y="3288"/>
                </a:lnTo>
                <a:lnTo>
                  <a:pt x="4672" y="3288"/>
                </a:lnTo>
                <a:lnTo>
                  <a:pt x="4752" y="3286"/>
                </a:lnTo>
                <a:lnTo>
                  <a:pt x="4832" y="3282"/>
                </a:lnTo>
                <a:lnTo>
                  <a:pt x="4911" y="3277"/>
                </a:lnTo>
                <a:lnTo>
                  <a:pt x="4911" y="3008"/>
                </a:lnTo>
                <a:lnTo>
                  <a:pt x="4835" y="3016"/>
                </a:lnTo>
                <a:lnTo>
                  <a:pt x="4758" y="3022"/>
                </a:lnTo>
                <a:lnTo>
                  <a:pt x="4677" y="3025"/>
                </a:lnTo>
                <a:lnTo>
                  <a:pt x="4596" y="3026"/>
                </a:lnTo>
                <a:close/>
                <a:moveTo>
                  <a:pt x="4535" y="3288"/>
                </a:moveTo>
                <a:lnTo>
                  <a:pt x="4535" y="3026"/>
                </a:lnTo>
                <a:lnTo>
                  <a:pt x="4458" y="3023"/>
                </a:lnTo>
                <a:lnTo>
                  <a:pt x="4379" y="3019"/>
                </a:lnTo>
                <a:lnTo>
                  <a:pt x="4299" y="3011"/>
                </a:lnTo>
                <a:lnTo>
                  <a:pt x="4219" y="3000"/>
                </a:lnTo>
                <a:lnTo>
                  <a:pt x="4219" y="3270"/>
                </a:lnTo>
                <a:lnTo>
                  <a:pt x="4283" y="3276"/>
                </a:lnTo>
                <a:lnTo>
                  <a:pt x="4359" y="3280"/>
                </a:lnTo>
                <a:lnTo>
                  <a:pt x="4442" y="3285"/>
                </a:lnTo>
                <a:lnTo>
                  <a:pt x="4535" y="3288"/>
                </a:lnTo>
                <a:close/>
                <a:moveTo>
                  <a:pt x="5385" y="3341"/>
                </a:moveTo>
                <a:lnTo>
                  <a:pt x="5385" y="3341"/>
                </a:lnTo>
                <a:lnTo>
                  <a:pt x="5356" y="3364"/>
                </a:lnTo>
                <a:lnTo>
                  <a:pt x="5325" y="3388"/>
                </a:lnTo>
                <a:lnTo>
                  <a:pt x="5290" y="3411"/>
                </a:lnTo>
                <a:lnTo>
                  <a:pt x="5252" y="3434"/>
                </a:lnTo>
                <a:lnTo>
                  <a:pt x="5210" y="3455"/>
                </a:lnTo>
                <a:lnTo>
                  <a:pt x="5166" y="3477"/>
                </a:lnTo>
                <a:lnTo>
                  <a:pt x="5118" y="3497"/>
                </a:lnTo>
                <a:lnTo>
                  <a:pt x="5068" y="3515"/>
                </a:lnTo>
                <a:lnTo>
                  <a:pt x="5068" y="3903"/>
                </a:lnTo>
                <a:lnTo>
                  <a:pt x="5117" y="3883"/>
                </a:lnTo>
                <a:lnTo>
                  <a:pt x="5163" y="3862"/>
                </a:lnTo>
                <a:lnTo>
                  <a:pt x="5207" y="3839"/>
                </a:lnTo>
                <a:lnTo>
                  <a:pt x="5248" y="3815"/>
                </a:lnTo>
                <a:lnTo>
                  <a:pt x="5287" y="3789"/>
                </a:lnTo>
                <a:lnTo>
                  <a:pt x="5322" y="3760"/>
                </a:lnTo>
                <a:lnTo>
                  <a:pt x="5339" y="3745"/>
                </a:lnTo>
                <a:lnTo>
                  <a:pt x="5356" y="3729"/>
                </a:lnTo>
                <a:lnTo>
                  <a:pt x="5370" y="3713"/>
                </a:lnTo>
                <a:lnTo>
                  <a:pt x="5385" y="3696"/>
                </a:lnTo>
                <a:lnTo>
                  <a:pt x="5386" y="3653"/>
                </a:lnTo>
                <a:lnTo>
                  <a:pt x="5388" y="3608"/>
                </a:lnTo>
                <a:lnTo>
                  <a:pt x="5386" y="3513"/>
                </a:lnTo>
                <a:lnTo>
                  <a:pt x="5385" y="3420"/>
                </a:lnTo>
                <a:lnTo>
                  <a:pt x="5385" y="3341"/>
                </a:lnTo>
                <a:close/>
                <a:moveTo>
                  <a:pt x="5007" y="3924"/>
                </a:moveTo>
                <a:lnTo>
                  <a:pt x="5007" y="3536"/>
                </a:lnTo>
                <a:lnTo>
                  <a:pt x="4959" y="3551"/>
                </a:lnTo>
                <a:lnTo>
                  <a:pt x="4910" y="3565"/>
                </a:lnTo>
                <a:lnTo>
                  <a:pt x="4858" y="3577"/>
                </a:lnTo>
                <a:lnTo>
                  <a:pt x="4805" y="3589"/>
                </a:lnTo>
                <a:lnTo>
                  <a:pt x="4752" y="3602"/>
                </a:lnTo>
                <a:lnTo>
                  <a:pt x="4695" y="3612"/>
                </a:lnTo>
                <a:lnTo>
                  <a:pt x="4637" y="3621"/>
                </a:lnTo>
                <a:lnTo>
                  <a:pt x="4579" y="3630"/>
                </a:lnTo>
                <a:lnTo>
                  <a:pt x="4579" y="4011"/>
                </a:lnTo>
                <a:lnTo>
                  <a:pt x="4636" y="4005"/>
                </a:lnTo>
                <a:lnTo>
                  <a:pt x="4691" y="3996"/>
                </a:lnTo>
                <a:lnTo>
                  <a:pt x="4745" y="3988"/>
                </a:lnTo>
                <a:lnTo>
                  <a:pt x="4800" y="3978"/>
                </a:lnTo>
                <a:lnTo>
                  <a:pt x="4854" y="3965"/>
                </a:lnTo>
                <a:lnTo>
                  <a:pt x="4907" y="3953"/>
                </a:lnTo>
                <a:lnTo>
                  <a:pt x="4957" y="3939"/>
                </a:lnTo>
                <a:lnTo>
                  <a:pt x="5007" y="3924"/>
                </a:lnTo>
                <a:close/>
                <a:moveTo>
                  <a:pt x="4519" y="4017"/>
                </a:moveTo>
                <a:lnTo>
                  <a:pt x="4519" y="3638"/>
                </a:lnTo>
                <a:lnTo>
                  <a:pt x="4415" y="3649"/>
                </a:lnTo>
                <a:lnTo>
                  <a:pt x="4308" y="3656"/>
                </a:lnTo>
                <a:lnTo>
                  <a:pt x="4200" y="3661"/>
                </a:lnTo>
                <a:lnTo>
                  <a:pt x="4089" y="3662"/>
                </a:lnTo>
                <a:lnTo>
                  <a:pt x="4089" y="4035"/>
                </a:lnTo>
                <a:lnTo>
                  <a:pt x="4194" y="4035"/>
                </a:lnTo>
                <a:lnTo>
                  <a:pt x="4301" y="4032"/>
                </a:lnTo>
                <a:lnTo>
                  <a:pt x="4409" y="4026"/>
                </a:lnTo>
                <a:lnTo>
                  <a:pt x="4519" y="4017"/>
                </a:lnTo>
                <a:close/>
                <a:moveTo>
                  <a:pt x="4028" y="4035"/>
                </a:moveTo>
                <a:lnTo>
                  <a:pt x="4028" y="3662"/>
                </a:lnTo>
                <a:lnTo>
                  <a:pt x="3923" y="3658"/>
                </a:lnTo>
                <a:lnTo>
                  <a:pt x="3817" y="3652"/>
                </a:lnTo>
                <a:lnTo>
                  <a:pt x="3709" y="3641"/>
                </a:lnTo>
                <a:lnTo>
                  <a:pt x="3601" y="3627"/>
                </a:lnTo>
                <a:lnTo>
                  <a:pt x="3601" y="4011"/>
                </a:lnTo>
                <a:lnTo>
                  <a:pt x="3689" y="4019"/>
                </a:lnTo>
                <a:lnTo>
                  <a:pt x="3791" y="4026"/>
                </a:lnTo>
                <a:lnTo>
                  <a:pt x="3905" y="4031"/>
                </a:lnTo>
                <a:lnTo>
                  <a:pt x="4028" y="4035"/>
                </a:lnTo>
                <a:close/>
                <a:moveTo>
                  <a:pt x="3540" y="4003"/>
                </a:moveTo>
                <a:lnTo>
                  <a:pt x="3540" y="3618"/>
                </a:lnTo>
                <a:lnTo>
                  <a:pt x="3480" y="3608"/>
                </a:lnTo>
                <a:lnTo>
                  <a:pt x="3377" y="3588"/>
                </a:lnTo>
                <a:lnTo>
                  <a:pt x="3281" y="3565"/>
                </a:lnTo>
                <a:lnTo>
                  <a:pt x="3193" y="3542"/>
                </a:lnTo>
                <a:lnTo>
                  <a:pt x="3151" y="3528"/>
                </a:lnTo>
                <a:lnTo>
                  <a:pt x="3112" y="3516"/>
                </a:lnTo>
                <a:lnTo>
                  <a:pt x="3112" y="3909"/>
                </a:lnTo>
                <a:lnTo>
                  <a:pt x="3151" y="3921"/>
                </a:lnTo>
                <a:lnTo>
                  <a:pt x="3193" y="3935"/>
                </a:lnTo>
                <a:lnTo>
                  <a:pt x="3237" y="3947"/>
                </a:lnTo>
                <a:lnTo>
                  <a:pt x="3284" y="3958"/>
                </a:lnTo>
                <a:lnTo>
                  <a:pt x="3333" y="3970"/>
                </a:lnTo>
                <a:lnTo>
                  <a:pt x="3384" y="3979"/>
                </a:lnTo>
                <a:lnTo>
                  <a:pt x="3439" y="3990"/>
                </a:lnTo>
                <a:lnTo>
                  <a:pt x="3497" y="3997"/>
                </a:lnTo>
                <a:lnTo>
                  <a:pt x="3540" y="4003"/>
                </a:lnTo>
                <a:close/>
                <a:moveTo>
                  <a:pt x="3051" y="3885"/>
                </a:moveTo>
                <a:lnTo>
                  <a:pt x="3051" y="3493"/>
                </a:lnTo>
                <a:lnTo>
                  <a:pt x="3010" y="3477"/>
                </a:lnTo>
                <a:lnTo>
                  <a:pt x="2970" y="3460"/>
                </a:lnTo>
                <a:lnTo>
                  <a:pt x="2935" y="3442"/>
                </a:lnTo>
                <a:lnTo>
                  <a:pt x="2902" y="3423"/>
                </a:lnTo>
                <a:lnTo>
                  <a:pt x="2870" y="3405"/>
                </a:lnTo>
                <a:lnTo>
                  <a:pt x="2842" y="3387"/>
                </a:lnTo>
                <a:lnTo>
                  <a:pt x="2817" y="3367"/>
                </a:lnTo>
                <a:lnTo>
                  <a:pt x="2794" y="3347"/>
                </a:lnTo>
                <a:lnTo>
                  <a:pt x="2794" y="3694"/>
                </a:lnTo>
                <a:lnTo>
                  <a:pt x="2798" y="3705"/>
                </a:lnTo>
                <a:lnTo>
                  <a:pt x="2806" y="3716"/>
                </a:lnTo>
                <a:lnTo>
                  <a:pt x="2813" y="3728"/>
                </a:lnTo>
                <a:lnTo>
                  <a:pt x="2824" y="3739"/>
                </a:lnTo>
                <a:lnTo>
                  <a:pt x="2847" y="3763"/>
                </a:lnTo>
                <a:lnTo>
                  <a:pt x="2876" y="3787"/>
                </a:lnTo>
                <a:lnTo>
                  <a:pt x="2911" y="3813"/>
                </a:lnTo>
                <a:lnTo>
                  <a:pt x="2950" y="3837"/>
                </a:lnTo>
                <a:lnTo>
                  <a:pt x="2998" y="3862"/>
                </a:lnTo>
                <a:lnTo>
                  <a:pt x="3051" y="3885"/>
                </a:lnTo>
                <a:close/>
                <a:moveTo>
                  <a:pt x="3086" y="1569"/>
                </a:moveTo>
                <a:lnTo>
                  <a:pt x="3610" y="1368"/>
                </a:lnTo>
                <a:lnTo>
                  <a:pt x="2028" y="521"/>
                </a:lnTo>
                <a:lnTo>
                  <a:pt x="1469" y="714"/>
                </a:lnTo>
                <a:lnTo>
                  <a:pt x="3086" y="1569"/>
                </a:lnTo>
                <a:close/>
                <a:moveTo>
                  <a:pt x="3637" y="2407"/>
                </a:moveTo>
                <a:lnTo>
                  <a:pt x="3655" y="1464"/>
                </a:lnTo>
                <a:lnTo>
                  <a:pt x="3098" y="1677"/>
                </a:lnTo>
                <a:lnTo>
                  <a:pt x="3098" y="2789"/>
                </a:lnTo>
                <a:lnTo>
                  <a:pt x="3139" y="2773"/>
                </a:lnTo>
                <a:lnTo>
                  <a:pt x="3177" y="2758"/>
                </a:lnTo>
                <a:lnTo>
                  <a:pt x="3252" y="2734"/>
                </a:lnTo>
                <a:lnTo>
                  <a:pt x="3319" y="2714"/>
                </a:lnTo>
                <a:lnTo>
                  <a:pt x="3375" y="2699"/>
                </a:lnTo>
                <a:lnTo>
                  <a:pt x="3427" y="2688"/>
                </a:lnTo>
                <a:lnTo>
                  <a:pt x="3479" y="2678"/>
                </a:lnTo>
                <a:lnTo>
                  <a:pt x="3479" y="2665"/>
                </a:lnTo>
                <a:lnTo>
                  <a:pt x="3476" y="2646"/>
                </a:lnTo>
                <a:lnTo>
                  <a:pt x="3476" y="2626"/>
                </a:lnTo>
                <a:lnTo>
                  <a:pt x="3477" y="2606"/>
                </a:lnTo>
                <a:lnTo>
                  <a:pt x="3480" y="2588"/>
                </a:lnTo>
                <a:lnTo>
                  <a:pt x="3486" y="2569"/>
                </a:lnTo>
                <a:lnTo>
                  <a:pt x="3494" y="2553"/>
                </a:lnTo>
                <a:lnTo>
                  <a:pt x="3502" y="2536"/>
                </a:lnTo>
                <a:lnTo>
                  <a:pt x="3512" y="2519"/>
                </a:lnTo>
                <a:lnTo>
                  <a:pt x="3524" y="2503"/>
                </a:lnTo>
                <a:lnTo>
                  <a:pt x="3537" y="2487"/>
                </a:lnTo>
                <a:lnTo>
                  <a:pt x="3552" y="2474"/>
                </a:lnTo>
                <a:lnTo>
                  <a:pt x="3567" y="2458"/>
                </a:lnTo>
                <a:lnTo>
                  <a:pt x="3582" y="2445"/>
                </a:lnTo>
                <a:lnTo>
                  <a:pt x="3601" y="2431"/>
                </a:lnTo>
                <a:lnTo>
                  <a:pt x="3637" y="2407"/>
                </a:lnTo>
                <a:close/>
                <a:moveTo>
                  <a:pt x="2209" y="478"/>
                </a:moveTo>
                <a:lnTo>
                  <a:pt x="3629" y="0"/>
                </a:lnTo>
                <a:lnTo>
                  <a:pt x="5089" y="746"/>
                </a:lnTo>
                <a:lnTo>
                  <a:pt x="5089" y="999"/>
                </a:lnTo>
                <a:lnTo>
                  <a:pt x="3777" y="1467"/>
                </a:lnTo>
                <a:lnTo>
                  <a:pt x="3774" y="1639"/>
                </a:lnTo>
                <a:lnTo>
                  <a:pt x="5019" y="1195"/>
                </a:lnTo>
                <a:lnTo>
                  <a:pt x="5019" y="1308"/>
                </a:lnTo>
                <a:lnTo>
                  <a:pt x="3771" y="1752"/>
                </a:lnTo>
                <a:lnTo>
                  <a:pt x="3768" y="1906"/>
                </a:lnTo>
                <a:lnTo>
                  <a:pt x="5112" y="1426"/>
                </a:lnTo>
                <a:lnTo>
                  <a:pt x="5112" y="1539"/>
                </a:lnTo>
                <a:lnTo>
                  <a:pt x="3766" y="2018"/>
                </a:lnTo>
                <a:lnTo>
                  <a:pt x="3763" y="2172"/>
                </a:lnTo>
                <a:lnTo>
                  <a:pt x="5016" y="1725"/>
                </a:lnTo>
                <a:lnTo>
                  <a:pt x="5016" y="1837"/>
                </a:lnTo>
                <a:lnTo>
                  <a:pt x="3762" y="2285"/>
                </a:lnTo>
                <a:lnTo>
                  <a:pt x="3760" y="2344"/>
                </a:lnTo>
                <a:lnTo>
                  <a:pt x="3798" y="2327"/>
                </a:lnTo>
                <a:lnTo>
                  <a:pt x="3837" y="2314"/>
                </a:lnTo>
                <a:lnTo>
                  <a:pt x="3875" y="2302"/>
                </a:lnTo>
                <a:lnTo>
                  <a:pt x="3911" y="2291"/>
                </a:lnTo>
                <a:lnTo>
                  <a:pt x="3977" y="2273"/>
                </a:lnTo>
                <a:lnTo>
                  <a:pt x="4031" y="2259"/>
                </a:lnTo>
                <a:lnTo>
                  <a:pt x="4074" y="2251"/>
                </a:lnTo>
                <a:lnTo>
                  <a:pt x="4118" y="2242"/>
                </a:lnTo>
                <a:lnTo>
                  <a:pt x="4208" y="2230"/>
                </a:lnTo>
                <a:lnTo>
                  <a:pt x="4299" y="2219"/>
                </a:lnTo>
                <a:lnTo>
                  <a:pt x="4392" y="2212"/>
                </a:lnTo>
                <a:lnTo>
                  <a:pt x="5112" y="1955"/>
                </a:lnTo>
                <a:lnTo>
                  <a:pt x="5112" y="2067"/>
                </a:lnTo>
                <a:lnTo>
                  <a:pt x="4721" y="2207"/>
                </a:lnTo>
                <a:lnTo>
                  <a:pt x="4808" y="2212"/>
                </a:lnTo>
                <a:lnTo>
                  <a:pt x="4893" y="2218"/>
                </a:lnTo>
                <a:lnTo>
                  <a:pt x="4977" y="2227"/>
                </a:lnTo>
                <a:lnTo>
                  <a:pt x="5058" y="2238"/>
                </a:lnTo>
                <a:lnTo>
                  <a:pt x="5134" y="2251"/>
                </a:lnTo>
                <a:lnTo>
                  <a:pt x="5207" y="2267"/>
                </a:lnTo>
                <a:lnTo>
                  <a:pt x="5275" y="2283"/>
                </a:lnTo>
                <a:lnTo>
                  <a:pt x="5338" y="2303"/>
                </a:lnTo>
                <a:lnTo>
                  <a:pt x="5374" y="2317"/>
                </a:lnTo>
                <a:lnTo>
                  <a:pt x="5409" y="2331"/>
                </a:lnTo>
                <a:lnTo>
                  <a:pt x="5444" y="2346"/>
                </a:lnTo>
                <a:lnTo>
                  <a:pt x="5476" y="2362"/>
                </a:lnTo>
                <a:lnTo>
                  <a:pt x="5508" y="2381"/>
                </a:lnTo>
                <a:lnTo>
                  <a:pt x="5537" y="2401"/>
                </a:lnTo>
                <a:lnTo>
                  <a:pt x="5564" y="2420"/>
                </a:lnTo>
                <a:lnTo>
                  <a:pt x="5590" y="2442"/>
                </a:lnTo>
                <a:lnTo>
                  <a:pt x="5613" y="2463"/>
                </a:lnTo>
                <a:lnTo>
                  <a:pt x="5633" y="2487"/>
                </a:lnTo>
                <a:lnTo>
                  <a:pt x="5650" y="2512"/>
                </a:lnTo>
                <a:lnTo>
                  <a:pt x="5665" y="2536"/>
                </a:lnTo>
                <a:lnTo>
                  <a:pt x="5676" y="2562"/>
                </a:lnTo>
                <a:lnTo>
                  <a:pt x="5685" y="2589"/>
                </a:lnTo>
                <a:lnTo>
                  <a:pt x="5688" y="2603"/>
                </a:lnTo>
                <a:lnTo>
                  <a:pt x="5689" y="2617"/>
                </a:lnTo>
                <a:lnTo>
                  <a:pt x="5691" y="2632"/>
                </a:lnTo>
                <a:lnTo>
                  <a:pt x="5691" y="2646"/>
                </a:lnTo>
                <a:lnTo>
                  <a:pt x="5671" y="3023"/>
                </a:lnTo>
                <a:lnTo>
                  <a:pt x="5671" y="3034"/>
                </a:lnTo>
                <a:lnTo>
                  <a:pt x="5668" y="3044"/>
                </a:lnTo>
                <a:lnTo>
                  <a:pt x="5663" y="3057"/>
                </a:lnTo>
                <a:lnTo>
                  <a:pt x="5657" y="3069"/>
                </a:lnTo>
                <a:lnTo>
                  <a:pt x="5650" y="3082"/>
                </a:lnTo>
                <a:lnTo>
                  <a:pt x="5641" y="3096"/>
                </a:lnTo>
                <a:lnTo>
                  <a:pt x="5619" y="3125"/>
                </a:lnTo>
                <a:lnTo>
                  <a:pt x="5592" y="3154"/>
                </a:lnTo>
                <a:lnTo>
                  <a:pt x="5563" y="3181"/>
                </a:lnTo>
                <a:lnTo>
                  <a:pt x="5546" y="3195"/>
                </a:lnTo>
                <a:lnTo>
                  <a:pt x="5531" y="3207"/>
                </a:lnTo>
                <a:lnTo>
                  <a:pt x="5513" y="3219"/>
                </a:lnTo>
                <a:lnTo>
                  <a:pt x="5496" y="3230"/>
                </a:lnTo>
                <a:lnTo>
                  <a:pt x="5496" y="3328"/>
                </a:lnTo>
                <a:lnTo>
                  <a:pt x="5543" y="3338"/>
                </a:lnTo>
                <a:lnTo>
                  <a:pt x="5592" y="3352"/>
                </a:lnTo>
                <a:lnTo>
                  <a:pt x="5642" y="3369"/>
                </a:lnTo>
                <a:lnTo>
                  <a:pt x="5694" y="3387"/>
                </a:lnTo>
                <a:lnTo>
                  <a:pt x="5744" y="3408"/>
                </a:lnTo>
                <a:lnTo>
                  <a:pt x="5796" y="3430"/>
                </a:lnTo>
                <a:lnTo>
                  <a:pt x="5845" y="3455"/>
                </a:lnTo>
                <a:lnTo>
                  <a:pt x="5892" y="3483"/>
                </a:lnTo>
                <a:lnTo>
                  <a:pt x="5915" y="3497"/>
                </a:lnTo>
                <a:lnTo>
                  <a:pt x="5937" y="3512"/>
                </a:lnTo>
                <a:lnTo>
                  <a:pt x="5957" y="3527"/>
                </a:lnTo>
                <a:lnTo>
                  <a:pt x="5977" y="3544"/>
                </a:lnTo>
                <a:lnTo>
                  <a:pt x="5997" y="3559"/>
                </a:lnTo>
                <a:lnTo>
                  <a:pt x="6015" y="3577"/>
                </a:lnTo>
                <a:lnTo>
                  <a:pt x="6030" y="3594"/>
                </a:lnTo>
                <a:lnTo>
                  <a:pt x="6046" y="3612"/>
                </a:lnTo>
                <a:lnTo>
                  <a:pt x="6059" y="3632"/>
                </a:lnTo>
                <a:lnTo>
                  <a:pt x="6071" y="3652"/>
                </a:lnTo>
                <a:lnTo>
                  <a:pt x="6082" y="3672"/>
                </a:lnTo>
                <a:lnTo>
                  <a:pt x="6091" y="3691"/>
                </a:lnTo>
                <a:lnTo>
                  <a:pt x="6099" y="3713"/>
                </a:lnTo>
                <a:lnTo>
                  <a:pt x="6103" y="3734"/>
                </a:lnTo>
                <a:lnTo>
                  <a:pt x="6106" y="3757"/>
                </a:lnTo>
                <a:lnTo>
                  <a:pt x="6108" y="3780"/>
                </a:lnTo>
                <a:lnTo>
                  <a:pt x="6093" y="4291"/>
                </a:lnTo>
                <a:lnTo>
                  <a:pt x="6091" y="4303"/>
                </a:lnTo>
                <a:lnTo>
                  <a:pt x="6088" y="4315"/>
                </a:lnTo>
                <a:lnTo>
                  <a:pt x="6085" y="4326"/>
                </a:lnTo>
                <a:lnTo>
                  <a:pt x="6081" y="4338"/>
                </a:lnTo>
                <a:lnTo>
                  <a:pt x="6070" y="4358"/>
                </a:lnTo>
                <a:lnTo>
                  <a:pt x="6059" y="4373"/>
                </a:lnTo>
                <a:lnTo>
                  <a:pt x="6038" y="4399"/>
                </a:lnTo>
                <a:lnTo>
                  <a:pt x="6015" y="4425"/>
                </a:lnTo>
                <a:lnTo>
                  <a:pt x="5989" y="4449"/>
                </a:lnTo>
                <a:lnTo>
                  <a:pt x="5962" y="4472"/>
                </a:lnTo>
                <a:lnTo>
                  <a:pt x="5931" y="4495"/>
                </a:lnTo>
                <a:lnTo>
                  <a:pt x="5899" y="4516"/>
                </a:lnTo>
                <a:lnTo>
                  <a:pt x="5866" y="4536"/>
                </a:lnTo>
                <a:lnTo>
                  <a:pt x="5829" y="4556"/>
                </a:lnTo>
                <a:lnTo>
                  <a:pt x="5791" y="4574"/>
                </a:lnTo>
                <a:lnTo>
                  <a:pt x="5750" y="4593"/>
                </a:lnTo>
                <a:lnTo>
                  <a:pt x="5709" y="4609"/>
                </a:lnTo>
                <a:lnTo>
                  <a:pt x="5666" y="4624"/>
                </a:lnTo>
                <a:lnTo>
                  <a:pt x="5621" y="4640"/>
                </a:lnTo>
                <a:lnTo>
                  <a:pt x="5575" y="4655"/>
                </a:lnTo>
                <a:lnTo>
                  <a:pt x="5526" y="4667"/>
                </a:lnTo>
                <a:lnTo>
                  <a:pt x="5478" y="4679"/>
                </a:lnTo>
                <a:lnTo>
                  <a:pt x="5427" y="4691"/>
                </a:lnTo>
                <a:lnTo>
                  <a:pt x="5376" y="4702"/>
                </a:lnTo>
                <a:lnTo>
                  <a:pt x="5324" y="4711"/>
                </a:lnTo>
                <a:lnTo>
                  <a:pt x="5271" y="4720"/>
                </a:lnTo>
                <a:lnTo>
                  <a:pt x="5216" y="4728"/>
                </a:lnTo>
                <a:lnTo>
                  <a:pt x="5161" y="4736"/>
                </a:lnTo>
                <a:lnTo>
                  <a:pt x="5105" y="4742"/>
                </a:lnTo>
                <a:lnTo>
                  <a:pt x="5048" y="4748"/>
                </a:lnTo>
                <a:lnTo>
                  <a:pt x="4934" y="4755"/>
                </a:lnTo>
                <a:lnTo>
                  <a:pt x="4818" y="4761"/>
                </a:lnTo>
                <a:lnTo>
                  <a:pt x="4703" y="4763"/>
                </a:lnTo>
                <a:lnTo>
                  <a:pt x="4586" y="4761"/>
                </a:lnTo>
                <a:lnTo>
                  <a:pt x="4470" y="4755"/>
                </a:lnTo>
                <a:lnTo>
                  <a:pt x="4356" y="4748"/>
                </a:lnTo>
                <a:lnTo>
                  <a:pt x="4243" y="4737"/>
                </a:lnTo>
                <a:lnTo>
                  <a:pt x="4133" y="4722"/>
                </a:lnTo>
                <a:lnTo>
                  <a:pt x="4079" y="4714"/>
                </a:lnTo>
                <a:lnTo>
                  <a:pt x="4027" y="4705"/>
                </a:lnTo>
                <a:lnTo>
                  <a:pt x="3975" y="4695"/>
                </a:lnTo>
                <a:lnTo>
                  <a:pt x="3923" y="4684"/>
                </a:lnTo>
                <a:lnTo>
                  <a:pt x="3875" y="4673"/>
                </a:lnTo>
                <a:lnTo>
                  <a:pt x="3826" y="4661"/>
                </a:lnTo>
                <a:lnTo>
                  <a:pt x="3779" y="4647"/>
                </a:lnTo>
                <a:lnTo>
                  <a:pt x="3733" y="4634"/>
                </a:lnTo>
                <a:lnTo>
                  <a:pt x="3689" y="4620"/>
                </a:lnTo>
                <a:lnTo>
                  <a:pt x="3648" y="4605"/>
                </a:lnTo>
                <a:lnTo>
                  <a:pt x="3607" y="4588"/>
                </a:lnTo>
                <a:lnTo>
                  <a:pt x="3567" y="4573"/>
                </a:lnTo>
                <a:lnTo>
                  <a:pt x="3531" y="4554"/>
                </a:lnTo>
                <a:lnTo>
                  <a:pt x="3496" y="4536"/>
                </a:lnTo>
                <a:lnTo>
                  <a:pt x="3464" y="4518"/>
                </a:lnTo>
                <a:lnTo>
                  <a:pt x="3432" y="4498"/>
                </a:lnTo>
                <a:lnTo>
                  <a:pt x="3403" y="4478"/>
                </a:lnTo>
                <a:lnTo>
                  <a:pt x="3377" y="4457"/>
                </a:lnTo>
                <a:lnTo>
                  <a:pt x="3352" y="4436"/>
                </a:lnTo>
                <a:lnTo>
                  <a:pt x="3331" y="4413"/>
                </a:lnTo>
                <a:lnTo>
                  <a:pt x="3313" y="4390"/>
                </a:lnTo>
                <a:lnTo>
                  <a:pt x="3296" y="4366"/>
                </a:lnTo>
                <a:lnTo>
                  <a:pt x="3282" y="4341"/>
                </a:lnTo>
                <a:lnTo>
                  <a:pt x="3272" y="4317"/>
                </a:lnTo>
                <a:lnTo>
                  <a:pt x="3272" y="4076"/>
                </a:lnTo>
                <a:lnTo>
                  <a:pt x="3215" y="4063"/>
                </a:lnTo>
                <a:lnTo>
                  <a:pt x="3161" y="4046"/>
                </a:lnTo>
                <a:lnTo>
                  <a:pt x="3107" y="4029"/>
                </a:lnTo>
                <a:lnTo>
                  <a:pt x="3057" y="4013"/>
                </a:lnTo>
                <a:lnTo>
                  <a:pt x="3008" y="3993"/>
                </a:lnTo>
                <a:lnTo>
                  <a:pt x="2963" y="3973"/>
                </a:lnTo>
                <a:lnTo>
                  <a:pt x="2920" y="3952"/>
                </a:lnTo>
                <a:lnTo>
                  <a:pt x="2879" y="3930"/>
                </a:lnTo>
                <a:lnTo>
                  <a:pt x="2841" y="3908"/>
                </a:lnTo>
                <a:lnTo>
                  <a:pt x="2807" y="3883"/>
                </a:lnTo>
                <a:lnTo>
                  <a:pt x="2775" y="3857"/>
                </a:lnTo>
                <a:lnTo>
                  <a:pt x="2748" y="3831"/>
                </a:lnTo>
                <a:lnTo>
                  <a:pt x="2724" y="3804"/>
                </a:lnTo>
                <a:lnTo>
                  <a:pt x="2702" y="3777"/>
                </a:lnTo>
                <a:lnTo>
                  <a:pt x="2693" y="3761"/>
                </a:lnTo>
                <a:lnTo>
                  <a:pt x="2686" y="3746"/>
                </a:lnTo>
                <a:lnTo>
                  <a:pt x="2678" y="3732"/>
                </a:lnTo>
                <a:lnTo>
                  <a:pt x="2672" y="3717"/>
                </a:lnTo>
                <a:lnTo>
                  <a:pt x="2672" y="3207"/>
                </a:lnTo>
                <a:lnTo>
                  <a:pt x="2672" y="3201"/>
                </a:lnTo>
                <a:lnTo>
                  <a:pt x="1559" y="3599"/>
                </a:lnTo>
                <a:lnTo>
                  <a:pt x="88" y="2824"/>
                </a:lnTo>
                <a:lnTo>
                  <a:pt x="88" y="2703"/>
                </a:lnTo>
                <a:lnTo>
                  <a:pt x="1568" y="3483"/>
                </a:lnTo>
                <a:lnTo>
                  <a:pt x="2707" y="3076"/>
                </a:lnTo>
                <a:lnTo>
                  <a:pt x="2718" y="3060"/>
                </a:lnTo>
                <a:lnTo>
                  <a:pt x="2730" y="3043"/>
                </a:lnTo>
                <a:lnTo>
                  <a:pt x="2742" y="3026"/>
                </a:lnTo>
                <a:lnTo>
                  <a:pt x="2756" y="3009"/>
                </a:lnTo>
                <a:lnTo>
                  <a:pt x="2771" y="2994"/>
                </a:lnTo>
                <a:lnTo>
                  <a:pt x="2786" y="2979"/>
                </a:lnTo>
                <a:lnTo>
                  <a:pt x="2820" y="2950"/>
                </a:lnTo>
                <a:lnTo>
                  <a:pt x="2856" y="2921"/>
                </a:lnTo>
                <a:lnTo>
                  <a:pt x="2894" y="2895"/>
                </a:lnTo>
                <a:lnTo>
                  <a:pt x="2935" y="2869"/>
                </a:lnTo>
                <a:lnTo>
                  <a:pt x="2976" y="2847"/>
                </a:lnTo>
                <a:lnTo>
                  <a:pt x="2976" y="2828"/>
                </a:lnTo>
                <a:lnTo>
                  <a:pt x="1559" y="3334"/>
                </a:lnTo>
                <a:lnTo>
                  <a:pt x="0" y="2513"/>
                </a:lnTo>
                <a:lnTo>
                  <a:pt x="0" y="2393"/>
                </a:lnTo>
                <a:lnTo>
                  <a:pt x="1568" y="3218"/>
                </a:lnTo>
                <a:lnTo>
                  <a:pt x="2976" y="2716"/>
                </a:lnTo>
                <a:lnTo>
                  <a:pt x="2976" y="2565"/>
                </a:lnTo>
                <a:lnTo>
                  <a:pt x="1571" y="3066"/>
                </a:lnTo>
                <a:lnTo>
                  <a:pt x="1571" y="2953"/>
                </a:lnTo>
                <a:lnTo>
                  <a:pt x="2976" y="2452"/>
                </a:lnTo>
                <a:lnTo>
                  <a:pt x="2976" y="2300"/>
                </a:lnTo>
                <a:lnTo>
                  <a:pt x="1559" y="2805"/>
                </a:lnTo>
                <a:lnTo>
                  <a:pt x="0" y="1985"/>
                </a:lnTo>
                <a:lnTo>
                  <a:pt x="0" y="1865"/>
                </a:lnTo>
                <a:lnTo>
                  <a:pt x="1568" y="2690"/>
                </a:lnTo>
                <a:lnTo>
                  <a:pt x="2976" y="2187"/>
                </a:lnTo>
                <a:lnTo>
                  <a:pt x="2976" y="2037"/>
                </a:lnTo>
                <a:lnTo>
                  <a:pt x="1685" y="2496"/>
                </a:lnTo>
                <a:lnTo>
                  <a:pt x="1685" y="2384"/>
                </a:lnTo>
                <a:lnTo>
                  <a:pt x="2976" y="1924"/>
                </a:lnTo>
                <a:lnTo>
                  <a:pt x="2976" y="1754"/>
                </a:lnTo>
                <a:lnTo>
                  <a:pt x="1542" y="2268"/>
                </a:lnTo>
                <a:lnTo>
                  <a:pt x="20" y="1457"/>
                </a:lnTo>
                <a:lnTo>
                  <a:pt x="20" y="1216"/>
                </a:lnTo>
                <a:lnTo>
                  <a:pt x="1183" y="825"/>
                </a:lnTo>
                <a:lnTo>
                  <a:pt x="1183" y="682"/>
                </a:lnTo>
                <a:lnTo>
                  <a:pt x="2039" y="388"/>
                </a:lnTo>
                <a:lnTo>
                  <a:pt x="2209" y="478"/>
                </a:lnTo>
                <a:close/>
                <a:moveTo>
                  <a:pt x="3333" y="1082"/>
                </a:moveTo>
                <a:lnTo>
                  <a:pt x="3333" y="1082"/>
                </a:lnTo>
                <a:lnTo>
                  <a:pt x="3349" y="1067"/>
                </a:lnTo>
                <a:lnTo>
                  <a:pt x="3365" y="1052"/>
                </a:lnTo>
                <a:lnTo>
                  <a:pt x="3378" y="1038"/>
                </a:lnTo>
                <a:lnTo>
                  <a:pt x="3390" y="1024"/>
                </a:lnTo>
                <a:lnTo>
                  <a:pt x="3401" y="1011"/>
                </a:lnTo>
                <a:lnTo>
                  <a:pt x="3409" y="999"/>
                </a:lnTo>
                <a:lnTo>
                  <a:pt x="3416" y="986"/>
                </a:lnTo>
                <a:lnTo>
                  <a:pt x="3422" y="974"/>
                </a:lnTo>
                <a:lnTo>
                  <a:pt x="3427" y="962"/>
                </a:lnTo>
                <a:lnTo>
                  <a:pt x="3430" y="951"/>
                </a:lnTo>
                <a:lnTo>
                  <a:pt x="3432" y="941"/>
                </a:lnTo>
                <a:lnTo>
                  <a:pt x="3433" y="932"/>
                </a:lnTo>
                <a:lnTo>
                  <a:pt x="3433" y="922"/>
                </a:lnTo>
                <a:lnTo>
                  <a:pt x="3433" y="913"/>
                </a:lnTo>
                <a:lnTo>
                  <a:pt x="3430" y="906"/>
                </a:lnTo>
                <a:lnTo>
                  <a:pt x="3429" y="898"/>
                </a:lnTo>
                <a:lnTo>
                  <a:pt x="3424" y="889"/>
                </a:lnTo>
                <a:lnTo>
                  <a:pt x="3418" y="880"/>
                </a:lnTo>
                <a:lnTo>
                  <a:pt x="3410" y="871"/>
                </a:lnTo>
                <a:lnTo>
                  <a:pt x="3403" y="863"/>
                </a:lnTo>
                <a:lnTo>
                  <a:pt x="3392" y="854"/>
                </a:lnTo>
                <a:lnTo>
                  <a:pt x="3381" y="846"/>
                </a:lnTo>
                <a:lnTo>
                  <a:pt x="3355" y="830"/>
                </a:lnTo>
                <a:lnTo>
                  <a:pt x="3325" y="816"/>
                </a:lnTo>
                <a:lnTo>
                  <a:pt x="3291" y="802"/>
                </a:lnTo>
                <a:lnTo>
                  <a:pt x="3252" y="790"/>
                </a:lnTo>
                <a:lnTo>
                  <a:pt x="3209" y="779"/>
                </a:lnTo>
                <a:lnTo>
                  <a:pt x="3162" y="770"/>
                </a:lnTo>
                <a:lnTo>
                  <a:pt x="3110" y="763"/>
                </a:lnTo>
                <a:lnTo>
                  <a:pt x="3056" y="757"/>
                </a:lnTo>
                <a:lnTo>
                  <a:pt x="2996" y="752"/>
                </a:lnTo>
                <a:lnTo>
                  <a:pt x="2935" y="750"/>
                </a:lnTo>
                <a:lnTo>
                  <a:pt x="2870" y="750"/>
                </a:lnTo>
                <a:lnTo>
                  <a:pt x="2801" y="753"/>
                </a:lnTo>
                <a:lnTo>
                  <a:pt x="2730" y="758"/>
                </a:lnTo>
                <a:lnTo>
                  <a:pt x="3333" y="1082"/>
                </a:lnTo>
                <a:close/>
                <a:moveTo>
                  <a:pt x="2546" y="659"/>
                </a:moveTo>
                <a:lnTo>
                  <a:pt x="2546" y="659"/>
                </a:lnTo>
                <a:lnTo>
                  <a:pt x="2631" y="648"/>
                </a:lnTo>
                <a:lnTo>
                  <a:pt x="2716" y="639"/>
                </a:lnTo>
                <a:lnTo>
                  <a:pt x="2800" y="633"/>
                </a:lnTo>
                <a:lnTo>
                  <a:pt x="2882" y="629"/>
                </a:lnTo>
                <a:lnTo>
                  <a:pt x="2961" y="629"/>
                </a:lnTo>
                <a:lnTo>
                  <a:pt x="3037" y="632"/>
                </a:lnTo>
                <a:lnTo>
                  <a:pt x="3110" y="638"/>
                </a:lnTo>
                <a:lnTo>
                  <a:pt x="3145" y="642"/>
                </a:lnTo>
                <a:lnTo>
                  <a:pt x="3180" y="647"/>
                </a:lnTo>
                <a:lnTo>
                  <a:pt x="3214" y="653"/>
                </a:lnTo>
                <a:lnTo>
                  <a:pt x="3246" y="659"/>
                </a:lnTo>
                <a:lnTo>
                  <a:pt x="3276" y="667"/>
                </a:lnTo>
                <a:lnTo>
                  <a:pt x="3305" y="676"/>
                </a:lnTo>
                <a:lnTo>
                  <a:pt x="3334" y="685"/>
                </a:lnTo>
                <a:lnTo>
                  <a:pt x="3360" y="696"/>
                </a:lnTo>
                <a:lnTo>
                  <a:pt x="3386" y="706"/>
                </a:lnTo>
                <a:lnTo>
                  <a:pt x="3410" y="718"/>
                </a:lnTo>
                <a:lnTo>
                  <a:pt x="3433" y="732"/>
                </a:lnTo>
                <a:lnTo>
                  <a:pt x="3453" y="746"/>
                </a:lnTo>
                <a:lnTo>
                  <a:pt x="3473" y="761"/>
                </a:lnTo>
                <a:lnTo>
                  <a:pt x="3489" y="776"/>
                </a:lnTo>
                <a:lnTo>
                  <a:pt x="3505" y="795"/>
                </a:lnTo>
                <a:lnTo>
                  <a:pt x="3518" y="811"/>
                </a:lnTo>
                <a:lnTo>
                  <a:pt x="3531" y="831"/>
                </a:lnTo>
                <a:lnTo>
                  <a:pt x="3540" y="851"/>
                </a:lnTo>
                <a:lnTo>
                  <a:pt x="3547" y="871"/>
                </a:lnTo>
                <a:lnTo>
                  <a:pt x="3553" y="890"/>
                </a:lnTo>
                <a:lnTo>
                  <a:pt x="3556" y="910"/>
                </a:lnTo>
                <a:lnTo>
                  <a:pt x="3558" y="930"/>
                </a:lnTo>
                <a:lnTo>
                  <a:pt x="3558" y="950"/>
                </a:lnTo>
                <a:lnTo>
                  <a:pt x="3556" y="968"/>
                </a:lnTo>
                <a:lnTo>
                  <a:pt x="3552" y="988"/>
                </a:lnTo>
                <a:lnTo>
                  <a:pt x="3546" y="1006"/>
                </a:lnTo>
                <a:lnTo>
                  <a:pt x="3540" y="1024"/>
                </a:lnTo>
                <a:lnTo>
                  <a:pt x="3531" y="1043"/>
                </a:lnTo>
                <a:lnTo>
                  <a:pt x="3520" y="1059"/>
                </a:lnTo>
                <a:lnTo>
                  <a:pt x="3509" y="1078"/>
                </a:lnTo>
                <a:lnTo>
                  <a:pt x="3496" y="1094"/>
                </a:lnTo>
                <a:lnTo>
                  <a:pt x="3482" y="1111"/>
                </a:lnTo>
                <a:lnTo>
                  <a:pt x="3467" y="1128"/>
                </a:lnTo>
                <a:lnTo>
                  <a:pt x="3450" y="1145"/>
                </a:lnTo>
                <a:lnTo>
                  <a:pt x="3652" y="1254"/>
                </a:lnTo>
                <a:lnTo>
                  <a:pt x="4767" y="855"/>
                </a:lnTo>
                <a:lnTo>
                  <a:pt x="3610" y="263"/>
                </a:lnTo>
                <a:lnTo>
                  <a:pt x="2503" y="636"/>
                </a:lnTo>
                <a:lnTo>
                  <a:pt x="2546" y="659"/>
                </a:lnTo>
                <a:close/>
                <a:moveTo>
                  <a:pt x="1790" y="1021"/>
                </a:moveTo>
                <a:lnTo>
                  <a:pt x="1790" y="1021"/>
                </a:lnTo>
                <a:lnTo>
                  <a:pt x="1734" y="1053"/>
                </a:lnTo>
                <a:lnTo>
                  <a:pt x="1685" y="1087"/>
                </a:lnTo>
                <a:lnTo>
                  <a:pt x="1662" y="1102"/>
                </a:lnTo>
                <a:lnTo>
                  <a:pt x="1641" y="1119"/>
                </a:lnTo>
                <a:lnTo>
                  <a:pt x="1623" y="1136"/>
                </a:lnTo>
                <a:lnTo>
                  <a:pt x="1605" y="1151"/>
                </a:lnTo>
                <a:lnTo>
                  <a:pt x="1589" y="1168"/>
                </a:lnTo>
                <a:lnTo>
                  <a:pt x="1574" y="1184"/>
                </a:lnTo>
                <a:lnTo>
                  <a:pt x="1562" y="1200"/>
                </a:lnTo>
                <a:lnTo>
                  <a:pt x="1551" y="1215"/>
                </a:lnTo>
                <a:lnTo>
                  <a:pt x="1544" y="1230"/>
                </a:lnTo>
                <a:lnTo>
                  <a:pt x="1536" y="1245"/>
                </a:lnTo>
                <a:lnTo>
                  <a:pt x="1532" y="1260"/>
                </a:lnTo>
                <a:lnTo>
                  <a:pt x="1529" y="1276"/>
                </a:lnTo>
                <a:lnTo>
                  <a:pt x="1529" y="1286"/>
                </a:lnTo>
                <a:lnTo>
                  <a:pt x="1530" y="1298"/>
                </a:lnTo>
                <a:lnTo>
                  <a:pt x="1533" y="1311"/>
                </a:lnTo>
                <a:lnTo>
                  <a:pt x="1538" y="1323"/>
                </a:lnTo>
                <a:lnTo>
                  <a:pt x="1545" y="1335"/>
                </a:lnTo>
                <a:lnTo>
                  <a:pt x="1554" y="1347"/>
                </a:lnTo>
                <a:lnTo>
                  <a:pt x="1567" y="1358"/>
                </a:lnTo>
                <a:lnTo>
                  <a:pt x="1582" y="1370"/>
                </a:lnTo>
                <a:lnTo>
                  <a:pt x="1599" y="1382"/>
                </a:lnTo>
                <a:lnTo>
                  <a:pt x="1618" y="1393"/>
                </a:lnTo>
                <a:lnTo>
                  <a:pt x="1641" y="1403"/>
                </a:lnTo>
                <a:lnTo>
                  <a:pt x="1667" y="1414"/>
                </a:lnTo>
                <a:lnTo>
                  <a:pt x="1696" y="1423"/>
                </a:lnTo>
                <a:lnTo>
                  <a:pt x="1728" y="1432"/>
                </a:lnTo>
                <a:lnTo>
                  <a:pt x="1764" y="1440"/>
                </a:lnTo>
                <a:lnTo>
                  <a:pt x="1804" y="1448"/>
                </a:lnTo>
                <a:lnTo>
                  <a:pt x="1842" y="1452"/>
                </a:lnTo>
                <a:lnTo>
                  <a:pt x="1882" y="1457"/>
                </a:lnTo>
                <a:lnTo>
                  <a:pt x="1923" y="1460"/>
                </a:lnTo>
                <a:lnTo>
                  <a:pt x="1965" y="1463"/>
                </a:lnTo>
                <a:lnTo>
                  <a:pt x="2008" y="1464"/>
                </a:lnTo>
                <a:lnTo>
                  <a:pt x="2052" y="1464"/>
                </a:lnTo>
                <a:lnTo>
                  <a:pt x="2098" y="1463"/>
                </a:lnTo>
                <a:lnTo>
                  <a:pt x="2144" y="1461"/>
                </a:lnTo>
                <a:lnTo>
                  <a:pt x="2191" y="1458"/>
                </a:lnTo>
                <a:lnTo>
                  <a:pt x="2238" y="1455"/>
                </a:lnTo>
                <a:lnTo>
                  <a:pt x="2335" y="1445"/>
                </a:lnTo>
                <a:lnTo>
                  <a:pt x="2433" y="1431"/>
                </a:lnTo>
                <a:lnTo>
                  <a:pt x="2530" y="1413"/>
                </a:lnTo>
                <a:lnTo>
                  <a:pt x="1790" y="1021"/>
                </a:lnTo>
                <a:close/>
                <a:moveTo>
                  <a:pt x="1408" y="1260"/>
                </a:moveTo>
                <a:lnTo>
                  <a:pt x="1408" y="1260"/>
                </a:lnTo>
                <a:lnTo>
                  <a:pt x="1411" y="1239"/>
                </a:lnTo>
                <a:lnTo>
                  <a:pt x="1417" y="1219"/>
                </a:lnTo>
                <a:lnTo>
                  <a:pt x="1423" y="1198"/>
                </a:lnTo>
                <a:lnTo>
                  <a:pt x="1433" y="1178"/>
                </a:lnTo>
                <a:lnTo>
                  <a:pt x="1443" y="1158"/>
                </a:lnTo>
                <a:lnTo>
                  <a:pt x="1455" y="1139"/>
                </a:lnTo>
                <a:lnTo>
                  <a:pt x="1471" y="1119"/>
                </a:lnTo>
                <a:lnTo>
                  <a:pt x="1486" y="1099"/>
                </a:lnTo>
                <a:lnTo>
                  <a:pt x="1503" y="1079"/>
                </a:lnTo>
                <a:lnTo>
                  <a:pt x="1521" y="1061"/>
                </a:lnTo>
                <a:lnTo>
                  <a:pt x="1542" y="1043"/>
                </a:lnTo>
                <a:lnTo>
                  <a:pt x="1564" y="1024"/>
                </a:lnTo>
                <a:lnTo>
                  <a:pt x="1586" y="1006"/>
                </a:lnTo>
                <a:lnTo>
                  <a:pt x="1611" y="988"/>
                </a:lnTo>
                <a:lnTo>
                  <a:pt x="1635" y="971"/>
                </a:lnTo>
                <a:lnTo>
                  <a:pt x="1662" y="953"/>
                </a:lnTo>
                <a:lnTo>
                  <a:pt x="1623" y="933"/>
                </a:lnTo>
                <a:lnTo>
                  <a:pt x="356" y="1359"/>
                </a:lnTo>
                <a:lnTo>
                  <a:pt x="1562" y="2002"/>
                </a:lnTo>
                <a:lnTo>
                  <a:pt x="2803" y="1557"/>
                </a:lnTo>
                <a:lnTo>
                  <a:pt x="2695" y="1499"/>
                </a:lnTo>
                <a:lnTo>
                  <a:pt x="2634" y="1515"/>
                </a:lnTo>
                <a:lnTo>
                  <a:pt x="2573" y="1528"/>
                </a:lnTo>
                <a:lnTo>
                  <a:pt x="2514" y="1539"/>
                </a:lnTo>
                <a:lnTo>
                  <a:pt x="2454" y="1550"/>
                </a:lnTo>
                <a:lnTo>
                  <a:pt x="2395" y="1559"/>
                </a:lnTo>
                <a:lnTo>
                  <a:pt x="2337" y="1566"/>
                </a:lnTo>
                <a:lnTo>
                  <a:pt x="2281" y="1574"/>
                </a:lnTo>
                <a:lnTo>
                  <a:pt x="2224" y="1579"/>
                </a:lnTo>
                <a:lnTo>
                  <a:pt x="2169" y="1582"/>
                </a:lnTo>
                <a:lnTo>
                  <a:pt x="2116" y="1585"/>
                </a:lnTo>
                <a:lnTo>
                  <a:pt x="2064" y="1586"/>
                </a:lnTo>
                <a:lnTo>
                  <a:pt x="2014" y="1586"/>
                </a:lnTo>
                <a:lnTo>
                  <a:pt x="1964" y="1585"/>
                </a:lnTo>
                <a:lnTo>
                  <a:pt x="1917" y="1582"/>
                </a:lnTo>
                <a:lnTo>
                  <a:pt x="1871" y="1579"/>
                </a:lnTo>
                <a:lnTo>
                  <a:pt x="1827" y="1574"/>
                </a:lnTo>
                <a:lnTo>
                  <a:pt x="1784" y="1568"/>
                </a:lnTo>
                <a:lnTo>
                  <a:pt x="1746" y="1560"/>
                </a:lnTo>
                <a:lnTo>
                  <a:pt x="1708" y="1551"/>
                </a:lnTo>
                <a:lnTo>
                  <a:pt x="1672" y="1542"/>
                </a:lnTo>
                <a:lnTo>
                  <a:pt x="1635" y="1531"/>
                </a:lnTo>
                <a:lnTo>
                  <a:pt x="1602" y="1518"/>
                </a:lnTo>
                <a:lnTo>
                  <a:pt x="1570" y="1504"/>
                </a:lnTo>
                <a:lnTo>
                  <a:pt x="1539" y="1487"/>
                </a:lnTo>
                <a:lnTo>
                  <a:pt x="1510" y="1469"/>
                </a:lnTo>
                <a:lnTo>
                  <a:pt x="1486" y="1451"/>
                </a:lnTo>
                <a:lnTo>
                  <a:pt x="1463" y="1429"/>
                </a:lnTo>
                <a:lnTo>
                  <a:pt x="1454" y="1417"/>
                </a:lnTo>
                <a:lnTo>
                  <a:pt x="1445" y="1405"/>
                </a:lnTo>
                <a:lnTo>
                  <a:pt x="1436" y="1393"/>
                </a:lnTo>
                <a:lnTo>
                  <a:pt x="1428" y="1381"/>
                </a:lnTo>
                <a:lnTo>
                  <a:pt x="1422" y="1367"/>
                </a:lnTo>
                <a:lnTo>
                  <a:pt x="1417" y="1353"/>
                </a:lnTo>
                <a:lnTo>
                  <a:pt x="1413" y="1340"/>
                </a:lnTo>
                <a:lnTo>
                  <a:pt x="1410" y="1324"/>
                </a:lnTo>
                <a:lnTo>
                  <a:pt x="1407" y="1309"/>
                </a:lnTo>
                <a:lnTo>
                  <a:pt x="1407" y="1294"/>
                </a:lnTo>
                <a:lnTo>
                  <a:pt x="1407" y="1277"/>
                </a:lnTo>
                <a:lnTo>
                  <a:pt x="1408" y="1260"/>
                </a:lnTo>
                <a:close/>
                <a:moveTo>
                  <a:pt x="4044" y="2813"/>
                </a:moveTo>
                <a:lnTo>
                  <a:pt x="4044" y="2813"/>
                </a:lnTo>
                <a:lnTo>
                  <a:pt x="3992" y="2802"/>
                </a:lnTo>
                <a:lnTo>
                  <a:pt x="3945" y="2790"/>
                </a:lnTo>
                <a:lnTo>
                  <a:pt x="3899" y="2778"/>
                </a:lnTo>
                <a:lnTo>
                  <a:pt x="3859" y="2766"/>
                </a:lnTo>
                <a:lnTo>
                  <a:pt x="3821" y="2752"/>
                </a:lnTo>
                <a:lnTo>
                  <a:pt x="3788" y="2740"/>
                </a:lnTo>
                <a:lnTo>
                  <a:pt x="3759" y="2726"/>
                </a:lnTo>
                <a:lnTo>
                  <a:pt x="3731" y="2714"/>
                </a:lnTo>
                <a:lnTo>
                  <a:pt x="3709" y="2700"/>
                </a:lnTo>
                <a:lnTo>
                  <a:pt x="3690" y="2687"/>
                </a:lnTo>
                <a:lnTo>
                  <a:pt x="3674" y="2673"/>
                </a:lnTo>
                <a:lnTo>
                  <a:pt x="3661" y="2659"/>
                </a:lnTo>
                <a:lnTo>
                  <a:pt x="3652" y="2646"/>
                </a:lnTo>
                <a:lnTo>
                  <a:pt x="3648" y="2632"/>
                </a:lnTo>
                <a:lnTo>
                  <a:pt x="3645" y="2618"/>
                </a:lnTo>
                <a:lnTo>
                  <a:pt x="3646" y="2605"/>
                </a:lnTo>
                <a:lnTo>
                  <a:pt x="3649" y="2591"/>
                </a:lnTo>
                <a:lnTo>
                  <a:pt x="3657" y="2577"/>
                </a:lnTo>
                <a:lnTo>
                  <a:pt x="3668" y="2562"/>
                </a:lnTo>
                <a:lnTo>
                  <a:pt x="3681" y="2548"/>
                </a:lnTo>
                <a:lnTo>
                  <a:pt x="3698" y="2536"/>
                </a:lnTo>
                <a:lnTo>
                  <a:pt x="3718" y="2522"/>
                </a:lnTo>
                <a:lnTo>
                  <a:pt x="3741" y="2509"/>
                </a:lnTo>
                <a:lnTo>
                  <a:pt x="3766" y="2495"/>
                </a:lnTo>
                <a:lnTo>
                  <a:pt x="3795" y="2483"/>
                </a:lnTo>
                <a:lnTo>
                  <a:pt x="3827" y="2469"/>
                </a:lnTo>
                <a:lnTo>
                  <a:pt x="3861" y="2457"/>
                </a:lnTo>
                <a:lnTo>
                  <a:pt x="3899" y="2445"/>
                </a:lnTo>
                <a:lnTo>
                  <a:pt x="3939" y="2432"/>
                </a:lnTo>
                <a:lnTo>
                  <a:pt x="3981" y="2420"/>
                </a:lnTo>
                <a:lnTo>
                  <a:pt x="4027" y="2408"/>
                </a:lnTo>
                <a:lnTo>
                  <a:pt x="4076" y="2397"/>
                </a:lnTo>
                <a:lnTo>
                  <a:pt x="4133" y="2385"/>
                </a:lnTo>
                <a:lnTo>
                  <a:pt x="4193" y="2375"/>
                </a:lnTo>
                <a:lnTo>
                  <a:pt x="4254" y="2366"/>
                </a:lnTo>
                <a:lnTo>
                  <a:pt x="4315" y="2358"/>
                </a:lnTo>
                <a:lnTo>
                  <a:pt x="4377" y="2352"/>
                </a:lnTo>
                <a:lnTo>
                  <a:pt x="4438" y="2347"/>
                </a:lnTo>
                <a:lnTo>
                  <a:pt x="4500" y="2344"/>
                </a:lnTo>
                <a:lnTo>
                  <a:pt x="4563" y="2343"/>
                </a:lnTo>
                <a:lnTo>
                  <a:pt x="4624" y="2343"/>
                </a:lnTo>
                <a:lnTo>
                  <a:pt x="4685" y="2343"/>
                </a:lnTo>
                <a:lnTo>
                  <a:pt x="4745" y="2346"/>
                </a:lnTo>
                <a:lnTo>
                  <a:pt x="4805" y="2349"/>
                </a:lnTo>
                <a:lnTo>
                  <a:pt x="4864" y="2353"/>
                </a:lnTo>
                <a:lnTo>
                  <a:pt x="4921" y="2359"/>
                </a:lnTo>
                <a:lnTo>
                  <a:pt x="4977" y="2366"/>
                </a:lnTo>
                <a:lnTo>
                  <a:pt x="5032" y="2375"/>
                </a:lnTo>
                <a:lnTo>
                  <a:pt x="4044" y="2813"/>
                </a:lnTo>
                <a:close/>
                <a:moveTo>
                  <a:pt x="2672" y="3466"/>
                </a:moveTo>
                <a:lnTo>
                  <a:pt x="1559" y="3862"/>
                </a:lnTo>
                <a:lnTo>
                  <a:pt x="0" y="3041"/>
                </a:lnTo>
                <a:lnTo>
                  <a:pt x="0" y="2921"/>
                </a:lnTo>
                <a:lnTo>
                  <a:pt x="1568" y="3748"/>
                </a:lnTo>
                <a:lnTo>
                  <a:pt x="2672" y="3353"/>
                </a:lnTo>
                <a:lnTo>
                  <a:pt x="2672" y="3466"/>
                </a:lnTo>
                <a:close/>
                <a:moveTo>
                  <a:pt x="1544" y="2533"/>
                </a:moveTo>
                <a:lnTo>
                  <a:pt x="76" y="1761"/>
                </a:lnTo>
                <a:lnTo>
                  <a:pt x="76" y="1641"/>
                </a:lnTo>
                <a:lnTo>
                  <a:pt x="1544" y="2413"/>
                </a:lnTo>
                <a:lnTo>
                  <a:pt x="1544" y="2533"/>
                </a:lnTo>
                <a:close/>
                <a:moveTo>
                  <a:pt x="1430" y="3002"/>
                </a:moveTo>
                <a:lnTo>
                  <a:pt x="88" y="2295"/>
                </a:lnTo>
                <a:lnTo>
                  <a:pt x="88" y="2175"/>
                </a:lnTo>
                <a:lnTo>
                  <a:pt x="1430" y="2882"/>
                </a:lnTo>
                <a:lnTo>
                  <a:pt x="1430" y="300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21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1" name="CaixaDeTexto 7"/>
          <p:cNvSpPr/>
          <p:nvPr/>
        </p:nvSpPr>
        <p:spPr>
          <a:xfrm>
            <a:off x="1704960" y="1074600"/>
            <a:ext cx="448596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 contribuinte pode se creditar de toda e qualquer operação onerada com IBS e CBS, desde que tenha havido a extinção por qualquer das modalidades previstas no art. 27 (Split Payment), e não se enquadre como bens de uso e consumo pessoal;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1" u="none" strike="noStrike">
                <a:solidFill>
                  <a:srgbClr val="724a22"/>
                </a:solidFill>
                <a:effectLst/>
                <a:uFillTx/>
                <a:latin typeface="Aptos"/>
              </a:rPr>
              <a:t>Art. 47 - Regime de Caixa!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Google Shape;634;p11"/>
          <p:cNvSpPr/>
          <p:nvPr/>
        </p:nvSpPr>
        <p:spPr>
          <a:xfrm>
            <a:off x="6800760" y="1333440"/>
            <a:ext cx="693360" cy="693360"/>
          </a:xfrm>
          <a:custGeom>
            <a:avLst/>
            <a:gdLst>
              <a:gd name="textAreaLeft" fmla="*/ 0 w 693360"/>
              <a:gd name="textAreaRight" fmla="*/ 693720 w 693360"/>
              <a:gd name="textAreaTop" fmla="*/ 0 h 693360"/>
              <a:gd name="textAreaBottom" fmla="*/ 693720 h 693360"/>
            </a:gdLst>
            <a:ahLst/>
            <a:cxnLst/>
            <a:rect l="textAreaLeft" t="textAreaTop" r="textAreaRight" b="textAreaBottom"/>
            <a:pathLst>
              <a:path w="4763" h="4763">
                <a:moveTo>
                  <a:pt x="1378" y="4745"/>
                </a:moveTo>
                <a:lnTo>
                  <a:pt x="0" y="3344"/>
                </a:lnTo>
                <a:lnTo>
                  <a:pt x="0" y="1378"/>
                </a:lnTo>
                <a:lnTo>
                  <a:pt x="1419" y="0"/>
                </a:lnTo>
                <a:lnTo>
                  <a:pt x="3385" y="16"/>
                </a:lnTo>
                <a:lnTo>
                  <a:pt x="4763" y="1419"/>
                </a:lnTo>
                <a:lnTo>
                  <a:pt x="4747" y="3385"/>
                </a:lnTo>
                <a:lnTo>
                  <a:pt x="3344" y="4763"/>
                </a:lnTo>
                <a:lnTo>
                  <a:pt x="1378" y="4745"/>
                </a:lnTo>
                <a:close/>
                <a:moveTo>
                  <a:pt x="1462" y="4546"/>
                </a:moveTo>
                <a:lnTo>
                  <a:pt x="3262" y="4563"/>
                </a:lnTo>
                <a:lnTo>
                  <a:pt x="4546" y="3300"/>
                </a:lnTo>
                <a:lnTo>
                  <a:pt x="4563" y="1501"/>
                </a:lnTo>
                <a:lnTo>
                  <a:pt x="3301" y="217"/>
                </a:lnTo>
                <a:lnTo>
                  <a:pt x="1500" y="200"/>
                </a:lnTo>
                <a:lnTo>
                  <a:pt x="200" y="1462"/>
                </a:lnTo>
                <a:lnTo>
                  <a:pt x="200" y="3262"/>
                </a:lnTo>
                <a:lnTo>
                  <a:pt x="1462" y="4546"/>
                </a:lnTo>
                <a:close/>
                <a:moveTo>
                  <a:pt x="395" y="3185"/>
                </a:moveTo>
                <a:lnTo>
                  <a:pt x="395" y="1543"/>
                </a:lnTo>
                <a:lnTo>
                  <a:pt x="1578" y="395"/>
                </a:lnTo>
                <a:lnTo>
                  <a:pt x="3220" y="395"/>
                </a:lnTo>
                <a:lnTo>
                  <a:pt x="4368" y="1578"/>
                </a:lnTo>
                <a:lnTo>
                  <a:pt x="4368" y="3218"/>
                </a:lnTo>
                <a:lnTo>
                  <a:pt x="3185" y="4368"/>
                </a:lnTo>
                <a:lnTo>
                  <a:pt x="1545" y="4368"/>
                </a:lnTo>
                <a:lnTo>
                  <a:pt x="395" y="3185"/>
                </a:lnTo>
                <a:close/>
                <a:moveTo>
                  <a:pt x="495" y="3143"/>
                </a:moveTo>
                <a:lnTo>
                  <a:pt x="1587" y="4268"/>
                </a:lnTo>
                <a:lnTo>
                  <a:pt x="3143" y="4268"/>
                </a:lnTo>
                <a:lnTo>
                  <a:pt x="4268" y="3176"/>
                </a:lnTo>
                <a:lnTo>
                  <a:pt x="4268" y="1620"/>
                </a:lnTo>
                <a:lnTo>
                  <a:pt x="3177" y="495"/>
                </a:lnTo>
                <a:lnTo>
                  <a:pt x="1620" y="495"/>
                </a:lnTo>
                <a:lnTo>
                  <a:pt x="495" y="1586"/>
                </a:lnTo>
                <a:lnTo>
                  <a:pt x="495" y="3143"/>
                </a:lnTo>
                <a:close/>
                <a:moveTo>
                  <a:pt x="3877" y="2222"/>
                </a:moveTo>
                <a:lnTo>
                  <a:pt x="3877" y="2222"/>
                </a:lnTo>
                <a:lnTo>
                  <a:pt x="3877" y="2209"/>
                </a:lnTo>
                <a:lnTo>
                  <a:pt x="3876" y="2196"/>
                </a:lnTo>
                <a:lnTo>
                  <a:pt x="3874" y="2185"/>
                </a:lnTo>
                <a:lnTo>
                  <a:pt x="3870" y="2174"/>
                </a:lnTo>
                <a:lnTo>
                  <a:pt x="3865" y="2164"/>
                </a:lnTo>
                <a:lnTo>
                  <a:pt x="3860" y="2153"/>
                </a:lnTo>
                <a:lnTo>
                  <a:pt x="3852" y="2145"/>
                </a:lnTo>
                <a:lnTo>
                  <a:pt x="3843" y="2137"/>
                </a:lnTo>
                <a:lnTo>
                  <a:pt x="3835" y="2131"/>
                </a:lnTo>
                <a:lnTo>
                  <a:pt x="3825" y="2125"/>
                </a:lnTo>
                <a:lnTo>
                  <a:pt x="3813" y="2120"/>
                </a:lnTo>
                <a:lnTo>
                  <a:pt x="3802" y="2116"/>
                </a:lnTo>
                <a:lnTo>
                  <a:pt x="3790" y="2113"/>
                </a:lnTo>
                <a:lnTo>
                  <a:pt x="3776" y="2111"/>
                </a:lnTo>
                <a:lnTo>
                  <a:pt x="3762" y="2110"/>
                </a:lnTo>
                <a:lnTo>
                  <a:pt x="3748" y="2108"/>
                </a:lnTo>
                <a:lnTo>
                  <a:pt x="3543" y="2108"/>
                </a:lnTo>
                <a:lnTo>
                  <a:pt x="3543" y="2338"/>
                </a:lnTo>
                <a:lnTo>
                  <a:pt x="3751" y="2338"/>
                </a:lnTo>
                <a:lnTo>
                  <a:pt x="3766" y="2338"/>
                </a:lnTo>
                <a:lnTo>
                  <a:pt x="3780" y="2336"/>
                </a:lnTo>
                <a:lnTo>
                  <a:pt x="3793" y="2334"/>
                </a:lnTo>
                <a:lnTo>
                  <a:pt x="3805" y="2331"/>
                </a:lnTo>
                <a:lnTo>
                  <a:pt x="3816" y="2326"/>
                </a:lnTo>
                <a:lnTo>
                  <a:pt x="3827" y="2323"/>
                </a:lnTo>
                <a:lnTo>
                  <a:pt x="3836" y="2316"/>
                </a:lnTo>
                <a:lnTo>
                  <a:pt x="3845" y="2310"/>
                </a:lnTo>
                <a:lnTo>
                  <a:pt x="3852" y="2301"/>
                </a:lnTo>
                <a:lnTo>
                  <a:pt x="3860" y="2293"/>
                </a:lnTo>
                <a:lnTo>
                  <a:pt x="3865" y="2284"/>
                </a:lnTo>
                <a:lnTo>
                  <a:pt x="3870" y="2273"/>
                </a:lnTo>
                <a:lnTo>
                  <a:pt x="3874" y="2261"/>
                </a:lnTo>
                <a:lnTo>
                  <a:pt x="3876" y="2249"/>
                </a:lnTo>
                <a:lnTo>
                  <a:pt x="3877" y="2236"/>
                </a:lnTo>
                <a:lnTo>
                  <a:pt x="3877" y="2222"/>
                </a:lnTo>
                <a:close/>
                <a:moveTo>
                  <a:pt x="4061" y="2219"/>
                </a:moveTo>
                <a:lnTo>
                  <a:pt x="4061" y="2219"/>
                </a:lnTo>
                <a:lnTo>
                  <a:pt x="4061" y="2237"/>
                </a:lnTo>
                <a:lnTo>
                  <a:pt x="4060" y="2255"/>
                </a:lnTo>
                <a:lnTo>
                  <a:pt x="4058" y="2274"/>
                </a:lnTo>
                <a:lnTo>
                  <a:pt x="4055" y="2290"/>
                </a:lnTo>
                <a:lnTo>
                  <a:pt x="4051" y="2306"/>
                </a:lnTo>
                <a:lnTo>
                  <a:pt x="4048" y="2323"/>
                </a:lnTo>
                <a:lnTo>
                  <a:pt x="4043" y="2336"/>
                </a:lnTo>
                <a:lnTo>
                  <a:pt x="4036" y="2351"/>
                </a:lnTo>
                <a:lnTo>
                  <a:pt x="4030" y="2365"/>
                </a:lnTo>
                <a:lnTo>
                  <a:pt x="4023" y="2378"/>
                </a:lnTo>
                <a:lnTo>
                  <a:pt x="4015" y="2390"/>
                </a:lnTo>
                <a:lnTo>
                  <a:pt x="4008" y="2402"/>
                </a:lnTo>
                <a:lnTo>
                  <a:pt x="3999" y="2413"/>
                </a:lnTo>
                <a:lnTo>
                  <a:pt x="3989" y="2423"/>
                </a:lnTo>
                <a:lnTo>
                  <a:pt x="3979" y="2433"/>
                </a:lnTo>
                <a:lnTo>
                  <a:pt x="3969" y="2442"/>
                </a:lnTo>
                <a:lnTo>
                  <a:pt x="3957" y="2450"/>
                </a:lnTo>
                <a:lnTo>
                  <a:pt x="3946" y="2459"/>
                </a:lnTo>
                <a:lnTo>
                  <a:pt x="3934" y="2465"/>
                </a:lnTo>
                <a:lnTo>
                  <a:pt x="3921" y="2473"/>
                </a:lnTo>
                <a:lnTo>
                  <a:pt x="3895" y="2484"/>
                </a:lnTo>
                <a:lnTo>
                  <a:pt x="3866" y="2494"/>
                </a:lnTo>
                <a:lnTo>
                  <a:pt x="3836" y="2502"/>
                </a:lnTo>
                <a:lnTo>
                  <a:pt x="3805" y="2507"/>
                </a:lnTo>
                <a:lnTo>
                  <a:pt x="3772" y="2511"/>
                </a:lnTo>
                <a:lnTo>
                  <a:pt x="3738" y="2511"/>
                </a:lnTo>
                <a:lnTo>
                  <a:pt x="3543" y="2511"/>
                </a:lnTo>
                <a:lnTo>
                  <a:pt x="3543" y="2827"/>
                </a:lnTo>
                <a:lnTo>
                  <a:pt x="3364" y="2827"/>
                </a:lnTo>
                <a:lnTo>
                  <a:pt x="3364" y="1936"/>
                </a:lnTo>
                <a:lnTo>
                  <a:pt x="3755" y="1936"/>
                </a:lnTo>
                <a:lnTo>
                  <a:pt x="3785" y="1937"/>
                </a:lnTo>
                <a:lnTo>
                  <a:pt x="3815" y="1939"/>
                </a:lnTo>
                <a:lnTo>
                  <a:pt x="3845" y="1944"/>
                </a:lnTo>
                <a:lnTo>
                  <a:pt x="3872" y="1953"/>
                </a:lnTo>
                <a:lnTo>
                  <a:pt x="3900" y="1962"/>
                </a:lnTo>
                <a:lnTo>
                  <a:pt x="3925" y="1974"/>
                </a:lnTo>
                <a:lnTo>
                  <a:pt x="3949" y="1989"/>
                </a:lnTo>
                <a:lnTo>
                  <a:pt x="3970" y="2006"/>
                </a:lnTo>
                <a:lnTo>
                  <a:pt x="3981" y="2014"/>
                </a:lnTo>
                <a:lnTo>
                  <a:pt x="3990" y="2024"/>
                </a:lnTo>
                <a:lnTo>
                  <a:pt x="4000" y="2034"/>
                </a:lnTo>
                <a:lnTo>
                  <a:pt x="4009" y="2046"/>
                </a:lnTo>
                <a:lnTo>
                  <a:pt x="4016" y="2057"/>
                </a:lnTo>
                <a:lnTo>
                  <a:pt x="4024" y="2068"/>
                </a:lnTo>
                <a:lnTo>
                  <a:pt x="4030" y="2081"/>
                </a:lnTo>
                <a:lnTo>
                  <a:pt x="4038" y="2095"/>
                </a:lnTo>
                <a:lnTo>
                  <a:pt x="4043" y="2108"/>
                </a:lnTo>
                <a:lnTo>
                  <a:pt x="4048" y="2122"/>
                </a:lnTo>
                <a:lnTo>
                  <a:pt x="4051" y="2136"/>
                </a:lnTo>
                <a:lnTo>
                  <a:pt x="4055" y="2152"/>
                </a:lnTo>
                <a:lnTo>
                  <a:pt x="4058" y="2167"/>
                </a:lnTo>
                <a:lnTo>
                  <a:pt x="4060" y="2184"/>
                </a:lnTo>
                <a:lnTo>
                  <a:pt x="4061" y="2201"/>
                </a:lnTo>
                <a:lnTo>
                  <a:pt x="4061" y="2219"/>
                </a:lnTo>
                <a:close/>
                <a:moveTo>
                  <a:pt x="1418" y="2557"/>
                </a:moveTo>
                <a:lnTo>
                  <a:pt x="1418" y="2557"/>
                </a:lnTo>
                <a:lnTo>
                  <a:pt x="1417" y="2588"/>
                </a:lnTo>
                <a:lnTo>
                  <a:pt x="1413" y="2618"/>
                </a:lnTo>
                <a:lnTo>
                  <a:pt x="1407" y="2646"/>
                </a:lnTo>
                <a:lnTo>
                  <a:pt x="1398" y="2673"/>
                </a:lnTo>
                <a:lnTo>
                  <a:pt x="1393" y="2686"/>
                </a:lnTo>
                <a:lnTo>
                  <a:pt x="1387" y="2698"/>
                </a:lnTo>
                <a:lnTo>
                  <a:pt x="1379" y="2710"/>
                </a:lnTo>
                <a:lnTo>
                  <a:pt x="1372" y="2721"/>
                </a:lnTo>
                <a:lnTo>
                  <a:pt x="1364" y="2732"/>
                </a:lnTo>
                <a:lnTo>
                  <a:pt x="1354" y="2744"/>
                </a:lnTo>
                <a:lnTo>
                  <a:pt x="1345" y="2754"/>
                </a:lnTo>
                <a:lnTo>
                  <a:pt x="1334" y="2764"/>
                </a:lnTo>
                <a:lnTo>
                  <a:pt x="1324" y="2772"/>
                </a:lnTo>
                <a:lnTo>
                  <a:pt x="1312" y="2781"/>
                </a:lnTo>
                <a:lnTo>
                  <a:pt x="1299" y="2789"/>
                </a:lnTo>
                <a:lnTo>
                  <a:pt x="1287" y="2796"/>
                </a:lnTo>
                <a:lnTo>
                  <a:pt x="1272" y="2804"/>
                </a:lnTo>
                <a:lnTo>
                  <a:pt x="1258" y="2810"/>
                </a:lnTo>
                <a:lnTo>
                  <a:pt x="1225" y="2821"/>
                </a:lnTo>
                <a:lnTo>
                  <a:pt x="1209" y="2826"/>
                </a:lnTo>
                <a:lnTo>
                  <a:pt x="1191" y="2830"/>
                </a:lnTo>
                <a:lnTo>
                  <a:pt x="1173" y="2834"/>
                </a:lnTo>
                <a:lnTo>
                  <a:pt x="1154" y="2836"/>
                </a:lnTo>
                <a:lnTo>
                  <a:pt x="1112" y="2840"/>
                </a:lnTo>
                <a:lnTo>
                  <a:pt x="1069" y="2841"/>
                </a:lnTo>
                <a:lnTo>
                  <a:pt x="1041" y="2840"/>
                </a:lnTo>
                <a:lnTo>
                  <a:pt x="1013" y="2839"/>
                </a:lnTo>
                <a:lnTo>
                  <a:pt x="987" y="2835"/>
                </a:lnTo>
                <a:lnTo>
                  <a:pt x="961" y="2830"/>
                </a:lnTo>
                <a:lnTo>
                  <a:pt x="936" y="2824"/>
                </a:lnTo>
                <a:lnTo>
                  <a:pt x="911" y="2816"/>
                </a:lnTo>
                <a:lnTo>
                  <a:pt x="887" y="2807"/>
                </a:lnTo>
                <a:lnTo>
                  <a:pt x="864" y="2797"/>
                </a:lnTo>
                <a:lnTo>
                  <a:pt x="843" y="2786"/>
                </a:lnTo>
                <a:lnTo>
                  <a:pt x="822" y="2775"/>
                </a:lnTo>
                <a:lnTo>
                  <a:pt x="802" y="2761"/>
                </a:lnTo>
                <a:lnTo>
                  <a:pt x="783" y="2747"/>
                </a:lnTo>
                <a:lnTo>
                  <a:pt x="765" y="2731"/>
                </a:lnTo>
                <a:lnTo>
                  <a:pt x="749" y="2715"/>
                </a:lnTo>
                <a:lnTo>
                  <a:pt x="735" y="2697"/>
                </a:lnTo>
                <a:lnTo>
                  <a:pt x="722" y="2678"/>
                </a:lnTo>
                <a:lnTo>
                  <a:pt x="851" y="2564"/>
                </a:lnTo>
                <a:lnTo>
                  <a:pt x="863" y="2578"/>
                </a:lnTo>
                <a:lnTo>
                  <a:pt x="874" y="2589"/>
                </a:lnTo>
                <a:lnTo>
                  <a:pt x="887" y="2601"/>
                </a:lnTo>
                <a:lnTo>
                  <a:pt x="901" y="2612"/>
                </a:lnTo>
                <a:lnTo>
                  <a:pt x="913" y="2621"/>
                </a:lnTo>
                <a:lnTo>
                  <a:pt x="927" y="2630"/>
                </a:lnTo>
                <a:lnTo>
                  <a:pt x="941" y="2637"/>
                </a:lnTo>
                <a:lnTo>
                  <a:pt x="956" y="2643"/>
                </a:lnTo>
                <a:lnTo>
                  <a:pt x="971" y="2648"/>
                </a:lnTo>
                <a:lnTo>
                  <a:pt x="986" y="2653"/>
                </a:lnTo>
                <a:lnTo>
                  <a:pt x="1001" y="2657"/>
                </a:lnTo>
                <a:lnTo>
                  <a:pt x="1016" y="2661"/>
                </a:lnTo>
                <a:lnTo>
                  <a:pt x="1031" y="2663"/>
                </a:lnTo>
                <a:lnTo>
                  <a:pt x="1047" y="2665"/>
                </a:lnTo>
                <a:lnTo>
                  <a:pt x="1079" y="2667"/>
                </a:lnTo>
                <a:lnTo>
                  <a:pt x="1100" y="2666"/>
                </a:lnTo>
                <a:lnTo>
                  <a:pt x="1120" y="2665"/>
                </a:lnTo>
                <a:lnTo>
                  <a:pt x="1136" y="2663"/>
                </a:lnTo>
                <a:lnTo>
                  <a:pt x="1151" y="2661"/>
                </a:lnTo>
                <a:lnTo>
                  <a:pt x="1165" y="2657"/>
                </a:lnTo>
                <a:lnTo>
                  <a:pt x="1178" y="2652"/>
                </a:lnTo>
                <a:lnTo>
                  <a:pt x="1189" y="2647"/>
                </a:lnTo>
                <a:lnTo>
                  <a:pt x="1199" y="2642"/>
                </a:lnTo>
                <a:lnTo>
                  <a:pt x="1208" y="2636"/>
                </a:lnTo>
                <a:lnTo>
                  <a:pt x="1215" y="2630"/>
                </a:lnTo>
                <a:lnTo>
                  <a:pt x="1221" y="2622"/>
                </a:lnTo>
                <a:lnTo>
                  <a:pt x="1225" y="2615"/>
                </a:lnTo>
                <a:lnTo>
                  <a:pt x="1229" y="2606"/>
                </a:lnTo>
                <a:lnTo>
                  <a:pt x="1231" y="2596"/>
                </a:lnTo>
                <a:lnTo>
                  <a:pt x="1234" y="2583"/>
                </a:lnTo>
                <a:lnTo>
                  <a:pt x="1234" y="2569"/>
                </a:lnTo>
                <a:lnTo>
                  <a:pt x="1234" y="2559"/>
                </a:lnTo>
                <a:lnTo>
                  <a:pt x="1231" y="2549"/>
                </a:lnTo>
                <a:lnTo>
                  <a:pt x="1230" y="2541"/>
                </a:lnTo>
                <a:lnTo>
                  <a:pt x="1226" y="2532"/>
                </a:lnTo>
                <a:lnTo>
                  <a:pt x="1221" y="2524"/>
                </a:lnTo>
                <a:lnTo>
                  <a:pt x="1215" y="2517"/>
                </a:lnTo>
                <a:lnTo>
                  <a:pt x="1208" y="2509"/>
                </a:lnTo>
                <a:lnTo>
                  <a:pt x="1198" y="2502"/>
                </a:lnTo>
                <a:lnTo>
                  <a:pt x="1185" y="2496"/>
                </a:lnTo>
                <a:lnTo>
                  <a:pt x="1171" y="2488"/>
                </a:lnTo>
                <a:lnTo>
                  <a:pt x="1155" y="2482"/>
                </a:lnTo>
                <a:lnTo>
                  <a:pt x="1136" y="2475"/>
                </a:lnTo>
                <a:lnTo>
                  <a:pt x="1092" y="2463"/>
                </a:lnTo>
                <a:lnTo>
                  <a:pt x="1035" y="2449"/>
                </a:lnTo>
                <a:lnTo>
                  <a:pt x="1005" y="2442"/>
                </a:lnTo>
                <a:lnTo>
                  <a:pt x="976" y="2433"/>
                </a:lnTo>
                <a:lnTo>
                  <a:pt x="948" y="2425"/>
                </a:lnTo>
                <a:lnTo>
                  <a:pt x="922" y="2415"/>
                </a:lnTo>
                <a:lnTo>
                  <a:pt x="897" y="2405"/>
                </a:lnTo>
                <a:lnTo>
                  <a:pt x="874" y="2394"/>
                </a:lnTo>
                <a:lnTo>
                  <a:pt x="853" y="2382"/>
                </a:lnTo>
                <a:lnTo>
                  <a:pt x="834" y="2368"/>
                </a:lnTo>
                <a:lnTo>
                  <a:pt x="817" y="2351"/>
                </a:lnTo>
                <a:lnTo>
                  <a:pt x="802" y="2334"/>
                </a:lnTo>
                <a:lnTo>
                  <a:pt x="788" y="2315"/>
                </a:lnTo>
                <a:lnTo>
                  <a:pt x="777" y="2294"/>
                </a:lnTo>
                <a:lnTo>
                  <a:pt x="772" y="2281"/>
                </a:lnTo>
                <a:lnTo>
                  <a:pt x="768" y="2270"/>
                </a:lnTo>
                <a:lnTo>
                  <a:pt x="764" y="2256"/>
                </a:lnTo>
                <a:lnTo>
                  <a:pt x="762" y="2244"/>
                </a:lnTo>
                <a:lnTo>
                  <a:pt x="758" y="2215"/>
                </a:lnTo>
                <a:lnTo>
                  <a:pt x="757" y="2182"/>
                </a:lnTo>
                <a:lnTo>
                  <a:pt x="757" y="2167"/>
                </a:lnTo>
                <a:lnTo>
                  <a:pt x="758" y="2153"/>
                </a:lnTo>
                <a:lnTo>
                  <a:pt x="759" y="2138"/>
                </a:lnTo>
                <a:lnTo>
                  <a:pt x="763" y="2125"/>
                </a:lnTo>
                <a:lnTo>
                  <a:pt x="765" y="2112"/>
                </a:lnTo>
                <a:lnTo>
                  <a:pt x="770" y="2098"/>
                </a:lnTo>
                <a:lnTo>
                  <a:pt x="775" y="2086"/>
                </a:lnTo>
                <a:lnTo>
                  <a:pt x="780" y="2073"/>
                </a:lnTo>
                <a:lnTo>
                  <a:pt x="794" y="2051"/>
                </a:lnTo>
                <a:lnTo>
                  <a:pt x="811" y="2029"/>
                </a:lnTo>
                <a:lnTo>
                  <a:pt x="828" y="2009"/>
                </a:lnTo>
                <a:lnTo>
                  <a:pt x="849" y="1992"/>
                </a:lnTo>
                <a:lnTo>
                  <a:pt x="872" y="1976"/>
                </a:lnTo>
                <a:lnTo>
                  <a:pt x="896" y="1962"/>
                </a:lnTo>
                <a:lnTo>
                  <a:pt x="922" y="1949"/>
                </a:lnTo>
                <a:lnTo>
                  <a:pt x="951" y="1939"/>
                </a:lnTo>
                <a:lnTo>
                  <a:pt x="980" y="1932"/>
                </a:lnTo>
                <a:lnTo>
                  <a:pt x="1011" y="1925"/>
                </a:lnTo>
                <a:lnTo>
                  <a:pt x="1042" y="1923"/>
                </a:lnTo>
                <a:lnTo>
                  <a:pt x="1075" y="1922"/>
                </a:lnTo>
                <a:lnTo>
                  <a:pt x="1100" y="1922"/>
                </a:lnTo>
                <a:lnTo>
                  <a:pt x="1124" y="1924"/>
                </a:lnTo>
                <a:lnTo>
                  <a:pt x="1148" y="1927"/>
                </a:lnTo>
                <a:lnTo>
                  <a:pt x="1171" y="1931"/>
                </a:lnTo>
                <a:lnTo>
                  <a:pt x="1194" y="1936"/>
                </a:lnTo>
                <a:lnTo>
                  <a:pt x="1216" y="1942"/>
                </a:lnTo>
                <a:lnTo>
                  <a:pt x="1239" y="1951"/>
                </a:lnTo>
                <a:lnTo>
                  <a:pt x="1260" y="1961"/>
                </a:lnTo>
                <a:lnTo>
                  <a:pt x="1282" y="1971"/>
                </a:lnTo>
                <a:lnTo>
                  <a:pt x="1302" y="1981"/>
                </a:lnTo>
                <a:lnTo>
                  <a:pt x="1319" y="1992"/>
                </a:lnTo>
                <a:lnTo>
                  <a:pt x="1335" y="2003"/>
                </a:lnTo>
                <a:lnTo>
                  <a:pt x="1350" y="2016"/>
                </a:lnTo>
                <a:lnTo>
                  <a:pt x="1367" y="2029"/>
                </a:lnTo>
                <a:lnTo>
                  <a:pt x="1383" y="2045"/>
                </a:lnTo>
                <a:lnTo>
                  <a:pt x="1399" y="2061"/>
                </a:lnTo>
                <a:lnTo>
                  <a:pt x="1270" y="2186"/>
                </a:lnTo>
                <a:lnTo>
                  <a:pt x="1246" y="2164"/>
                </a:lnTo>
                <a:lnTo>
                  <a:pt x="1225" y="2146"/>
                </a:lnTo>
                <a:lnTo>
                  <a:pt x="1205" y="2132"/>
                </a:lnTo>
                <a:lnTo>
                  <a:pt x="1181" y="2120"/>
                </a:lnTo>
                <a:lnTo>
                  <a:pt x="1169" y="2113"/>
                </a:lnTo>
                <a:lnTo>
                  <a:pt x="1156" y="2108"/>
                </a:lnTo>
                <a:lnTo>
                  <a:pt x="1143" y="2105"/>
                </a:lnTo>
                <a:lnTo>
                  <a:pt x="1130" y="2101"/>
                </a:lnTo>
                <a:lnTo>
                  <a:pt x="1115" y="2098"/>
                </a:lnTo>
                <a:lnTo>
                  <a:pt x="1100" y="2096"/>
                </a:lnTo>
                <a:lnTo>
                  <a:pt x="1085" y="2095"/>
                </a:lnTo>
                <a:lnTo>
                  <a:pt x="1069" y="2095"/>
                </a:lnTo>
                <a:lnTo>
                  <a:pt x="1051" y="2095"/>
                </a:lnTo>
                <a:lnTo>
                  <a:pt x="1035" y="2096"/>
                </a:lnTo>
                <a:lnTo>
                  <a:pt x="1021" y="2098"/>
                </a:lnTo>
                <a:lnTo>
                  <a:pt x="1008" y="2102"/>
                </a:lnTo>
                <a:lnTo>
                  <a:pt x="996" y="2106"/>
                </a:lnTo>
                <a:lnTo>
                  <a:pt x="986" y="2110"/>
                </a:lnTo>
                <a:lnTo>
                  <a:pt x="977" y="2115"/>
                </a:lnTo>
                <a:lnTo>
                  <a:pt x="968" y="2120"/>
                </a:lnTo>
                <a:lnTo>
                  <a:pt x="962" y="2126"/>
                </a:lnTo>
                <a:lnTo>
                  <a:pt x="956" y="2132"/>
                </a:lnTo>
                <a:lnTo>
                  <a:pt x="951" y="2138"/>
                </a:lnTo>
                <a:lnTo>
                  <a:pt x="947" y="2145"/>
                </a:lnTo>
                <a:lnTo>
                  <a:pt x="945" y="2152"/>
                </a:lnTo>
                <a:lnTo>
                  <a:pt x="942" y="2160"/>
                </a:lnTo>
                <a:lnTo>
                  <a:pt x="941" y="2167"/>
                </a:lnTo>
                <a:lnTo>
                  <a:pt x="941" y="2175"/>
                </a:lnTo>
                <a:lnTo>
                  <a:pt x="941" y="2185"/>
                </a:lnTo>
                <a:lnTo>
                  <a:pt x="943" y="2194"/>
                </a:lnTo>
                <a:lnTo>
                  <a:pt x="946" y="2202"/>
                </a:lnTo>
                <a:lnTo>
                  <a:pt x="950" y="2211"/>
                </a:lnTo>
                <a:lnTo>
                  <a:pt x="953" y="2217"/>
                </a:lnTo>
                <a:lnTo>
                  <a:pt x="960" y="2225"/>
                </a:lnTo>
                <a:lnTo>
                  <a:pt x="968" y="2231"/>
                </a:lnTo>
                <a:lnTo>
                  <a:pt x="977" y="2237"/>
                </a:lnTo>
                <a:lnTo>
                  <a:pt x="988" y="2242"/>
                </a:lnTo>
                <a:lnTo>
                  <a:pt x="1001" y="2249"/>
                </a:lnTo>
                <a:lnTo>
                  <a:pt x="1032" y="2259"/>
                </a:lnTo>
                <a:lnTo>
                  <a:pt x="1072" y="2270"/>
                </a:lnTo>
                <a:lnTo>
                  <a:pt x="1121" y="2281"/>
                </a:lnTo>
                <a:lnTo>
                  <a:pt x="1158" y="2291"/>
                </a:lnTo>
                <a:lnTo>
                  <a:pt x="1190" y="2300"/>
                </a:lnTo>
                <a:lnTo>
                  <a:pt x="1220" y="2310"/>
                </a:lnTo>
                <a:lnTo>
                  <a:pt x="1246" y="2319"/>
                </a:lnTo>
                <a:lnTo>
                  <a:pt x="1272" y="2330"/>
                </a:lnTo>
                <a:lnTo>
                  <a:pt x="1294" y="2341"/>
                </a:lnTo>
                <a:lnTo>
                  <a:pt x="1315" y="2355"/>
                </a:lnTo>
                <a:lnTo>
                  <a:pt x="1335" y="2369"/>
                </a:lnTo>
                <a:lnTo>
                  <a:pt x="1354" y="2385"/>
                </a:lnTo>
                <a:lnTo>
                  <a:pt x="1371" y="2404"/>
                </a:lnTo>
                <a:lnTo>
                  <a:pt x="1384" y="2424"/>
                </a:lnTo>
                <a:lnTo>
                  <a:pt x="1397" y="2447"/>
                </a:lnTo>
                <a:lnTo>
                  <a:pt x="1402" y="2458"/>
                </a:lnTo>
                <a:lnTo>
                  <a:pt x="1406" y="2470"/>
                </a:lnTo>
                <a:lnTo>
                  <a:pt x="1409" y="2484"/>
                </a:lnTo>
                <a:lnTo>
                  <a:pt x="1413" y="2497"/>
                </a:lnTo>
                <a:lnTo>
                  <a:pt x="1416" y="2512"/>
                </a:lnTo>
                <a:lnTo>
                  <a:pt x="1417" y="2526"/>
                </a:lnTo>
                <a:lnTo>
                  <a:pt x="1418" y="2557"/>
                </a:lnTo>
                <a:close/>
                <a:moveTo>
                  <a:pt x="1997" y="2111"/>
                </a:moveTo>
                <a:lnTo>
                  <a:pt x="1997" y="2827"/>
                </a:lnTo>
                <a:lnTo>
                  <a:pt x="1818" y="2827"/>
                </a:lnTo>
                <a:lnTo>
                  <a:pt x="1818" y="2111"/>
                </a:lnTo>
                <a:lnTo>
                  <a:pt x="1562" y="2111"/>
                </a:lnTo>
                <a:lnTo>
                  <a:pt x="1562" y="1936"/>
                </a:lnTo>
                <a:lnTo>
                  <a:pt x="2252" y="1936"/>
                </a:lnTo>
                <a:lnTo>
                  <a:pt x="2252" y="2111"/>
                </a:lnTo>
                <a:lnTo>
                  <a:pt x="1997" y="2111"/>
                </a:lnTo>
                <a:close/>
                <a:moveTo>
                  <a:pt x="3167" y="2380"/>
                </a:moveTo>
                <a:lnTo>
                  <a:pt x="3167" y="2380"/>
                </a:lnTo>
                <a:lnTo>
                  <a:pt x="3167" y="2407"/>
                </a:lnTo>
                <a:lnTo>
                  <a:pt x="3166" y="2433"/>
                </a:lnTo>
                <a:lnTo>
                  <a:pt x="3163" y="2458"/>
                </a:lnTo>
                <a:lnTo>
                  <a:pt x="3159" y="2483"/>
                </a:lnTo>
                <a:lnTo>
                  <a:pt x="3156" y="2507"/>
                </a:lnTo>
                <a:lnTo>
                  <a:pt x="3151" y="2529"/>
                </a:lnTo>
                <a:lnTo>
                  <a:pt x="3144" y="2552"/>
                </a:lnTo>
                <a:lnTo>
                  <a:pt x="3138" y="2574"/>
                </a:lnTo>
                <a:lnTo>
                  <a:pt x="3131" y="2594"/>
                </a:lnTo>
                <a:lnTo>
                  <a:pt x="3122" y="2615"/>
                </a:lnTo>
                <a:lnTo>
                  <a:pt x="3113" y="2635"/>
                </a:lnTo>
                <a:lnTo>
                  <a:pt x="3103" y="2652"/>
                </a:lnTo>
                <a:lnTo>
                  <a:pt x="3093" y="2671"/>
                </a:lnTo>
                <a:lnTo>
                  <a:pt x="3082" y="2687"/>
                </a:lnTo>
                <a:lnTo>
                  <a:pt x="3071" y="2703"/>
                </a:lnTo>
                <a:lnTo>
                  <a:pt x="3057" y="2718"/>
                </a:lnTo>
                <a:lnTo>
                  <a:pt x="3044" y="2734"/>
                </a:lnTo>
                <a:lnTo>
                  <a:pt x="3030" y="2746"/>
                </a:lnTo>
                <a:lnTo>
                  <a:pt x="3015" y="2760"/>
                </a:lnTo>
                <a:lnTo>
                  <a:pt x="3000" y="2771"/>
                </a:lnTo>
                <a:lnTo>
                  <a:pt x="2984" y="2782"/>
                </a:lnTo>
                <a:lnTo>
                  <a:pt x="2968" y="2792"/>
                </a:lnTo>
                <a:lnTo>
                  <a:pt x="2950" y="2801"/>
                </a:lnTo>
                <a:lnTo>
                  <a:pt x="2933" y="2810"/>
                </a:lnTo>
                <a:lnTo>
                  <a:pt x="2915" y="2817"/>
                </a:lnTo>
                <a:lnTo>
                  <a:pt x="2896" y="2824"/>
                </a:lnTo>
                <a:lnTo>
                  <a:pt x="2876" y="2829"/>
                </a:lnTo>
                <a:lnTo>
                  <a:pt x="2858" y="2834"/>
                </a:lnTo>
                <a:lnTo>
                  <a:pt x="2836" y="2838"/>
                </a:lnTo>
                <a:lnTo>
                  <a:pt x="2816" y="2839"/>
                </a:lnTo>
                <a:lnTo>
                  <a:pt x="2795" y="2841"/>
                </a:lnTo>
                <a:lnTo>
                  <a:pt x="2774" y="2841"/>
                </a:lnTo>
                <a:lnTo>
                  <a:pt x="2752" y="2841"/>
                </a:lnTo>
                <a:lnTo>
                  <a:pt x="2731" y="2840"/>
                </a:lnTo>
                <a:lnTo>
                  <a:pt x="2710" y="2838"/>
                </a:lnTo>
                <a:lnTo>
                  <a:pt x="2690" y="2834"/>
                </a:lnTo>
                <a:lnTo>
                  <a:pt x="2670" y="2829"/>
                </a:lnTo>
                <a:lnTo>
                  <a:pt x="2651" y="2824"/>
                </a:lnTo>
                <a:lnTo>
                  <a:pt x="2632" y="2817"/>
                </a:lnTo>
                <a:lnTo>
                  <a:pt x="2613" y="2810"/>
                </a:lnTo>
                <a:lnTo>
                  <a:pt x="2596" y="2802"/>
                </a:lnTo>
                <a:lnTo>
                  <a:pt x="2579" y="2792"/>
                </a:lnTo>
                <a:lnTo>
                  <a:pt x="2562" y="2782"/>
                </a:lnTo>
                <a:lnTo>
                  <a:pt x="2547" y="2772"/>
                </a:lnTo>
                <a:lnTo>
                  <a:pt x="2532" y="2760"/>
                </a:lnTo>
                <a:lnTo>
                  <a:pt x="2517" y="2747"/>
                </a:lnTo>
                <a:lnTo>
                  <a:pt x="2503" y="2735"/>
                </a:lnTo>
                <a:lnTo>
                  <a:pt x="2490" y="2720"/>
                </a:lnTo>
                <a:lnTo>
                  <a:pt x="2478" y="2705"/>
                </a:lnTo>
                <a:lnTo>
                  <a:pt x="2465" y="2688"/>
                </a:lnTo>
                <a:lnTo>
                  <a:pt x="2454" y="2672"/>
                </a:lnTo>
                <a:lnTo>
                  <a:pt x="2444" y="2655"/>
                </a:lnTo>
                <a:lnTo>
                  <a:pt x="2434" y="2636"/>
                </a:lnTo>
                <a:lnTo>
                  <a:pt x="2425" y="2617"/>
                </a:lnTo>
                <a:lnTo>
                  <a:pt x="2418" y="2597"/>
                </a:lnTo>
                <a:lnTo>
                  <a:pt x="2410" y="2576"/>
                </a:lnTo>
                <a:lnTo>
                  <a:pt x="2403" y="2554"/>
                </a:lnTo>
                <a:lnTo>
                  <a:pt x="2398" y="2532"/>
                </a:lnTo>
                <a:lnTo>
                  <a:pt x="2393" y="2508"/>
                </a:lnTo>
                <a:lnTo>
                  <a:pt x="2388" y="2484"/>
                </a:lnTo>
                <a:lnTo>
                  <a:pt x="2385" y="2460"/>
                </a:lnTo>
                <a:lnTo>
                  <a:pt x="2383" y="2435"/>
                </a:lnTo>
                <a:lnTo>
                  <a:pt x="2382" y="2409"/>
                </a:lnTo>
                <a:lnTo>
                  <a:pt x="2382" y="2383"/>
                </a:lnTo>
                <a:lnTo>
                  <a:pt x="2382" y="2355"/>
                </a:lnTo>
                <a:lnTo>
                  <a:pt x="2383" y="2330"/>
                </a:lnTo>
                <a:lnTo>
                  <a:pt x="2385" y="2304"/>
                </a:lnTo>
                <a:lnTo>
                  <a:pt x="2388" y="2280"/>
                </a:lnTo>
                <a:lnTo>
                  <a:pt x="2393" y="2256"/>
                </a:lnTo>
                <a:lnTo>
                  <a:pt x="2398" y="2232"/>
                </a:lnTo>
                <a:lnTo>
                  <a:pt x="2403" y="2211"/>
                </a:lnTo>
                <a:lnTo>
                  <a:pt x="2410" y="2189"/>
                </a:lnTo>
                <a:lnTo>
                  <a:pt x="2418" y="2167"/>
                </a:lnTo>
                <a:lnTo>
                  <a:pt x="2425" y="2147"/>
                </a:lnTo>
                <a:lnTo>
                  <a:pt x="2435" y="2128"/>
                </a:lnTo>
                <a:lnTo>
                  <a:pt x="2444" y="2110"/>
                </a:lnTo>
                <a:lnTo>
                  <a:pt x="2455" y="2092"/>
                </a:lnTo>
                <a:lnTo>
                  <a:pt x="2467" y="2075"/>
                </a:lnTo>
                <a:lnTo>
                  <a:pt x="2478" y="2060"/>
                </a:lnTo>
                <a:lnTo>
                  <a:pt x="2492" y="2045"/>
                </a:lnTo>
                <a:lnTo>
                  <a:pt x="2504" y="2029"/>
                </a:lnTo>
                <a:lnTo>
                  <a:pt x="2518" y="2016"/>
                </a:lnTo>
                <a:lnTo>
                  <a:pt x="2533" y="2003"/>
                </a:lnTo>
                <a:lnTo>
                  <a:pt x="2548" y="1992"/>
                </a:lnTo>
                <a:lnTo>
                  <a:pt x="2564" y="1981"/>
                </a:lnTo>
                <a:lnTo>
                  <a:pt x="2581" y="1971"/>
                </a:lnTo>
                <a:lnTo>
                  <a:pt x="2598" y="1962"/>
                </a:lnTo>
                <a:lnTo>
                  <a:pt x="2616" y="1953"/>
                </a:lnTo>
                <a:lnTo>
                  <a:pt x="2635" y="1946"/>
                </a:lnTo>
                <a:lnTo>
                  <a:pt x="2653" y="1939"/>
                </a:lnTo>
                <a:lnTo>
                  <a:pt x="2673" y="1934"/>
                </a:lnTo>
                <a:lnTo>
                  <a:pt x="2692" y="1929"/>
                </a:lnTo>
                <a:lnTo>
                  <a:pt x="2712" y="1925"/>
                </a:lnTo>
                <a:lnTo>
                  <a:pt x="2734" y="1923"/>
                </a:lnTo>
                <a:lnTo>
                  <a:pt x="2755" y="1922"/>
                </a:lnTo>
                <a:lnTo>
                  <a:pt x="2776" y="1922"/>
                </a:lnTo>
                <a:lnTo>
                  <a:pt x="2797" y="1922"/>
                </a:lnTo>
                <a:lnTo>
                  <a:pt x="2819" y="1923"/>
                </a:lnTo>
                <a:lnTo>
                  <a:pt x="2839" y="1925"/>
                </a:lnTo>
                <a:lnTo>
                  <a:pt x="2859" y="1929"/>
                </a:lnTo>
                <a:lnTo>
                  <a:pt x="2879" y="1933"/>
                </a:lnTo>
                <a:lnTo>
                  <a:pt x="2898" y="1939"/>
                </a:lnTo>
                <a:lnTo>
                  <a:pt x="2916" y="1946"/>
                </a:lnTo>
                <a:lnTo>
                  <a:pt x="2935" y="1953"/>
                </a:lnTo>
                <a:lnTo>
                  <a:pt x="2953" y="1961"/>
                </a:lnTo>
                <a:lnTo>
                  <a:pt x="2969" y="1969"/>
                </a:lnTo>
                <a:lnTo>
                  <a:pt x="2985" y="1979"/>
                </a:lnTo>
                <a:lnTo>
                  <a:pt x="3002" y="1991"/>
                </a:lnTo>
                <a:lnTo>
                  <a:pt x="3017" y="2002"/>
                </a:lnTo>
                <a:lnTo>
                  <a:pt x="3032" y="2014"/>
                </a:lnTo>
                <a:lnTo>
                  <a:pt x="3045" y="2028"/>
                </a:lnTo>
                <a:lnTo>
                  <a:pt x="3058" y="2043"/>
                </a:lnTo>
                <a:lnTo>
                  <a:pt x="3071" y="2058"/>
                </a:lnTo>
                <a:lnTo>
                  <a:pt x="3083" y="2073"/>
                </a:lnTo>
                <a:lnTo>
                  <a:pt x="3094" y="2091"/>
                </a:lnTo>
                <a:lnTo>
                  <a:pt x="3104" y="2108"/>
                </a:lnTo>
                <a:lnTo>
                  <a:pt x="3114" y="2127"/>
                </a:lnTo>
                <a:lnTo>
                  <a:pt x="3123" y="2146"/>
                </a:lnTo>
                <a:lnTo>
                  <a:pt x="3131" y="2166"/>
                </a:lnTo>
                <a:lnTo>
                  <a:pt x="3138" y="2187"/>
                </a:lnTo>
                <a:lnTo>
                  <a:pt x="3146" y="2209"/>
                </a:lnTo>
                <a:lnTo>
                  <a:pt x="3151" y="2231"/>
                </a:lnTo>
                <a:lnTo>
                  <a:pt x="3156" y="2254"/>
                </a:lnTo>
                <a:lnTo>
                  <a:pt x="3161" y="2278"/>
                </a:lnTo>
                <a:lnTo>
                  <a:pt x="3163" y="2303"/>
                </a:lnTo>
                <a:lnTo>
                  <a:pt x="3166" y="2328"/>
                </a:lnTo>
                <a:lnTo>
                  <a:pt x="3167" y="2353"/>
                </a:lnTo>
                <a:lnTo>
                  <a:pt x="3167" y="2380"/>
                </a:lnTo>
                <a:close/>
                <a:moveTo>
                  <a:pt x="2984" y="2383"/>
                </a:moveTo>
                <a:lnTo>
                  <a:pt x="2984" y="2383"/>
                </a:lnTo>
                <a:lnTo>
                  <a:pt x="2983" y="2349"/>
                </a:lnTo>
                <a:lnTo>
                  <a:pt x="2980" y="2319"/>
                </a:lnTo>
                <a:lnTo>
                  <a:pt x="2975" y="2289"/>
                </a:lnTo>
                <a:lnTo>
                  <a:pt x="2968" y="2261"/>
                </a:lnTo>
                <a:lnTo>
                  <a:pt x="2960" y="2236"/>
                </a:lnTo>
                <a:lnTo>
                  <a:pt x="2949" y="2212"/>
                </a:lnTo>
                <a:lnTo>
                  <a:pt x="2938" y="2192"/>
                </a:lnTo>
                <a:lnTo>
                  <a:pt x="2925" y="2172"/>
                </a:lnTo>
                <a:lnTo>
                  <a:pt x="2910" y="2156"/>
                </a:lnTo>
                <a:lnTo>
                  <a:pt x="2894" y="2141"/>
                </a:lnTo>
                <a:lnTo>
                  <a:pt x="2876" y="2128"/>
                </a:lnTo>
                <a:lnTo>
                  <a:pt x="2858" y="2118"/>
                </a:lnTo>
                <a:lnTo>
                  <a:pt x="2838" y="2110"/>
                </a:lnTo>
                <a:lnTo>
                  <a:pt x="2817" y="2103"/>
                </a:lnTo>
                <a:lnTo>
                  <a:pt x="2795" y="2100"/>
                </a:lnTo>
                <a:lnTo>
                  <a:pt x="2772" y="2098"/>
                </a:lnTo>
                <a:lnTo>
                  <a:pt x="2750" y="2100"/>
                </a:lnTo>
                <a:lnTo>
                  <a:pt x="2727" y="2103"/>
                </a:lnTo>
                <a:lnTo>
                  <a:pt x="2707" y="2110"/>
                </a:lnTo>
                <a:lnTo>
                  <a:pt x="2687" y="2117"/>
                </a:lnTo>
                <a:lnTo>
                  <a:pt x="2668" y="2127"/>
                </a:lnTo>
                <a:lnTo>
                  <a:pt x="2651" y="2140"/>
                </a:lnTo>
                <a:lnTo>
                  <a:pt x="2636" y="2155"/>
                </a:lnTo>
                <a:lnTo>
                  <a:pt x="2621" y="2171"/>
                </a:lnTo>
                <a:lnTo>
                  <a:pt x="2608" y="2190"/>
                </a:lnTo>
                <a:lnTo>
                  <a:pt x="2597" y="2211"/>
                </a:lnTo>
                <a:lnTo>
                  <a:pt x="2588" y="2235"/>
                </a:lnTo>
                <a:lnTo>
                  <a:pt x="2579" y="2260"/>
                </a:lnTo>
                <a:lnTo>
                  <a:pt x="2573" y="2286"/>
                </a:lnTo>
                <a:lnTo>
                  <a:pt x="2568" y="2316"/>
                </a:lnTo>
                <a:lnTo>
                  <a:pt x="2566" y="2346"/>
                </a:lnTo>
                <a:lnTo>
                  <a:pt x="2564" y="2380"/>
                </a:lnTo>
                <a:lnTo>
                  <a:pt x="2566" y="2413"/>
                </a:lnTo>
                <a:lnTo>
                  <a:pt x="2568" y="2444"/>
                </a:lnTo>
                <a:lnTo>
                  <a:pt x="2573" y="2473"/>
                </a:lnTo>
                <a:lnTo>
                  <a:pt x="2581" y="2501"/>
                </a:lnTo>
                <a:lnTo>
                  <a:pt x="2588" y="2526"/>
                </a:lnTo>
                <a:lnTo>
                  <a:pt x="2598" y="2549"/>
                </a:lnTo>
                <a:lnTo>
                  <a:pt x="2611" y="2571"/>
                </a:lnTo>
                <a:lnTo>
                  <a:pt x="2623" y="2589"/>
                </a:lnTo>
                <a:lnTo>
                  <a:pt x="2638" y="2607"/>
                </a:lnTo>
                <a:lnTo>
                  <a:pt x="2655" y="2622"/>
                </a:lnTo>
                <a:lnTo>
                  <a:pt x="2672" y="2635"/>
                </a:lnTo>
                <a:lnTo>
                  <a:pt x="2690" y="2646"/>
                </a:lnTo>
                <a:lnTo>
                  <a:pt x="2710" y="2653"/>
                </a:lnTo>
                <a:lnTo>
                  <a:pt x="2731" y="2660"/>
                </a:lnTo>
                <a:lnTo>
                  <a:pt x="2754" y="2663"/>
                </a:lnTo>
                <a:lnTo>
                  <a:pt x="2776" y="2665"/>
                </a:lnTo>
                <a:lnTo>
                  <a:pt x="2799" y="2663"/>
                </a:lnTo>
                <a:lnTo>
                  <a:pt x="2821" y="2660"/>
                </a:lnTo>
                <a:lnTo>
                  <a:pt x="2841" y="2653"/>
                </a:lnTo>
                <a:lnTo>
                  <a:pt x="2861" y="2646"/>
                </a:lnTo>
                <a:lnTo>
                  <a:pt x="2880" y="2635"/>
                </a:lnTo>
                <a:lnTo>
                  <a:pt x="2896" y="2622"/>
                </a:lnTo>
                <a:lnTo>
                  <a:pt x="2913" y="2608"/>
                </a:lnTo>
                <a:lnTo>
                  <a:pt x="2926" y="2591"/>
                </a:lnTo>
                <a:lnTo>
                  <a:pt x="2939" y="2572"/>
                </a:lnTo>
                <a:lnTo>
                  <a:pt x="2950" y="2551"/>
                </a:lnTo>
                <a:lnTo>
                  <a:pt x="2960" y="2528"/>
                </a:lnTo>
                <a:lnTo>
                  <a:pt x="2969" y="2503"/>
                </a:lnTo>
                <a:lnTo>
                  <a:pt x="2975" y="2475"/>
                </a:lnTo>
                <a:lnTo>
                  <a:pt x="2980" y="2447"/>
                </a:lnTo>
                <a:lnTo>
                  <a:pt x="2983" y="2415"/>
                </a:lnTo>
                <a:lnTo>
                  <a:pt x="2984" y="238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21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3" name="CaixaDeTexto 12"/>
          <p:cNvSpPr/>
          <p:nvPr/>
        </p:nvSpPr>
        <p:spPr>
          <a:xfrm>
            <a:off x="7639200" y="1149120"/>
            <a:ext cx="4485960" cy="10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Condicionantes ao crédito (Art. 47, § 1º):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i. Existir documento fiscal idônio; e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ii. Realizar a apuração de forma segregada, não sendo permitido compensação cruzada (CBS x IBS);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Google Shape;799;p13"/>
          <p:cNvSpPr/>
          <p:nvPr/>
        </p:nvSpPr>
        <p:spPr>
          <a:xfrm>
            <a:off x="536400" y="3142080"/>
            <a:ext cx="684000" cy="756720"/>
          </a:xfrm>
          <a:custGeom>
            <a:avLst/>
            <a:gdLst>
              <a:gd name="textAreaLeft" fmla="*/ 0 w 684000"/>
              <a:gd name="textAreaRight" fmla="*/ 684360 w 684000"/>
              <a:gd name="textAreaTop" fmla="*/ 0 h 756720"/>
              <a:gd name="textAreaBottom" fmla="*/ 757080 h 756720"/>
            </a:gdLst>
            <a:ahLst/>
            <a:cxnLst/>
            <a:rect l="textAreaLeft" t="textAreaTop" r="textAreaRight" b="textAreaBottom"/>
            <a:pathLst>
              <a:path w="4306" h="4763">
                <a:moveTo>
                  <a:pt x="2440" y="3905"/>
                </a:moveTo>
                <a:lnTo>
                  <a:pt x="2440" y="3905"/>
                </a:lnTo>
                <a:lnTo>
                  <a:pt x="2440" y="3895"/>
                </a:lnTo>
                <a:lnTo>
                  <a:pt x="2442" y="3885"/>
                </a:lnTo>
                <a:lnTo>
                  <a:pt x="2445" y="3877"/>
                </a:lnTo>
                <a:lnTo>
                  <a:pt x="2447" y="3868"/>
                </a:lnTo>
                <a:lnTo>
                  <a:pt x="2452" y="3860"/>
                </a:lnTo>
                <a:lnTo>
                  <a:pt x="2456" y="3852"/>
                </a:lnTo>
                <a:lnTo>
                  <a:pt x="2461" y="3845"/>
                </a:lnTo>
                <a:lnTo>
                  <a:pt x="2467" y="3838"/>
                </a:lnTo>
                <a:lnTo>
                  <a:pt x="2474" y="3832"/>
                </a:lnTo>
                <a:lnTo>
                  <a:pt x="2481" y="3827"/>
                </a:lnTo>
                <a:lnTo>
                  <a:pt x="2489" y="3822"/>
                </a:lnTo>
                <a:lnTo>
                  <a:pt x="2498" y="3818"/>
                </a:lnTo>
                <a:lnTo>
                  <a:pt x="2506" y="3815"/>
                </a:lnTo>
                <a:lnTo>
                  <a:pt x="2514" y="3813"/>
                </a:lnTo>
                <a:lnTo>
                  <a:pt x="2524" y="3811"/>
                </a:lnTo>
                <a:lnTo>
                  <a:pt x="2534" y="3811"/>
                </a:lnTo>
                <a:lnTo>
                  <a:pt x="2544" y="3811"/>
                </a:lnTo>
                <a:lnTo>
                  <a:pt x="2552" y="3813"/>
                </a:lnTo>
                <a:lnTo>
                  <a:pt x="2562" y="3815"/>
                </a:lnTo>
                <a:lnTo>
                  <a:pt x="2570" y="3818"/>
                </a:lnTo>
                <a:lnTo>
                  <a:pt x="2579" y="3822"/>
                </a:lnTo>
                <a:lnTo>
                  <a:pt x="2586" y="3827"/>
                </a:lnTo>
                <a:lnTo>
                  <a:pt x="2594" y="3832"/>
                </a:lnTo>
                <a:lnTo>
                  <a:pt x="2600" y="3838"/>
                </a:lnTo>
                <a:lnTo>
                  <a:pt x="2606" y="3845"/>
                </a:lnTo>
                <a:lnTo>
                  <a:pt x="2612" y="3852"/>
                </a:lnTo>
                <a:lnTo>
                  <a:pt x="2616" y="3860"/>
                </a:lnTo>
                <a:lnTo>
                  <a:pt x="2620" y="3868"/>
                </a:lnTo>
                <a:lnTo>
                  <a:pt x="2623" y="3877"/>
                </a:lnTo>
                <a:lnTo>
                  <a:pt x="2626" y="3885"/>
                </a:lnTo>
                <a:lnTo>
                  <a:pt x="2627" y="3895"/>
                </a:lnTo>
                <a:lnTo>
                  <a:pt x="2627" y="3905"/>
                </a:lnTo>
                <a:lnTo>
                  <a:pt x="2627" y="3915"/>
                </a:lnTo>
                <a:lnTo>
                  <a:pt x="2626" y="3923"/>
                </a:lnTo>
                <a:lnTo>
                  <a:pt x="2623" y="3933"/>
                </a:lnTo>
                <a:lnTo>
                  <a:pt x="2620" y="3941"/>
                </a:lnTo>
                <a:lnTo>
                  <a:pt x="2616" y="3949"/>
                </a:lnTo>
                <a:lnTo>
                  <a:pt x="2612" y="3956"/>
                </a:lnTo>
                <a:lnTo>
                  <a:pt x="2606" y="3965"/>
                </a:lnTo>
                <a:lnTo>
                  <a:pt x="2600" y="3970"/>
                </a:lnTo>
                <a:lnTo>
                  <a:pt x="2594" y="3977"/>
                </a:lnTo>
                <a:lnTo>
                  <a:pt x="2586" y="3983"/>
                </a:lnTo>
                <a:lnTo>
                  <a:pt x="2579" y="3987"/>
                </a:lnTo>
                <a:lnTo>
                  <a:pt x="2570" y="3991"/>
                </a:lnTo>
                <a:lnTo>
                  <a:pt x="2562" y="3994"/>
                </a:lnTo>
                <a:lnTo>
                  <a:pt x="2552" y="3997"/>
                </a:lnTo>
                <a:lnTo>
                  <a:pt x="2544" y="3998"/>
                </a:lnTo>
                <a:lnTo>
                  <a:pt x="2534" y="3998"/>
                </a:lnTo>
                <a:lnTo>
                  <a:pt x="2524" y="3998"/>
                </a:lnTo>
                <a:lnTo>
                  <a:pt x="2514" y="3997"/>
                </a:lnTo>
                <a:lnTo>
                  <a:pt x="2506" y="3994"/>
                </a:lnTo>
                <a:lnTo>
                  <a:pt x="2498" y="3991"/>
                </a:lnTo>
                <a:lnTo>
                  <a:pt x="2489" y="3987"/>
                </a:lnTo>
                <a:lnTo>
                  <a:pt x="2481" y="3983"/>
                </a:lnTo>
                <a:lnTo>
                  <a:pt x="2474" y="3977"/>
                </a:lnTo>
                <a:lnTo>
                  <a:pt x="2467" y="3970"/>
                </a:lnTo>
                <a:lnTo>
                  <a:pt x="2461" y="3965"/>
                </a:lnTo>
                <a:lnTo>
                  <a:pt x="2456" y="3956"/>
                </a:lnTo>
                <a:lnTo>
                  <a:pt x="2452" y="3949"/>
                </a:lnTo>
                <a:lnTo>
                  <a:pt x="2447" y="3941"/>
                </a:lnTo>
                <a:lnTo>
                  <a:pt x="2445" y="3933"/>
                </a:lnTo>
                <a:lnTo>
                  <a:pt x="2442" y="3923"/>
                </a:lnTo>
                <a:lnTo>
                  <a:pt x="2440" y="3915"/>
                </a:lnTo>
                <a:lnTo>
                  <a:pt x="2440" y="3905"/>
                </a:lnTo>
                <a:close/>
                <a:moveTo>
                  <a:pt x="2136" y="3905"/>
                </a:moveTo>
                <a:lnTo>
                  <a:pt x="2136" y="3905"/>
                </a:lnTo>
                <a:lnTo>
                  <a:pt x="2136" y="3895"/>
                </a:lnTo>
                <a:lnTo>
                  <a:pt x="2138" y="3885"/>
                </a:lnTo>
                <a:lnTo>
                  <a:pt x="2140" y="3877"/>
                </a:lnTo>
                <a:lnTo>
                  <a:pt x="2143" y="3868"/>
                </a:lnTo>
                <a:lnTo>
                  <a:pt x="2147" y="3860"/>
                </a:lnTo>
                <a:lnTo>
                  <a:pt x="2153" y="3852"/>
                </a:lnTo>
                <a:lnTo>
                  <a:pt x="2157" y="3845"/>
                </a:lnTo>
                <a:lnTo>
                  <a:pt x="2164" y="3838"/>
                </a:lnTo>
                <a:lnTo>
                  <a:pt x="2170" y="3832"/>
                </a:lnTo>
                <a:lnTo>
                  <a:pt x="2178" y="3827"/>
                </a:lnTo>
                <a:lnTo>
                  <a:pt x="2185" y="3822"/>
                </a:lnTo>
                <a:lnTo>
                  <a:pt x="2193" y="3818"/>
                </a:lnTo>
                <a:lnTo>
                  <a:pt x="2202" y="3815"/>
                </a:lnTo>
                <a:lnTo>
                  <a:pt x="2212" y="3813"/>
                </a:lnTo>
                <a:lnTo>
                  <a:pt x="2220" y="3811"/>
                </a:lnTo>
                <a:lnTo>
                  <a:pt x="2230" y="3811"/>
                </a:lnTo>
                <a:lnTo>
                  <a:pt x="2240" y="3811"/>
                </a:lnTo>
                <a:lnTo>
                  <a:pt x="2249" y="3813"/>
                </a:lnTo>
                <a:lnTo>
                  <a:pt x="2258" y="3815"/>
                </a:lnTo>
                <a:lnTo>
                  <a:pt x="2266" y="3818"/>
                </a:lnTo>
                <a:lnTo>
                  <a:pt x="2274" y="3822"/>
                </a:lnTo>
                <a:lnTo>
                  <a:pt x="2283" y="3827"/>
                </a:lnTo>
                <a:lnTo>
                  <a:pt x="2290" y="3832"/>
                </a:lnTo>
                <a:lnTo>
                  <a:pt x="2297" y="3838"/>
                </a:lnTo>
                <a:lnTo>
                  <a:pt x="2302" y="3845"/>
                </a:lnTo>
                <a:lnTo>
                  <a:pt x="2308" y="3852"/>
                </a:lnTo>
                <a:lnTo>
                  <a:pt x="2312" y="3860"/>
                </a:lnTo>
                <a:lnTo>
                  <a:pt x="2316" y="3868"/>
                </a:lnTo>
                <a:lnTo>
                  <a:pt x="2319" y="3877"/>
                </a:lnTo>
                <a:lnTo>
                  <a:pt x="2322" y="3885"/>
                </a:lnTo>
                <a:lnTo>
                  <a:pt x="2323" y="3895"/>
                </a:lnTo>
                <a:lnTo>
                  <a:pt x="2323" y="3905"/>
                </a:lnTo>
                <a:lnTo>
                  <a:pt x="2323" y="3915"/>
                </a:lnTo>
                <a:lnTo>
                  <a:pt x="2322" y="3923"/>
                </a:lnTo>
                <a:lnTo>
                  <a:pt x="2319" y="3933"/>
                </a:lnTo>
                <a:lnTo>
                  <a:pt x="2316" y="3941"/>
                </a:lnTo>
                <a:lnTo>
                  <a:pt x="2312" y="3949"/>
                </a:lnTo>
                <a:lnTo>
                  <a:pt x="2308" y="3956"/>
                </a:lnTo>
                <a:lnTo>
                  <a:pt x="2302" y="3965"/>
                </a:lnTo>
                <a:lnTo>
                  <a:pt x="2297" y="3970"/>
                </a:lnTo>
                <a:lnTo>
                  <a:pt x="2290" y="3977"/>
                </a:lnTo>
                <a:lnTo>
                  <a:pt x="2283" y="3983"/>
                </a:lnTo>
                <a:lnTo>
                  <a:pt x="2274" y="3987"/>
                </a:lnTo>
                <a:lnTo>
                  <a:pt x="2266" y="3991"/>
                </a:lnTo>
                <a:lnTo>
                  <a:pt x="2258" y="3994"/>
                </a:lnTo>
                <a:lnTo>
                  <a:pt x="2249" y="3997"/>
                </a:lnTo>
                <a:lnTo>
                  <a:pt x="2240" y="3998"/>
                </a:lnTo>
                <a:lnTo>
                  <a:pt x="2230" y="3998"/>
                </a:lnTo>
                <a:lnTo>
                  <a:pt x="2220" y="3998"/>
                </a:lnTo>
                <a:lnTo>
                  <a:pt x="2212" y="3997"/>
                </a:lnTo>
                <a:lnTo>
                  <a:pt x="2202" y="3994"/>
                </a:lnTo>
                <a:lnTo>
                  <a:pt x="2193" y="3991"/>
                </a:lnTo>
                <a:lnTo>
                  <a:pt x="2185" y="3987"/>
                </a:lnTo>
                <a:lnTo>
                  <a:pt x="2178" y="3983"/>
                </a:lnTo>
                <a:lnTo>
                  <a:pt x="2170" y="3977"/>
                </a:lnTo>
                <a:lnTo>
                  <a:pt x="2164" y="3970"/>
                </a:lnTo>
                <a:lnTo>
                  <a:pt x="2157" y="3965"/>
                </a:lnTo>
                <a:lnTo>
                  <a:pt x="2153" y="3956"/>
                </a:lnTo>
                <a:lnTo>
                  <a:pt x="2147" y="3949"/>
                </a:lnTo>
                <a:lnTo>
                  <a:pt x="2143" y="3941"/>
                </a:lnTo>
                <a:lnTo>
                  <a:pt x="2140" y="3933"/>
                </a:lnTo>
                <a:lnTo>
                  <a:pt x="2138" y="3923"/>
                </a:lnTo>
                <a:lnTo>
                  <a:pt x="2136" y="3915"/>
                </a:lnTo>
                <a:lnTo>
                  <a:pt x="2136" y="3905"/>
                </a:lnTo>
                <a:close/>
                <a:moveTo>
                  <a:pt x="1832" y="3905"/>
                </a:moveTo>
                <a:lnTo>
                  <a:pt x="1832" y="3905"/>
                </a:lnTo>
                <a:lnTo>
                  <a:pt x="1833" y="3895"/>
                </a:lnTo>
                <a:lnTo>
                  <a:pt x="1835" y="3885"/>
                </a:lnTo>
                <a:lnTo>
                  <a:pt x="1836" y="3877"/>
                </a:lnTo>
                <a:lnTo>
                  <a:pt x="1840" y="3868"/>
                </a:lnTo>
                <a:lnTo>
                  <a:pt x="1843" y="3860"/>
                </a:lnTo>
                <a:lnTo>
                  <a:pt x="1849" y="3852"/>
                </a:lnTo>
                <a:lnTo>
                  <a:pt x="1854" y="3845"/>
                </a:lnTo>
                <a:lnTo>
                  <a:pt x="1860" y="3838"/>
                </a:lnTo>
                <a:lnTo>
                  <a:pt x="1867" y="3832"/>
                </a:lnTo>
                <a:lnTo>
                  <a:pt x="1874" y="3827"/>
                </a:lnTo>
                <a:lnTo>
                  <a:pt x="1881" y="3822"/>
                </a:lnTo>
                <a:lnTo>
                  <a:pt x="1889" y="3818"/>
                </a:lnTo>
                <a:lnTo>
                  <a:pt x="1898" y="3815"/>
                </a:lnTo>
                <a:lnTo>
                  <a:pt x="1907" y="3813"/>
                </a:lnTo>
                <a:lnTo>
                  <a:pt x="1917" y="3811"/>
                </a:lnTo>
                <a:lnTo>
                  <a:pt x="1926" y="3811"/>
                </a:lnTo>
                <a:lnTo>
                  <a:pt x="1935" y="3811"/>
                </a:lnTo>
                <a:lnTo>
                  <a:pt x="1945" y="3813"/>
                </a:lnTo>
                <a:lnTo>
                  <a:pt x="1953" y="3815"/>
                </a:lnTo>
                <a:lnTo>
                  <a:pt x="1963" y="3818"/>
                </a:lnTo>
                <a:lnTo>
                  <a:pt x="1970" y="3822"/>
                </a:lnTo>
                <a:lnTo>
                  <a:pt x="1979" y="3827"/>
                </a:lnTo>
                <a:lnTo>
                  <a:pt x="1986" y="3832"/>
                </a:lnTo>
                <a:lnTo>
                  <a:pt x="1993" y="3838"/>
                </a:lnTo>
                <a:lnTo>
                  <a:pt x="1998" y="3845"/>
                </a:lnTo>
                <a:lnTo>
                  <a:pt x="2004" y="3852"/>
                </a:lnTo>
                <a:lnTo>
                  <a:pt x="2008" y="3860"/>
                </a:lnTo>
                <a:lnTo>
                  <a:pt x="2012" y="3868"/>
                </a:lnTo>
                <a:lnTo>
                  <a:pt x="2016" y="3877"/>
                </a:lnTo>
                <a:lnTo>
                  <a:pt x="2018" y="3885"/>
                </a:lnTo>
                <a:lnTo>
                  <a:pt x="2019" y="3895"/>
                </a:lnTo>
                <a:lnTo>
                  <a:pt x="2020" y="3905"/>
                </a:lnTo>
                <a:lnTo>
                  <a:pt x="2019" y="3915"/>
                </a:lnTo>
                <a:lnTo>
                  <a:pt x="2018" y="3923"/>
                </a:lnTo>
                <a:lnTo>
                  <a:pt x="2016" y="3933"/>
                </a:lnTo>
                <a:lnTo>
                  <a:pt x="2012" y="3941"/>
                </a:lnTo>
                <a:lnTo>
                  <a:pt x="2008" y="3949"/>
                </a:lnTo>
                <a:lnTo>
                  <a:pt x="2004" y="3956"/>
                </a:lnTo>
                <a:lnTo>
                  <a:pt x="1998" y="3965"/>
                </a:lnTo>
                <a:lnTo>
                  <a:pt x="1993" y="3970"/>
                </a:lnTo>
                <a:lnTo>
                  <a:pt x="1986" y="3977"/>
                </a:lnTo>
                <a:lnTo>
                  <a:pt x="1979" y="3983"/>
                </a:lnTo>
                <a:lnTo>
                  <a:pt x="1970" y="3987"/>
                </a:lnTo>
                <a:lnTo>
                  <a:pt x="1963" y="3991"/>
                </a:lnTo>
                <a:lnTo>
                  <a:pt x="1953" y="3994"/>
                </a:lnTo>
                <a:lnTo>
                  <a:pt x="1945" y="3997"/>
                </a:lnTo>
                <a:lnTo>
                  <a:pt x="1935" y="3998"/>
                </a:lnTo>
                <a:lnTo>
                  <a:pt x="1926" y="3998"/>
                </a:lnTo>
                <a:lnTo>
                  <a:pt x="1917" y="3998"/>
                </a:lnTo>
                <a:lnTo>
                  <a:pt x="1907" y="3997"/>
                </a:lnTo>
                <a:lnTo>
                  <a:pt x="1898" y="3994"/>
                </a:lnTo>
                <a:lnTo>
                  <a:pt x="1889" y="3991"/>
                </a:lnTo>
                <a:lnTo>
                  <a:pt x="1881" y="3987"/>
                </a:lnTo>
                <a:lnTo>
                  <a:pt x="1874" y="3983"/>
                </a:lnTo>
                <a:lnTo>
                  <a:pt x="1867" y="3977"/>
                </a:lnTo>
                <a:lnTo>
                  <a:pt x="1860" y="3970"/>
                </a:lnTo>
                <a:lnTo>
                  <a:pt x="1854" y="3965"/>
                </a:lnTo>
                <a:lnTo>
                  <a:pt x="1849" y="3956"/>
                </a:lnTo>
                <a:lnTo>
                  <a:pt x="1843" y="3949"/>
                </a:lnTo>
                <a:lnTo>
                  <a:pt x="1840" y="3941"/>
                </a:lnTo>
                <a:lnTo>
                  <a:pt x="1836" y="3933"/>
                </a:lnTo>
                <a:lnTo>
                  <a:pt x="1835" y="3923"/>
                </a:lnTo>
                <a:lnTo>
                  <a:pt x="1833" y="3915"/>
                </a:lnTo>
                <a:lnTo>
                  <a:pt x="1832" y="3905"/>
                </a:lnTo>
                <a:close/>
                <a:moveTo>
                  <a:pt x="1529" y="3905"/>
                </a:moveTo>
                <a:lnTo>
                  <a:pt x="1529" y="3905"/>
                </a:lnTo>
                <a:lnTo>
                  <a:pt x="1529" y="3895"/>
                </a:lnTo>
                <a:lnTo>
                  <a:pt x="1531" y="3885"/>
                </a:lnTo>
                <a:lnTo>
                  <a:pt x="1533" y="3877"/>
                </a:lnTo>
                <a:lnTo>
                  <a:pt x="1536" y="3868"/>
                </a:lnTo>
                <a:lnTo>
                  <a:pt x="1540" y="3860"/>
                </a:lnTo>
                <a:lnTo>
                  <a:pt x="1545" y="3852"/>
                </a:lnTo>
                <a:lnTo>
                  <a:pt x="1550" y="3845"/>
                </a:lnTo>
                <a:lnTo>
                  <a:pt x="1556" y="3838"/>
                </a:lnTo>
                <a:lnTo>
                  <a:pt x="1563" y="3832"/>
                </a:lnTo>
                <a:lnTo>
                  <a:pt x="1570" y="3827"/>
                </a:lnTo>
                <a:lnTo>
                  <a:pt x="1578" y="3822"/>
                </a:lnTo>
                <a:lnTo>
                  <a:pt x="1586" y="3818"/>
                </a:lnTo>
                <a:lnTo>
                  <a:pt x="1595" y="3815"/>
                </a:lnTo>
                <a:lnTo>
                  <a:pt x="1603" y="3813"/>
                </a:lnTo>
                <a:lnTo>
                  <a:pt x="1613" y="3811"/>
                </a:lnTo>
                <a:lnTo>
                  <a:pt x="1623" y="3811"/>
                </a:lnTo>
                <a:lnTo>
                  <a:pt x="1633" y="3811"/>
                </a:lnTo>
                <a:lnTo>
                  <a:pt x="1641" y="3813"/>
                </a:lnTo>
                <a:lnTo>
                  <a:pt x="1651" y="3815"/>
                </a:lnTo>
                <a:lnTo>
                  <a:pt x="1659" y="3818"/>
                </a:lnTo>
                <a:lnTo>
                  <a:pt x="1667" y="3822"/>
                </a:lnTo>
                <a:lnTo>
                  <a:pt x="1674" y="3827"/>
                </a:lnTo>
                <a:lnTo>
                  <a:pt x="1681" y="3832"/>
                </a:lnTo>
                <a:lnTo>
                  <a:pt x="1688" y="3838"/>
                </a:lnTo>
                <a:lnTo>
                  <a:pt x="1694" y="3845"/>
                </a:lnTo>
                <a:lnTo>
                  <a:pt x="1700" y="3852"/>
                </a:lnTo>
                <a:lnTo>
                  <a:pt x="1705" y="3860"/>
                </a:lnTo>
                <a:lnTo>
                  <a:pt x="1709" y="3868"/>
                </a:lnTo>
                <a:lnTo>
                  <a:pt x="1712" y="3877"/>
                </a:lnTo>
                <a:lnTo>
                  <a:pt x="1713" y="3885"/>
                </a:lnTo>
                <a:lnTo>
                  <a:pt x="1715" y="3895"/>
                </a:lnTo>
                <a:lnTo>
                  <a:pt x="1716" y="3905"/>
                </a:lnTo>
                <a:lnTo>
                  <a:pt x="1715" y="3915"/>
                </a:lnTo>
                <a:lnTo>
                  <a:pt x="1713" y="3923"/>
                </a:lnTo>
                <a:lnTo>
                  <a:pt x="1712" y="3933"/>
                </a:lnTo>
                <a:lnTo>
                  <a:pt x="1709" y="3941"/>
                </a:lnTo>
                <a:lnTo>
                  <a:pt x="1705" y="3949"/>
                </a:lnTo>
                <a:lnTo>
                  <a:pt x="1700" y="3956"/>
                </a:lnTo>
                <a:lnTo>
                  <a:pt x="1694" y="3965"/>
                </a:lnTo>
                <a:lnTo>
                  <a:pt x="1688" y="3970"/>
                </a:lnTo>
                <a:lnTo>
                  <a:pt x="1681" y="3977"/>
                </a:lnTo>
                <a:lnTo>
                  <a:pt x="1674" y="3983"/>
                </a:lnTo>
                <a:lnTo>
                  <a:pt x="1667" y="3987"/>
                </a:lnTo>
                <a:lnTo>
                  <a:pt x="1659" y="3991"/>
                </a:lnTo>
                <a:lnTo>
                  <a:pt x="1651" y="3994"/>
                </a:lnTo>
                <a:lnTo>
                  <a:pt x="1641" y="3997"/>
                </a:lnTo>
                <a:lnTo>
                  <a:pt x="1633" y="3998"/>
                </a:lnTo>
                <a:lnTo>
                  <a:pt x="1623" y="3998"/>
                </a:lnTo>
                <a:lnTo>
                  <a:pt x="1613" y="3998"/>
                </a:lnTo>
                <a:lnTo>
                  <a:pt x="1603" y="3997"/>
                </a:lnTo>
                <a:lnTo>
                  <a:pt x="1595" y="3994"/>
                </a:lnTo>
                <a:lnTo>
                  <a:pt x="1586" y="3991"/>
                </a:lnTo>
                <a:lnTo>
                  <a:pt x="1578" y="3987"/>
                </a:lnTo>
                <a:lnTo>
                  <a:pt x="1570" y="3983"/>
                </a:lnTo>
                <a:lnTo>
                  <a:pt x="1563" y="3977"/>
                </a:lnTo>
                <a:lnTo>
                  <a:pt x="1556" y="3970"/>
                </a:lnTo>
                <a:lnTo>
                  <a:pt x="1550" y="3965"/>
                </a:lnTo>
                <a:lnTo>
                  <a:pt x="1545" y="3956"/>
                </a:lnTo>
                <a:lnTo>
                  <a:pt x="1540" y="3949"/>
                </a:lnTo>
                <a:lnTo>
                  <a:pt x="1536" y="3941"/>
                </a:lnTo>
                <a:lnTo>
                  <a:pt x="1533" y="3933"/>
                </a:lnTo>
                <a:lnTo>
                  <a:pt x="1531" y="3923"/>
                </a:lnTo>
                <a:lnTo>
                  <a:pt x="1529" y="3915"/>
                </a:lnTo>
                <a:lnTo>
                  <a:pt x="1529" y="3905"/>
                </a:lnTo>
                <a:close/>
                <a:moveTo>
                  <a:pt x="1529" y="797"/>
                </a:moveTo>
                <a:lnTo>
                  <a:pt x="1529" y="797"/>
                </a:lnTo>
                <a:lnTo>
                  <a:pt x="1529" y="787"/>
                </a:lnTo>
                <a:lnTo>
                  <a:pt x="1531" y="777"/>
                </a:lnTo>
                <a:lnTo>
                  <a:pt x="1533" y="769"/>
                </a:lnTo>
                <a:lnTo>
                  <a:pt x="1536" y="761"/>
                </a:lnTo>
                <a:lnTo>
                  <a:pt x="1540" y="752"/>
                </a:lnTo>
                <a:lnTo>
                  <a:pt x="1545" y="744"/>
                </a:lnTo>
                <a:lnTo>
                  <a:pt x="1550" y="737"/>
                </a:lnTo>
                <a:lnTo>
                  <a:pt x="1556" y="730"/>
                </a:lnTo>
                <a:lnTo>
                  <a:pt x="1563" y="724"/>
                </a:lnTo>
                <a:lnTo>
                  <a:pt x="1570" y="719"/>
                </a:lnTo>
                <a:lnTo>
                  <a:pt x="1578" y="715"/>
                </a:lnTo>
                <a:lnTo>
                  <a:pt x="1586" y="710"/>
                </a:lnTo>
                <a:lnTo>
                  <a:pt x="1595" y="708"/>
                </a:lnTo>
                <a:lnTo>
                  <a:pt x="1603" y="705"/>
                </a:lnTo>
                <a:lnTo>
                  <a:pt x="1613" y="703"/>
                </a:lnTo>
                <a:lnTo>
                  <a:pt x="1623" y="703"/>
                </a:lnTo>
                <a:lnTo>
                  <a:pt x="1633" y="703"/>
                </a:lnTo>
                <a:lnTo>
                  <a:pt x="1641" y="705"/>
                </a:lnTo>
                <a:lnTo>
                  <a:pt x="1651" y="708"/>
                </a:lnTo>
                <a:lnTo>
                  <a:pt x="1659" y="710"/>
                </a:lnTo>
                <a:lnTo>
                  <a:pt x="1667" y="715"/>
                </a:lnTo>
                <a:lnTo>
                  <a:pt x="1674" y="719"/>
                </a:lnTo>
                <a:lnTo>
                  <a:pt x="1681" y="724"/>
                </a:lnTo>
                <a:lnTo>
                  <a:pt x="1688" y="730"/>
                </a:lnTo>
                <a:lnTo>
                  <a:pt x="1694" y="737"/>
                </a:lnTo>
                <a:lnTo>
                  <a:pt x="1700" y="744"/>
                </a:lnTo>
                <a:lnTo>
                  <a:pt x="1705" y="752"/>
                </a:lnTo>
                <a:lnTo>
                  <a:pt x="1709" y="761"/>
                </a:lnTo>
                <a:lnTo>
                  <a:pt x="1712" y="769"/>
                </a:lnTo>
                <a:lnTo>
                  <a:pt x="1713" y="777"/>
                </a:lnTo>
                <a:lnTo>
                  <a:pt x="1715" y="787"/>
                </a:lnTo>
                <a:lnTo>
                  <a:pt x="1716" y="797"/>
                </a:lnTo>
                <a:lnTo>
                  <a:pt x="1715" y="807"/>
                </a:lnTo>
                <a:lnTo>
                  <a:pt x="1713" y="815"/>
                </a:lnTo>
                <a:lnTo>
                  <a:pt x="1712" y="825"/>
                </a:lnTo>
                <a:lnTo>
                  <a:pt x="1709" y="833"/>
                </a:lnTo>
                <a:lnTo>
                  <a:pt x="1705" y="842"/>
                </a:lnTo>
                <a:lnTo>
                  <a:pt x="1700" y="848"/>
                </a:lnTo>
                <a:lnTo>
                  <a:pt x="1694" y="855"/>
                </a:lnTo>
                <a:lnTo>
                  <a:pt x="1688" y="862"/>
                </a:lnTo>
                <a:lnTo>
                  <a:pt x="1681" y="869"/>
                </a:lnTo>
                <a:lnTo>
                  <a:pt x="1674" y="874"/>
                </a:lnTo>
                <a:lnTo>
                  <a:pt x="1667" y="879"/>
                </a:lnTo>
                <a:lnTo>
                  <a:pt x="1659" y="883"/>
                </a:lnTo>
                <a:lnTo>
                  <a:pt x="1651" y="886"/>
                </a:lnTo>
                <a:lnTo>
                  <a:pt x="1641" y="888"/>
                </a:lnTo>
                <a:lnTo>
                  <a:pt x="1633" y="890"/>
                </a:lnTo>
                <a:lnTo>
                  <a:pt x="1623" y="890"/>
                </a:lnTo>
                <a:lnTo>
                  <a:pt x="1613" y="890"/>
                </a:lnTo>
                <a:lnTo>
                  <a:pt x="1603" y="888"/>
                </a:lnTo>
                <a:lnTo>
                  <a:pt x="1595" y="886"/>
                </a:lnTo>
                <a:lnTo>
                  <a:pt x="1586" y="883"/>
                </a:lnTo>
                <a:lnTo>
                  <a:pt x="1578" y="879"/>
                </a:lnTo>
                <a:lnTo>
                  <a:pt x="1570" y="874"/>
                </a:lnTo>
                <a:lnTo>
                  <a:pt x="1563" y="869"/>
                </a:lnTo>
                <a:lnTo>
                  <a:pt x="1556" y="862"/>
                </a:lnTo>
                <a:lnTo>
                  <a:pt x="1550" y="855"/>
                </a:lnTo>
                <a:lnTo>
                  <a:pt x="1545" y="848"/>
                </a:lnTo>
                <a:lnTo>
                  <a:pt x="1540" y="842"/>
                </a:lnTo>
                <a:lnTo>
                  <a:pt x="1536" y="833"/>
                </a:lnTo>
                <a:lnTo>
                  <a:pt x="1533" y="825"/>
                </a:lnTo>
                <a:lnTo>
                  <a:pt x="1531" y="815"/>
                </a:lnTo>
                <a:lnTo>
                  <a:pt x="1529" y="807"/>
                </a:lnTo>
                <a:lnTo>
                  <a:pt x="1529" y="797"/>
                </a:lnTo>
                <a:close/>
                <a:moveTo>
                  <a:pt x="1529" y="1107"/>
                </a:moveTo>
                <a:lnTo>
                  <a:pt x="1529" y="1107"/>
                </a:lnTo>
                <a:lnTo>
                  <a:pt x="1529" y="1097"/>
                </a:lnTo>
                <a:lnTo>
                  <a:pt x="1531" y="1087"/>
                </a:lnTo>
                <a:lnTo>
                  <a:pt x="1533" y="1079"/>
                </a:lnTo>
                <a:lnTo>
                  <a:pt x="1536" y="1070"/>
                </a:lnTo>
                <a:lnTo>
                  <a:pt x="1540" y="1062"/>
                </a:lnTo>
                <a:lnTo>
                  <a:pt x="1545" y="1054"/>
                </a:lnTo>
                <a:lnTo>
                  <a:pt x="1550" y="1047"/>
                </a:lnTo>
                <a:lnTo>
                  <a:pt x="1556" y="1040"/>
                </a:lnTo>
                <a:lnTo>
                  <a:pt x="1563" y="1034"/>
                </a:lnTo>
                <a:lnTo>
                  <a:pt x="1570" y="1029"/>
                </a:lnTo>
                <a:lnTo>
                  <a:pt x="1578" y="1024"/>
                </a:lnTo>
                <a:lnTo>
                  <a:pt x="1586" y="1020"/>
                </a:lnTo>
                <a:lnTo>
                  <a:pt x="1595" y="1017"/>
                </a:lnTo>
                <a:lnTo>
                  <a:pt x="1603" y="1015"/>
                </a:lnTo>
                <a:lnTo>
                  <a:pt x="1613" y="1013"/>
                </a:lnTo>
                <a:lnTo>
                  <a:pt x="1623" y="1013"/>
                </a:lnTo>
                <a:lnTo>
                  <a:pt x="1633" y="1013"/>
                </a:lnTo>
                <a:lnTo>
                  <a:pt x="1641" y="1015"/>
                </a:lnTo>
                <a:lnTo>
                  <a:pt x="1651" y="1017"/>
                </a:lnTo>
                <a:lnTo>
                  <a:pt x="1659" y="1020"/>
                </a:lnTo>
                <a:lnTo>
                  <a:pt x="1667" y="1024"/>
                </a:lnTo>
                <a:lnTo>
                  <a:pt x="1674" y="1029"/>
                </a:lnTo>
                <a:lnTo>
                  <a:pt x="1681" y="1034"/>
                </a:lnTo>
                <a:lnTo>
                  <a:pt x="1688" y="1040"/>
                </a:lnTo>
                <a:lnTo>
                  <a:pt x="1694" y="1047"/>
                </a:lnTo>
                <a:lnTo>
                  <a:pt x="1700" y="1054"/>
                </a:lnTo>
                <a:lnTo>
                  <a:pt x="1705" y="1062"/>
                </a:lnTo>
                <a:lnTo>
                  <a:pt x="1709" y="1070"/>
                </a:lnTo>
                <a:lnTo>
                  <a:pt x="1712" y="1079"/>
                </a:lnTo>
                <a:lnTo>
                  <a:pt x="1713" y="1087"/>
                </a:lnTo>
                <a:lnTo>
                  <a:pt x="1715" y="1097"/>
                </a:lnTo>
                <a:lnTo>
                  <a:pt x="1716" y="1107"/>
                </a:lnTo>
                <a:lnTo>
                  <a:pt x="1715" y="1116"/>
                </a:lnTo>
                <a:lnTo>
                  <a:pt x="1713" y="1125"/>
                </a:lnTo>
                <a:lnTo>
                  <a:pt x="1712" y="1135"/>
                </a:lnTo>
                <a:lnTo>
                  <a:pt x="1709" y="1143"/>
                </a:lnTo>
                <a:lnTo>
                  <a:pt x="1705" y="1151"/>
                </a:lnTo>
                <a:lnTo>
                  <a:pt x="1700" y="1158"/>
                </a:lnTo>
                <a:lnTo>
                  <a:pt x="1694" y="1167"/>
                </a:lnTo>
                <a:lnTo>
                  <a:pt x="1688" y="1172"/>
                </a:lnTo>
                <a:lnTo>
                  <a:pt x="1681" y="1179"/>
                </a:lnTo>
                <a:lnTo>
                  <a:pt x="1674" y="1185"/>
                </a:lnTo>
                <a:lnTo>
                  <a:pt x="1667" y="1189"/>
                </a:lnTo>
                <a:lnTo>
                  <a:pt x="1659" y="1193"/>
                </a:lnTo>
                <a:lnTo>
                  <a:pt x="1651" y="1196"/>
                </a:lnTo>
                <a:lnTo>
                  <a:pt x="1641" y="1199"/>
                </a:lnTo>
                <a:lnTo>
                  <a:pt x="1633" y="1200"/>
                </a:lnTo>
                <a:lnTo>
                  <a:pt x="1623" y="1200"/>
                </a:lnTo>
                <a:lnTo>
                  <a:pt x="1613" y="1200"/>
                </a:lnTo>
                <a:lnTo>
                  <a:pt x="1603" y="1199"/>
                </a:lnTo>
                <a:lnTo>
                  <a:pt x="1595" y="1196"/>
                </a:lnTo>
                <a:lnTo>
                  <a:pt x="1586" y="1193"/>
                </a:lnTo>
                <a:lnTo>
                  <a:pt x="1578" y="1189"/>
                </a:lnTo>
                <a:lnTo>
                  <a:pt x="1570" y="1185"/>
                </a:lnTo>
                <a:lnTo>
                  <a:pt x="1563" y="1179"/>
                </a:lnTo>
                <a:lnTo>
                  <a:pt x="1556" y="1172"/>
                </a:lnTo>
                <a:lnTo>
                  <a:pt x="1550" y="1167"/>
                </a:lnTo>
                <a:lnTo>
                  <a:pt x="1545" y="1158"/>
                </a:lnTo>
                <a:lnTo>
                  <a:pt x="1540" y="1151"/>
                </a:lnTo>
                <a:lnTo>
                  <a:pt x="1536" y="1143"/>
                </a:lnTo>
                <a:lnTo>
                  <a:pt x="1533" y="1135"/>
                </a:lnTo>
                <a:lnTo>
                  <a:pt x="1531" y="1125"/>
                </a:lnTo>
                <a:lnTo>
                  <a:pt x="1529" y="1116"/>
                </a:lnTo>
                <a:lnTo>
                  <a:pt x="1529" y="1107"/>
                </a:lnTo>
                <a:close/>
                <a:moveTo>
                  <a:pt x="1835" y="487"/>
                </a:moveTo>
                <a:lnTo>
                  <a:pt x="1835" y="487"/>
                </a:lnTo>
                <a:lnTo>
                  <a:pt x="1836" y="477"/>
                </a:lnTo>
                <a:lnTo>
                  <a:pt x="1838" y="468"/>
                </a:lnTo>
                <a:lnTo>
                  <a:pt x="1839" y="459"/>
                </a:lnTo>
                <a:lnTo>
                  <a:pt x="1843" y="449"/>
                </a:lnTo>
                <a:lnTo>
                  <a:pt x="1846" y="442"/>
                </a:lnTo>
                <a:lnTo>
                  <a:pt x="1852" y="434"/>
                </a:lnTo>
                <a:lnTo>
                  <a:pt x="1857" y="427"/>
                </a:lnTo>
                <a:lnTo>
                  <a:pt x="1863" y="420"/>
                </a:lnTo>
                <a:lnTo>
                  <a:pt x="1870" y="414"/>
                </a:lnTo>
                <a:lnTo>
                  <a:pt x="1877" y="409"/>
                </a:lnTo>
                <a:lnTo>
                  <a:pt x="1884" y="405"/>
                </a:lnTo>
                <a:lnTo>
                  <a:pt x="1892" y="401"/>
                </a:lnTo>
                <a:lnTo>
                  <a:pt x="1902" y="396"/>
                </a:lnTo>
                <a:lnTo>
                  <a:pt x="1910" y="395"/>
                </a:lnTo>
                <a:lnTo>
                  <a:pt x="1920" y="394"/>
                </a:lnTo>
                <a:lnTo>
                  <a:pt x="1930" y="392"/>
                </a:lnTo>
                <a:lnTo>
                  <a:pt x="1938" y="394"/>
                </a:lnTo>
                <a:lnTo>
                  <a:pt x="1948" y="395"/>
                </a:lnTo>
                <a:lnTo>
                  <a:pt x="1956" y="396"/>
                </a:lnTo>
                <a:lnTo>
                  <a:pt x="1966" y="401"/>
                </a:lnTo>
                <a:lnTo>
                  <a:pt x="1974" y="405"/>
                </a:lnTo>
                <a:lnTo>
                  <a:pt x="1981" y="409"/>
                </a:lnTo>
                <a:lnTo>
                  <a:pt x="1988" y="414"/>
                </a:lnTo>
                <a:lnTo>
                  <a:pt x="1995" y="420"/>
                </a:lnTo>
                <a:lnTo>
                  <a:pt x="2001" y="427"/>
                </a:lnTo>
                <a:lnTo>
                  <a:pt x="2006" y="434"/>
                </a:lnTo>
                <a:lnTo>
                  <a:pt x="2012" y="442"/>
                </a:lnTo>
                <a:lnTo>
                  <a:pt x="2015" y="449"/>
                </a:lnTo>
                <a:lnTo>
                  <a:pt x="2019" y="459"/>
                </a:lnTo>
                <a:lnTo>
                  <a:pt x="2020" y="468"/>
                </a:lnTo>
                <a:lnTo>
                  <a:pt x="2022" y="477"/>
                </a:lnTo>
                <a:lnTo>
                  <a:pt x="2023" y="487"/>
                </a:lnTo>
                <a:lnTo>
                  <a:pt x="2022" y="495"/>
                </a:lnTo>
                <a:lnTo>
                  <a:pt x="2020" y="505"/>
                </a:lnTo>
                <a:lnTo>
                  <a:pt x="2019" y="515"/>
                </a:lnTo>
                <a:lnTo>
                  <a:pt x="2015" y="523"/>
                </a:lnTo>
                <a:lnTo>
                  <a:pt x="2012" y="532"/>
                </a:lnTo>
                <a:lnTo>
                  <a:pt x="2006" y="539"/>
                </a:lnTo>
                <a:lnTo>
                  <a:pt x="2001" y="546"/>
                </a:lnTo>
                <a:lnTo>
                  <a:pt x="1995" y="553"/>
                </a:lnTo>
                <a:lnTo>
                  <a:pt x="1988" y="558"/>
                </a:lnTo>
                <a:lnTo>
                  <a:pt x="1981" y="564"/>
                </a:lnTo>
                <a:lnTo>
                  <a:pt x="1974" y="569"/>
                </a:lnTo>
                <a:lnTo>
                  <a:pt x="1966" y="572"/>
                </a:lnTo>
                <a:lnTo>
                  <a:pt x="1956" y="576"/>
                </a:lnTo>
                <a:lnTo>
                  <a:pt x="1948" y="578"/>
                </a:lnTo>
                <a:lnTo>
                  <a:pt x="1938" y="579"/>
                </a:lnTo>
                <a:lnTo>
                  <a:pt x="1930" y="581"/>
                </a:lnTo>
                <a:lnTo>
                  <a:pt x="1920" y="579"/>
                </a:lnTo>
                <a:lnTo>
                  <a:pt x="1910" y="578"/>
                </a:lnTo>
                <a:lnTo>
                  <a:pt x="1902" y="576"/>
                </a:lnTo>
                <a:lnTo>
                  <a:pt x="1892" y="572"/>
                </a:lnTo>
                <a:lnTo>
                  <a:pt x="1884" y="569"/>
                </a:lnTo>
                <a:lnTo>
                  <a:pt x="1877" y="564"/>
                </a:lnTo>
                <a:lnTo>
                  <a:pt x="1870" y="558"/>
                </a:lnTo>
                <a:lnTo>
                  <a:pt x="1863" y="553"/>
                </a:lnTo>
                <a:lnTo>
                  <a:pt x="1857" y="546"/>
                </a:lnTo>
                <a:lnTo>
                  <a:pt x="1852" y="539"/>
                </a:lnTo>
                <a:lnTo>
                  <a:pt x="1846" y="532"/>
                </a:lnTo>
                <a:lnTo>
                  <a:pt x="1843" y="523"/>
                </a:lnTo>
                <a:lnTo>
                  <a:pt x="1839" y="515"/>
                </a:lnTo>
                <a:lnTo>
                  <a:pt x="1838" y="505"/>
                </a:lnTo>
                <a:lnTo>
                  <a:pt x="1836" y="495"/>
                </a:lnTo>
                <a:lnTo>
                  <a:pt x="1835" y="487"/>
                </a:lnTo>
                <a:close/>
                <a:moveTo>
                  <a:pt x="2142" y="487"/>
                </a:moveTo>
                <a:lnTo>
                  <a:pt x="2142" y="487"/>
                </a:lnTo>
                <a:lnTo>
                  <a:pt x="2143" y="477"/>
                </a:lnTo>
                <a:lnTo>
                  <a:pt x="2145" y="468"/>
                </a:lnTo>
                <a:lnTo>
                  <a:pt x="2146" y="459"/>
                </a:lnTo>
                <a:lnTo>
                  <a:pt x="2149" y="449"/>
                </a:lnTo>
                <a:lnTo>
                  <a:pt x="2153" y="442"/>
                </a:lnTo>
                <a:lnTo>
                  <a:pt x="2159" y="434"/>
                </a:lnTo>
                <a:lnTo>
                  <a:pt x="2164" y="427"/>
                </a:lnTo>
                <a:lnTo>
                  <a:pt x="2170" y="420"/>
                </a:lnTo>
                <a:lnTo>
                  <a:pt x="2177" y="414"/>
                </a:lnTo>
                <a:lnTo>
                  <a:pt x="2184" y="409"/>
                </a:lnTo>
                <a:lnTo>
                  <a:pt x="2191" y="405"/>
                </a:lnTo>
                <a:lnTo>
                  <a:pt x="2199" y="401"/>
                </a:lnTo>
                <a:lnTo>
                  <a:pt x="2207" y="396"/>
                </a:lnTo>
                <a:lnTo>
                  <a:pt x="2217" y="395"/>
                </a:lnTo>
                <a:lnTo>
                  <a:pt x="2226" y="394"/>
                </a:lnTo>
                <a:lnTo>
                  <a:pt x="2235" y="392"/>
                </a:lnTo>
                <a:lnTo>
                  <a:pt x="2245" y="394"/>
                </a:lnTo>
                <a:lnTo>
                  <a:pt x="2255" y="395"/>
                </a:lnTo>
                <a:lnTo>
                  <a:pt x="2263" y="396"/>
                </a:lnTo>
                <a:lnTo>
                  <a:pt x="2272" y="401"/>
                </a:lnTo>
                <a:lnTo>
                  <a:pt x="2280" y="405"/>
                </a:lnTo>
                <a:lnTo>
                  <a:pt x="2288" y="409"/>
                </a:lnTo>
                <a:lnTo>
                  <a:pt x="2295" y="414"/>
                </a:lnTo>
                <a:lnTo>
                  <a:pt x="2302" y="420"/>
                </a:lnTo>
                <a:lnTo>
                  <a:pt x="2308" y="427"/>
                </a:lnTo>
                <a:lnTo>
                  <a:pt x="2313" y="434"/>
                </a:lnTo>
                <a:lnTo>
                  <a:pt x="2318" y="442"/>
                </a:lnTo>
                <a:lnTo>
                  <a:pt x="2322" y="449"/>
                </a:lnTo>
                <a:lnTo>
                  <a:pt x="2325" y="459"/>
                </a:lnTo>
                <a:lnTo>
                  <a:pt x="2327" y="468"/>
                </a:lnTo>
                <a:lnTo>
                  <a:pt x="2329" y="477"/>
                </a:lnTo>
                <a:lnTo>
                  <a:pt x="2329" y="487"/>
                </a:lnTo>
                <a:lnTo>
                  <a:pt x="2329" y="495"/>
                </a:lnTo>
                <a:lnTo>
                  <a:pt x="2327" y="505"/>
                </a:lnTo>
                <a:lnTo>
                  <a:pt x="2325" y="515"/>
                </a:lnTo>
                <a:lnTo>
                  <a:pt x="2322" y="523"/>
                </a:lnTo>
                <a:lnTo>
                  <a:pt x="2318" y="532"/>
                </a:lnTo>
                <a:lnTo>
                  <a:pt x="2313" y="539"/>
                </a:lnTo>
                <a:lnTo>
                  <a:pt x="2308" y="546"/>
                </a:lnTo>
                <a:lnTo>
                  <a:pt x="2302" y="553"/>
                </a:lnTo>
                <a:lnTo>
                  <a:pt x="2295" y="558"/>
                </a:lnTo>
                <a:lnTo>
                  <a:pt x="2288" y="564"/>
                </a:lnTo>
                <a:lnTo>
                  <a:pt x="2280" y="569"/>
                </a:lnTo>
                <a:lnTo>
                  <a:pt x="2272" y="572"/>
                </a:lnTo>
                <a:lnTo>
                  <a:pt x="2263" y="576"/>
                </a:lnTo>
                <a:lnTo>
                  <a:pt x="2255" y="578"/>
                </a:lnTo>
                <a:lnTo>
                  <a:pt x="2245" y="579"/>
                </a:lnTo>
                <a:lnTo>
                  <a:pt x="2235" y="581"/>
                </a:lnTo>
                <a:lnTo>
                  <a:pt x="2226" y="579"/>
                </a:lnTo>
                <a:lnTo>
                  <a:pt x="2217" y="578"/>
                </a:lnTo>
                <a:lnTo>
                  <a:pt x="2207" y="576"/>
                </a:lnTo>
                <a:lnTo>
                  <a:pt x="2199" y="572"/>
                </a:lnTo>
                <a:lnTo>
                  <a:pt x="2191" y="569"/>
                </a:lnTo>
                <a:lnTo>
                  <a:pt x="2184" y="564"/>
                </a:lnTo>
                <a:lnTo>
                  <a:pt x="2177" y="558"/>
                </a:lnTo>
                <a:lnTo>
                  <a:pt x="2170" y="553"/>
                </a:lnTo>
                <a:lnTo>
                  <a:pt x="2164" y="546"/>
                </a:lnTo>
                <a:lnTo>
                  <a:pt x="2159" y="539"/>
                </a:lnTo>
                <a:lnTo>
                  <a:pt x="2153" y="532"/>
                </a:lnTo>
                <a:lnTo>
                  <a:pt x="2149" y="523"/>
                </a:lnTo>
                <a:lnTo>
                  <a:pt x="2146" y="515"/>
                </a:lnTo>
                <a:lnTo>
                  <a:pt x="2145" y="505"/>
                </a:lnTo>
                <a:lnTo>
                  <a:pt x="2143" y="495"/>
                </a:lnTo>
                <a:lnTo>
                  <a:pt x="2142" y="487"/>
                </a:lnTo>
                <a:close/>
                <a:moveTo>
                  <a:pt x="2449" y="487"/>
                </a:moveTo>
                <a:lnTo>
                  <a:pt x="2449" y="487"/>
                </a:lnTo>
                <a:lnTo>
                  <a:pt x="2449" y="477"/>
                </a:lnTo>
                <a:lnTo>
                  <a:pt x="2450" y="468"/>
                </a:lnTo>
                <a:lnTo>
                  <a:pt x="2453" y="459"/>
                </a:lnTo>
                <a:lnTo>
                  <a:pt x="2456" y="449"/>
                </a:lnTo>
                <a:lnTo>
                  <a:pt x="2460" y="442"/>
                </a:lnTo>
                <a:lnTo>
                  <a:pt x="2464" y="434"/>
                </a:lnTo>
                <a:lnTo>
                  <a:pt x="2470" y="427"/>
                </a:lnTo>
                <a:lnTo>
                  <a:pt x="2477" y="420"/>
                </a:lnTo>
                <a:lnTo>
                  <a:pt x="2482" y="414"/>
                </a:lnTo>
                <a:lnTo>
                  <a:pt x="2491" y="409"/>
                </a:lnTo>
                <a:lnTo>
                  <a:pt x="2498" y="405"/>
                </a:lnTo>
                <a:lnTo>
                  <a:pt x="2506" y="401"/>
                </a:lnTo>
                <a:lnTo>
                  <a:pt x="2514" y="396"/>
                </a:lnTo>
                <a:lnTo>
                  <a:pt x="2524" y="395"/>
                </a:lnTo>
                <a:lnTo>
                  <a:pt x="2533" y="394"/>
                </a:lnTo>
                <a:lnTo>
                  <a:pt x="2542" y="392"/>
                </a:lnTo>
                <a:lnTo>
                  <a:pt x="2552" y="394"/>
                </a:lnTo>
                <a:lnTo>
                  <a:pt x="2562" y="395"/>
                </a:lnTo>
                <a:lnTo>
                  <a:pt x="2570" y="396"/>
                </a:lnTo>
                <a:lnTo>
                  <a:pt x="2579" y="401"/>
                </a:lnTo>
                <a:lnTo>
                  <a:pt x="2587" y="405"/>
                </a:lnTo>
                <a:lnTo>
                  <a:pt x="2595" y="409"/>
                </a:lnTo>
                <a:lnTo>
                  <a:pt x="2602" y="414"/>
                </a:lnTo>
                <a:lnTo>
                  <a:pt x="2609" y="420"/>
                </a:lnTo>
                <a:lnTo>
                  <a:pt x="2615" y="427"/>
                </a:lnTo>
                <a:lnTo>
                  <a:pt x="2620" y="434"/>
                </a:lnTo>
                <a:lnTo>
                  <a:pt x="2625" y="442"/>
                </a:lnTo>
                <a:lnTo>
                  <a:pt x="2629" y="449"/>
                </a:lnTo>
                <a:lnTo>
                  <a:pt x="2632" y="459"/>
                </a:lnTo>
                <a:lnTo>
                  <a:pt x="2634" y="468"/>
                </a:lnTo>
                <a:lnTo>
                  <a:pt x="2636" y="477"/>
                </a:lnTo>
                <a:lnTo>
                  <a:pt x="2636" y="487"/>
                </a:lnTo>
                <a:lnTo>
                  <a:pt x="2636" y="495"/>
                </a:lnTo>
                <a:lnTo>
                  <a:pt x="2634" y="505"/>
                </a:lnTo>
                <a:lnTo>
                  <a:pt x="2632" y="515"/>
                </a:lnTo>
                <a:lnTo>
                  <a:pt x="2629" y="523"/>
                </a:lnTo>
                <a:lnTo>
                  <a:pt x="2625" y="532"/>
                </a:lnTo>
                <a:lnTo>
                  <a:pt x="2620" y="539"/>
                </a:lnTo>
                <a:lnTo>
                  <a:pt x="2615" y="546"/>
                </a:lnTo>
                <a:lnTo>
                  <a:pt x="2609" y="553"/>
                </a:lnTo>
                <a:lnTo>
                  <a:pt x="2602" y="558"/>
                </a:lnTo>
                <a:lnTo>
                  <a:pt x="2595" y="564"/>
                </a:lnTo>
                <a:lnTo>
                  <a:pt x="2587" y="569"/>
                </a:lnTo>
                <a:lnTo>
                  <a:pt x="2579" y="572"/>
                </a:lnTo>
                <a:lnTo>
                  <a:pt x="2570" y="576"/>
                </a:lnTo>
                <a:lnTo>
                  <a:pt x="2562" y="578"/>
                </a:lnTo>
                <a:lnTo>
                  <a:pt x="2552" y="579"/>
                </a:lnTo>
                <a:lnTo>
                  <a:pt x="2542" y="581"/>
                </a:lnTo>
                <a:lnTo>
                  <a:pt x="2533" y="579"/>
                </a:lnTo>
                <a:lnTo>
                  <a:pt x="2524" y="578"/>
                </a:lnTo>
                <a:lnTo>
                  <a:pt x="2514" y="576"/>
                </a:lnTo>
                <a:lnTo>
                  <a:pt x="2506" y="572"/>
                </a:lnTo>
                <a:lnTo>
                  <a:pt x="2498" y="569"/>
                </a:lnTo>
                <a:lnTo>
                  <a:pt x="2491" y="564"/>
                </a:lnTo>
                <a:lnTo>
                  <a:pt x="2482" y="558"/>
                </a:lnTo>
                <a:lnTo>
                  <a:pt x="2477" y="553"/>
                </a:lnTo>
                <a:lnTo>
                  <a:pt x="2470" y="546"/>
                </a:lnTo>
                <a:lnTo>
                  <a:pt x="2464" y="539"/>
                </a:lnTo>
                <a:lnTo>
                  <a:pt x="2460" y="532"/>
                </a:lnTo>
                <a:lnTo>
                  <a:pt x="2456" y="523"/>
                </a:lnTo>
                <a:lnTo>
                  <a:pt x="2453" y="515"/>
                </a:lnTo>
                <a:lnTo>
                  <a:pt x="2450" y="505"/>
                </a:lnTo>
                <a:lnTo>
                  <a:pt x="2449" y="495"/>
                </a:lnTo>
                <a:lnTo>
                  <a:pt x="2449" y="487"/>
                </a:lnTo>
                <a:close/>
                <a:moveTo>
                  <a:pt x="2756" y="487"/>
                </a:moveTo>
                <a:lnTo>
                  <a:pt x="2756" y="487"/>
                </a:lnTo>
                <a:lnTo>
                  <a:pt x="2756" y="477"/>
                </a:lnTo>
                <a:lnTo>
                  <a:pt x="2757" y="468"/>
                </a:lnTo>
                <a:lnTo>
                  <a:pt x="2760" y="459"/>
                </a:lnTo>
                <a:lnTo>
                  <a:pt x="2763" y="449"/>
                </a:lnTo>
                <a:lnTo>
                  <a:pt x="2767" y="442"/>
                </a:lnTo>
                <a:lnTo>
                  <a:pt x="2771" y="434"/>
                </a:lnTo>
                <a:lnTo>
                  <a:pt x="2777" y="427"/>
                </a:lnTo>
                <a:lnTo>
                  <a:pt x="2782" y="420"/>
                </a:lnTo>
                <a:lnTo>
                  <a:pt x="2789" y="414"/>
                </a:lnTo>
                <a:lnTo>
                  <a:pt x="2796" y="409"/>
                </a:lnTo>
                <a:lnTo>
                  <a:pt x="2805" y="405"/>
                </a:lnTo>
                <a:lnTo>
                  <a:pt x="2813" y="401"/>
                </a:lnTo>
                <a:lnTo>
                  <a:pt x="2821" y="396"/>
                </a:lnTo>
                <a:lnTo>
                  <a:pt x="2830" y="395"/>
                </a:lnTo>
                <a:lnTo>
                  <a:pt x="2840" y="394"/>
                </a:lnTo>
                <a:lnTo>
                  <a:pt x="2849" y="392"/>
                </a:lnTo>
                <a:lnTo>
                  <a:pt x="2859" y="394"/>
                </a:lnTo>
                <a:lnTo>
                  <a:pt x="2867" y="395"/>
                </a:lnTo>
                <a:lnTo>
                  <a:pt x="2877" y="396"/>
                </a:lnTo>
                <a:lnTo>
                  <a:pt x="2886" y="401"/>
                </a:lnTo>
                <a:lnTo>
                  <a:pt x="2894" y="405"/>
                </a:lnTo>
                <a:lnTo>
                  <a:pt x="2901" y="409"/>
                </a:lnTo>
                <a:lnTo>
                  <a:pt x="2909" y="414"/>
                </a:lnTo>
                <a:lnTo>
                  <a:pt x="2915" y="420"/>
                </a:lnTo>
                <a:lnTo>
                  <a:pt x="2922" y="427"/>
                </a:lnTo>
                <a:lnTo>
                  <a:pt x="2927" y="434"/>
                </a:lnTo>
                <a:lnTo>
                  <a:pt x="2932" y="442"/>
                </a:lnTo>
                <a:lnTo>
                  <a:pt x="2936" y="449"/>
                </a:lnTo>
                <a:lnTo>
                  <a:pt x="2939" y="459"/>
                </a:lnTo>
                <a:lnTo>
                  <a:pt x="2941" y="468"/>
                </a:lnTo>
                <a:lnTo>
                  <a:pt x="2943" y="477"/>
                </a:lnTo>
                <a:lnTo>
                  <a:pt x="2943" y="487"/>
                </a:lnTo>
                <a:lnTo>
                  <a:pt x="2943" y="495"/>
                </a:lnTo>
                <a:lnTo>
                  <a:pt x="2941" y="505"/>
                </a:lnTo>
                <a:lnTo>
                  <a:pt x="2939" y="515"/>
                </a:lnTo>
                <a:lnTo>
                  <a:pt x="2936" y="523"/>
                </a:lnTo>
                <a:lnTo>
                  <a:pt x="2932" y="532"/>
                </a:lnTo>
                <a:lnTo>
                  <a:pt x="2927" y="539"/>
                </a:lnTo>
                <a:lnTo>
                  <a:pt x="2922" y="546"/>
                </a:lnTo>
                <a:lnTo>
                  <a:pt x="2915" y="553"/>
                </a:lnTo>
                <a:lnTo>
                  <a:pt x="2909" y="558"/>
                </a:lnTo>
                <a:lnTo>
                  <a:pt x="2901" y="564"/>
                </a:lnTo>
                <a:lnTo>
                  <a:pt x="2894" y="569"/>
                </a:lnTo>
                <a:lnTo>
                  <a:pt x="2886" y="572"/>
                </a:lnTo>
                <a:lnTo>
                  <a:pt x="2877" y="576"/>
                </a:lnTo>
                <a:lnTo>
                  <a:pt x="2867" y="578"/>
                </a:lnTo>
                <a:lnTo>
                  <a:pt x="2859" y="579"/>
                </a:lnTo>
                <a:lnTo>
                  <a:pt x="2849" y="581"/>
                </a:lnTo>
                <a:lnTo>
                  <a:pt x="2840" y="579"/>
                </a:lnTo>
                <a:lnTo>
                  <a:pt x="2830" y="578"/>
                </a:lnTo>
                <a:lnTo>
                  <a:pt x="2821" y="576"/>
                </a:lnTo>
                <a:lnTo>
                  <a:pt x="2813" y="572"/>
                </a:lnTo>
                <a:lnTo>
                  <a:pt x="2805" y="569"/>
                </a:lnTo>
                <a:lnTo>
                  <a:pt x="2796" y="564"/>
                </a:lnTo>
                <a:lnTo>
                  <a:pt x="2789" y="558"/>
                </a:lnTo>
                <a:lnTo>
                  <a:pt x="2782" y="553"/>
                </a:lnTo>
                <a:lnTo>
                  <a:pt x="2777" y="546"/>
                </a:lnTo>
                <a:lnTo>
                  <a:pt x="2771" y="539"/>
                </a:lnTo>
                <a:lnTo>
                  <a:pt x="2767" y="532"/>
                </a:lnTo>
                <a:lnTo>
                  <a:pt x="2763" y="523"/>
                </a:lnTo>
                <a:lnTo>
                  <a:pt x="2760" y="515"/>
                </a:lnTo>
                <a:lnTo>
                  <a:pt x="2757" y="505"/>
                </a:lnTo>
                <a:lnTo>
                  <a:pt x="2756" y="495"/>
                </a:lnTo>
                <a:lnTo>
                  <a:pt x="2756" y="487"/>
                </a:lnTo>
                <a:close/>
                <a:moveTo>
                  <a:pt x="3063" y="487"/>
                </a:moveTo>
                <a:lnTo>
                  <a:pt x="3063" y="487"/>
                </a:lnTo>
                <a:lnTo>
                  <a:pt x="3063" y="477"/>
                </a:lnTo>
                <a:lnTo>
                  <a:pt x="3064" y="468"/>
                </a:lnTo>
                <a:lnTo>
                  <a:pt x="3067" y="459"/>
                </a:lnTo>
                <a:lnTo>
                  <a:pt x="3070" y="449"/>
                </a:lnTo>
                <a:lnTo>
                  <a:pt x="3074" y="442"/>
                </a:lnTo>
                <a:lnTo>
                  <a:pt x="3078" y="434"/>
                </a:lnTo>
                <a:lnTo>
                  <a:pt x="3084" y="427"/>
                </a:lnTo>
                <a:lnTo>
                  <a:pt x="3089" y="420"/>
                </a:lnTo>
                <a:lnTo>
                  <a:pt x="3096" y="414"/>
                </a:lnTo>
                <a:lnTo>
                  <a:pt x="3103" y="409"/>
                </a:lnTo>
                <a:lnTo>
                  <a:pt x="3112" y="405"/>
                </a:lnTo>
                <a:lnTo>
                  <a:pt x="3120" y="401"/>
                </a:lnTo>
                <a:lnTo>
                  <a:pt x="3128" y="396"/>
                </a:lnTo>
                <a:lnTo>
                  <a:pt x="3137" y="395"/>
                </a:lnTo>
                <a:lnTo>
                  <a:pt x="3146" y="394"/>
                </a:lnTo>
                <a:lnTo>
                  <a:pt x="3156" y="392"/>
                </a:lnTo>
                <a:lnTo>
                  <a:pt x="3166" y="394"/>
                </a:lnTo>
                <a:lnTo>
                  <a:pt x="3174" y="395"/>
                </a:lnTo>
                <a:lnTo>
                  <a:pt x="3184" y="396"/>
                </a:lnTo>
                <a:lnTo>
                  <a:pt x="3193" y="401"/>
                </a:lnTo>
                <a:lnTo>
                  <a:pt x="3201" y="405"/>
                </a:lnTo>
                <a:lnTo>
                  <a:pt x="3208" y="409"/>
                </a:lnTo>
                <a:lnTo>
                  <a:pt x="3215" y="414"/>
                </a:lnTo>
                <a:lnTo>
                  <a:pt x="3222" y="420"/>
                </a:lnTo>
                <a:lnTo>
                  <a:pt x="3229" y="427"/>
                </a:lnTo>
                <a:lnTo>
                  <a:pt x="3233" y="434"/>
                </a:lnTo>
                <a:lnTo>
                  <a:pt x="3239" y="442"/>
                </a:lnTo>
                <a:lnTo>
                  <a:pt x="3243" y="449"/>
                </a:lnTo>
                <a:lnTo>
                  <a:pt x="3246" y="459"/>
                </a:lnTo>
                <a:lnTo>
                  <a:pt x="3248" y="468"/>
                </a:lnTo>
                <a:lnTo>
                  <a:pt x="3250" y="477"/>
                </a:lnTo>
                <a:lnTo>
                  <a:pt x="3250" y="487"/>
                </a:lnTo>
                <a:lnTo>
                  <a:pt x="3250" y="495"/>
                </a:lnTo>
                <a:lnTo>
                  <a:pt x="3248" y="505"/>
                </a:lnTo>
                <a:lnTo>
                  <a:pt x="3246" y="515"/>
                </a:lnTo>
                <a:lnTo>
                  <a:pt x="3243" y="523"/>
                </a:lnTo>
                <a:lnTo>
                  <a:pt x="3239" y="532"/>
                </a:lnTo>
                <a:lnTo>
                  <a:pt x="3233" y="539"/>
                </a:lnTo>
                <a:lnTo>
                  <a:pt x="3229" y="546"/>
                </a:lnTo>
                <a:lnTo>
                  <a:pt x="3222" y="553"/>
                </a:lnTo>
                <a:lnTo>
                  <a:pt x="3215" y="558"/>
                </a:lnTo>
                <a:lnTo>
                  <a:pt x="3208" y="564"/>
                </a:lnTo>
                <a:lnTo>
                  <a:pt x="3201" y="569"/>
                </a:lnTo>
                <a:lnTo>
                  <a:pt x="3193" y="572"/>
                </a:lnTo>
                <a:lnTo>
                  <a:pt x="3184" y="576"/>
                </a:lnTo>
                <a:lnTo>
                  <a:pt x="3174" y="578"/>
                </a:lnTo>
                <a:lnTo>
                  <a:pt x="3166" y="579"/>
                </a:lnTo>
                <a:lnTo>
                  <a:pt x="3156" y="581"/>
                </a:lnTo>
                <a:lnTo>
                  <a:pt x="3146" y="579"/>
                </a:lnTo>
                <a:lnTo>
                  <a:pt x="3137" y="578"/>
                </a:lnTo>
                <a:lnTo>
                  <a:pt x="3128" y="576"/>
                </a:lnTo>
                <a:lnTo>
                  <a:pt x="3120" y="572"/>
                </a:lnTo>
                <a:lnTo>
                  <a:pt x="3112" y="569"/>
                </a:lnTo>
                <a:lnTo>
                  <a:pt x="3103" y="564"/>
                </a:lnTo>
                <a:lnTo>
                  <a:pt x="3096" y="558"/>
                </a:lnTo>
                <a:lnTo>
                  <a:pt x="3089" y="553"/>
                </a:lnTo>
                <a:lnTo>
                  <a:pt x="3084" y="546"/>
                </a:lnTo>
                <a:lnTo>
                  <a:pt x="3078" y="539"/>
                </a:lnTo>
                <a:lnTo>
                  <a:pt x="3074" y="532"/>
                </a:lnTo>
                <a:lnTo>
                  <a:pt x="3070" y="523"/>
                </a:lnTo>
                <a:lnTo>
                  <a:pt x="3067" y="515"/>
                </a:lnTo>
                <a:lnTo>
                  <a:pt x="3064" y="505"/>
                </a:lnTo>
                <a:lnTo>
                  <a:pt x="3063" y="495"/>
                </a:lnTo>
                <a:lnTo>
                  <a:pt x="3063" y="487"/>
                </a:lnTo>
                <a:close/>
                <a:moveTo>
                  <a:pt x="1529" y="487"/>
                </a:moveTo>
                <a:lnTo>
                  <a:pt x="1529" y="487"/>
                </a:lnTo>
                <a:lnTo>
                  <a:pt x="1529" y="477"/>
                </a:lnTo>
                <a:lnTo>
                  <a:pt x="1531" y="468"/>
                </a:lnTo>
                <a:lnTo>
                  <a:pt x="1533" y="459"/>
                </a:lnTo>
                <a:lnTo>
                  <a:pt x="1536" y="449"/>
                </a:lnTo>
                <a:lnTo>
                  <a:pt x="1540" y="442"/>
                </a:lnTo>
                <a:lnTo>
                  <a:pt x="1545" y="434"/>
                </a:lnTo>
                <a:lnTo>
                  <a:pt x="1550" y="427"/>
                </a:lnTo>
                <a:lnTo>
                  <a:pt x="1556" y="420"/>
                </a:lnTo>
                <a:lnTo>
                  <a:pt x="1563" y="414"/>
                </a:lnTo>
                <a:lnTo>
                  <a:pt x="1570" y="409"/>
                </a:lnTo>
                <a:lnTo>
                  <a:pt x="1578" y="405"/>
                </a:lnTo>
                <a:lnTo>
                  <a:pt x="1586" y="401"/>
                </a:lnTo>
                <a:lnTo>
                  <a:pt x="1595" y="396"/>
                </a:lnTo>
                <a:lnTo>
                  <a:pt x="1603" y="395"/>
                </a:lnTo>
                <a:lnTo>
                  <a:pt x="1613" y="394"/>
                </a:lnTo>
                <a:lnTo>
                  <a:pt x="1623" y="392"/>
                </a:lnTo>
                <a:lnTo>
                  <a:pt x="1633" y="394"/>
                </a:lnTo>
                <a:lnTo>
                  <a:pt x="1641" y="395"/>
                </a:lnTo>
                <a:lnTo>
                  <a:pt x="1651" y="396"/>
                </a:lnTo>
                <a:lnTo>
                  <a:pt x="1659" y="401"/>
                </a:lnTo>
                <a:lnTo>
                  <a:pt x="1667" y="405"/>
                </a:lnTo>
                <a:lnTo>
                  <a:pt x="1674" y="409"/>
                </a:lnTo>
                <a:lnTo>
                  <a:pt x="1681" y="414"/>
                </a:lnTo>
                <a:lnTo>
                  <a:pt x="1688" y="420"/>
                </a:lnTo>
                <a:lnTo>
                  <a:pt x="1694" y="427"/>
                </a:lnTo>
                <a:lnTo>
                  <a:pt x="1700" y="434"/>
                </a:lnTo>
                <a:lnTo>
                  <a:pt x="1705" y="442"/>
                </a:lnTo>
                <a:lnTo>
                  <a:pt x="1709" y="449"/>
                </a:lnTo>
                <a:lnTo>
                  <a:pt x="1712" y="459"/>
                </a:lnTo>
                <a:lnTo>
                  <a:pt x="1713" y="468"/>
                </a:lnTo>
                <a:lnTo>
                  <a:pt x="1715" y="477"/>
                </a:lnTo>
                <a:lnTo>
                  <a:pt x="1716" y="487"/>
                </a:lnTo>
                <a:lnTo>
                  <a:pt x="1715" y="495"/>
                </a:lnTo>
                <a:lnTo>
                  <a:pt x="1713" y="505"/>
                </a:lnTo>
                <a:lnTo>
                  <a:pt x="1712" y="515"/>
                </a:lnTo>
                <a:lnTo>
                  <a:pt x="1709" y="523"/>
                </a:lnTo>
                <a:lnTo>
                  <a:pt x="1705" y="532"/>
                </a:lnTo>
                <a:lnTo>
                  <a:pt x="1700" y="539"/>
                </a:lnTo>
                <a:lnTo>
                  <a:pt x="1694" y="546"/>
                </a:lnTo>
                <a:lnTo>
                  <a:pt x="1688" y="553"/>
                </a:lnTo>
                <a:lnTo>
                  <a:pt x="1681" y="558"/>
                </a:lnTo>
                <a:lnTo>
                  <a:pt x="1674" y="564"/>
                </a:lnTo>
                <a:lnTo>
                  <a:pt x="1667" y="569"/>
                </a:lnTo>
                <a:lnTo>
                  <a:pt x="1659" y="572"/>
                </a:lnTo>
                <a:lnTo>
                  <a:pt x="1651" y="576"/>
                </a:lnTo>
                <a:lnTo>
                  <a:pt x="1641" y="578"/>
                </a:lnTo>
                <a:lnTo>
                  <a:pt x="1633" y="579"/>
                </a:lnTo>
                <a:lnTo>
                  <a:pt x="1623" y="581"/>
                </a:lnTo>
                <a:lnTo>
                  <a:pt x="1613" y="579"/>
                </a:lnTo>
                <a:lnTo>
                  <a:pt x="1603" y="578"/>
                </a:lnTo>
                <a:lnTo>
                  <a:pt x="1595" y="576"/>
                </a:lnTo>
                <a:lnTo>
                  <a:pt x="1586" y="572"/>
                </a:lnTo>
                <a:lnTo>
                  <a:pt x="1578" y="569"/>
                </a:lnTo>
                <a:lnTo>
                  <a:pt x="1570" y="564"/>
                </a:lnTo>
                <a:lnTo>
                  <a:pt x="1563" y="558"/>
                </a:lnTo>
                <a:lnTo>
                  <a:pt x="1556" y="553"/>
                </a:lnTo>
                <a:lnTo>
                  <a:pt x="1550" y="546"/>
                </a:lnTo>
                <a:lnTo>
                  <a:pt x="1545" y="539"/>
                </a:lnTo>
                <a:lnTo>
                  <a:pt x="1540" y="532"/>
                </a:lnTo>
                <a:lnTo>
                  <a:pt x="1536" y="523"/>
                </a:lnTo>
                <a:lnTo>
                  <a:pt x="1533" y="515"/>
                </a:lnTo>
                <a:lnTo>
                  <a:pt x="1531" y="505"/>
                </a:lnTo>
                <a:lnTo>
                  <a:pt x="1529" y="495"/>
                </a:lnTo>
                <a:lnTo>
                  <a:pt x="1529" y="487"/>
                </a:lnTo>
                <a:close/>
                <a:moveTo>
                  <a:pt x="3726" y="1107"/>
                </a:moveTo>
                <a:lnTo>
                  <a:pt x="3726" y="1107"/>
                </a:lnTo>
                <a:lnTo>
                  <a:pt x="3727" y="1097"/>
                </a:lnTo>
                <a:lnTo>
                  <a:pt x="3728" y="1087"/>
                </a:lnTo>
                <a:lnTo>
                  <a:pt x="3730" y="1079"/>
                </a:lnTo>
                <a:lnTo>
                  <a:pt x="3734" y="1070"/>
                </a:lnTo>
                <a:lnTo>
                  <a:pt x="3737" y="1062"/>
                </a:lnTo>
                <a:lnTo>
                  <a:pt x="3742" y="1054"/>
                </a:lnTo>
                <a:lnTo>
                  <a:pt x="3748" y="1047"/>
                </a:lnTo>
                <a:lnTo>
                  <a:pt x="3753" y="1040"/>
                </a:lnTo>
                <a:lnTo>
                  <a:pt x="3760" y="1034"/>
                </a:lnTo>
                <a:lnTo>
                  <a:pt x="3767" y="1029"/>
                </a:lnTo>
                <a:lnTo>
                  <a:pt x="3776" y="1024"/>
                </a:lnTo>
                <a:lnTo>
                  <a:pt x="3783" y="1020"/>
                </a:lnTo>
                <a:lnTo>
                  <a:pt x="3793" y="1017"/>
                </a:lnTo>
                <a:lnTo>
                  <a:pt x="3801" y="1015"/>
                </a:lnTo>
                <a:lnTo>
                  <a:pt x="3811" y="1013"/>
                </a:lnTo>
                <a:lnTo>
                  <a:pt x="3820" y="1013"/>
                </a:lnTo>
                <a:lnTo>
                  <a:pt x="3829" y="1013"/>
                </a:lnTo>
                <a:lnTo>
                  <a:pt x="3839" y="1015"/>
                </a:lnTo>
                <a:lnTo>
                  <a:pt x="3847" y="1017"/>
                </a:lnTo>
                <a:lnTo>
                  <a:pt x="3857" y="1020"/>
                </a:lnTo>
                <a:lnTo>
                  <a:pt x="3865" y="1024"/>
                </a:lnTo>
                <a:lnTo>
                  <a:pt x="3872" y="1029"/>
                </a:lnTo>
                <a:lnTo>
                  <a:pt x="3879" y="1034"/>
                </a:lnTo>
                <a:lnTo>
                  <a:pt x="3886" y="1040"/>
                </a:lnTo>
                <a:lnTo>
                  <a:pt x="3892" y="1047"/>
                </a:lnTo>
                <a:lnTo>
                  <a:pt x="3897" y="1054"/>
                </a:lnTo>
                <a:lnTo>
                  <a:pt x="3903" y="1062"/>
                </a:lnTo>
                <a:lnTo>
                  <a:pt x="3906" y="1070"/>
                </a:lnTo>
                <a:lnTo>
                  <a:pt x="3910" y="1079"/>
                </a:lnTo>
                <a:lnTo>
                  <a:pt x="3911" y="1087"/>
                </a:lnTo>
                <a:lnTo>
                  <a:pt x="3913" y="1097"/>
                </a:lnTo>
                <a:lnTo>
                  <a:pt x="3914" y="1107"/>
                </a:lnTo>
                <a:lnTo>
                  <a:pt x="3913" y="1116"/>
                </a:lnTo>
                <a:lnTo>
                  <a:pt x="3911" y="1125"/>
                </a:lnTo>
                <a:lnTo>
                  <a:pt x="3910" y="1135"/>
                </a:lnTo>
                <a:lnTo>
                  <a:pt x="3906" y="1143"/>
                </a:lnTo>
                <a:lnTo>
                  <a:pt x="3903" y="1151"/>
                </a:lnTo>
                <a:lnTo>
                  <a:pt x="3897" y="1158"/>
                </a:lnTo>
                <a:lnTo>
                  <a:pt x="3892" y="1167"/>
                </a:lnTo>
                <a:lnTo>
                  <a:pt x="3886" y="1172"/>
                </a:lnTo>
                <a:lnTo>
                  <a:pt x="3879" y="1179"/>
                </a:lnTo>
                <a:lnTo>
                  <a:pt x="3872" y="1185"/>
                </a:lnTo>
                <a:lnTo>
                  <a:pt x="3865" y="1189"/>
                </a:lnTo>
                <a:lnTo>
                  <a:pt x="3857" y="1193"/>
                </a:lnTo>
                <a:lnTo>
                  <a:pt x="3847" y="1196"/>
                </a:lnTo>
                <a:lnTo>
                  <a:pt x="3839" y="1199"/>
                </a:lnTo>
                <a:lnTo>
                  <a:pt x="3829" y="1200"/>
                </a:lnTo>
                <a:lnTo>
                  <a:pt x="3820" y="1200"/>
                </a:lnTo>
                <a:lnTo>
                  <a:pt x="3811" y="1200"/>
                </a:lnTo>
                <a:lnTo>
                  <a:pt x="3801" y="1199"/>
                </a:lnTo>
                <a:lnTo>
                  <a:pt x="3793" y="1196"/>
                </a:lnTo>
                <a:lnTo>
                  <a:pt x="3783" y="1193"/>
                </a:lnTo>
                <a:lnTo>
                  <a:pt x="3776" y="1189"/>
                </a:lnTo>
                <a:lnTo>
                  <a:pt x="3767" y="1185"/>
                </a:lnTo>
                <a:lnTo>
                  <a:pt x="3760" y="1179"/>
                </a:lnTo>
                <a:lnTo>
                  <a:pt x="3753" y="1172"/>
                </a:lnTo>
                <a:lnTo>
                  <a:pt x="3748" y="1167"/>
                </a:lnTo>
                <a:lnTo>
                  <a:pt x="3742" y="1158"/>
                </a:lnTo>
                <a:lnTo>
                  <a:pt x="3737" y="1151"/>
                </a:lnTo>
                <a:lnTo>
                  <a:pt x="3734" y="1143"/>
                </a:lnTo>
                <a:lnTo>
                  <a:pt x="3730" y="1135"/>
                </a:lnTo>
                <a:lnTo>
                  <a:pt x="3728" y="1125"/>
                </a:lnTo>
                <a:lnTo>
                  <a:pt x="3727" y="1116"/>
                </a:lnTo>
                <a:lnTo>
                  <a:pt x="3726" y="1107"/>
                </a:lnTo>
                <a:close/>
                <a:moveTo>
                  <a:pt x="3726" y="1418"/>
                </a:moveTo>
                <a:lnTo>
                  <a:pt x="3726" y="1418"/>
                </a:lnTo>
                <a:lnTo>
                  <a:pt x="3727" y="1408"/>
                </a:lnTo>
                <a:lnTo>
                  <a:pt x="3728" y="1398"/>
                </a:lnTo>
                <a:lnTo>
                  <a:pt x="3730" y="1390"/>
                </a:lnTo>
                <a:lnTo>
                  <a:pt x="3734" y="1382"/>
                </a:lnTo>
                <a:lnTo>
                  <a:pt x="3737" y="1373"/>
                </a:lnTo>
                <a:lnTo>
                  <a:pt x="3742" y="1365"/>
                </a:lnTo>
                <a:lnTo>
                  <a:pt x="3748" y="1358"/>
                </a:lnTo>
                <a:lnTo>
                  <a:pt x="3753" y="1351"/>
                </a:lnTo>
                <a:lnTo>
                  <a:pt x="3760" y="1345"/>
                </a:lnTo>
                <a:lnTo>
                  <a:pt x="3767" y="1340"/>
                </a:lnTo>
                <a:lnTo>
                  <a:pt x="3776" y="1336"/>
                </a:lnTo>
                <a:lnTo>
                  <a:pt x="3783" y="1331"/>
                </a:lnTo>
                <a:lnTo>
                  <a:pt x="3793" y="1329"/>
                </a:lnTo>
                <a:lnTo>
                  <a:pt x="3801" y="1326"/>
                </a:lnTo>
                <a:lnTo>
                  <a:pt x="3811" y="1324"/>
                </a:lnTo>
                <a:lnTo>
                  <a:pt x="3820" y="1324"/>
                </a:lnTo>
                <a:lnTo>
                  <a:pt x="3829" y="1324"/>
                </a:lnTo>
                <a:lnTo>
                  <a:pt x="3839" y="1326"/>
                </a:lnTo>
                <a:lnTo>
                  <a:pt x="3847" y="1329"/>
                </a:lnTo>
                <a:lnTo>
                  <a:pt x="3857" y="1331"/>
                </a:lnTo>
                <a:lnTo>
                  <a:pt x="3865" y="1336"/>
                </a:lnTo>
                <a:lnTo>
                  <a:pt x="3872" y="1340"/>
                </a:lnTo>
                <a:lnTo>
                  <a:pt x="3879" y="1345"/>
                </a:lnTo>
                <a:lnTo>
                  <a:pt x="3886" y="1351"/>
                </a:lnTo>
                <a:lnTo>
                  <a:pt x="3892" y="1358"/>
                </a:lnTo>
                <a:lnTo>
                  <a:pt x="3897" y="1365"/>
                </a:lnTo>
                <a:lnTo>
                  <a:pt x="3903" y="1373"/>
                </a:lnTo>
                <a:lnTo>
                  <a:pt x="3906" y="1382"/>
                </a:lnTo>
                <a:lnTo>
                  <a:pt x="3910" y="1390"/>
                </a:lnTo>
                <a:lnTo>
                  <a:pt x="3911" y="1398"/>
                </a:lnTo>
                <a:lnTo>
                  <a:pt x="3913" y="1408"/>
                </a:lnTo>
                <a:lnTo>
                  <a:pt x="3914" y="1418"/>
                </a:lnTo>
                <a:lnTo>
                  <a:pt x="3913" y="1428"/>
                </a:lnTo>
                <a:lnTo>
                  <a:pt x="3911" y="1436"/>
                </a:lnTo>
                <a:lnTo>
                  <a:pt x="3910" y="1446"/>
                </a:lnTo>
                <a:lnTo>
                  <a:pt x="3906" y="1454"/>
                </a:lnTo>
                <a:lnTo>
                  <a:pt x="3903" y="1463"/>
                </a:lnTo>
                <a:lnTo>
                  <a:pt x="3897" y="1470"/>
                </a:lnTo>
                <a:lnTo>
                  <a:pt x="3892" y="1476"/>
                </a:lnTo>
                <a:lnTo>
                  <a:pt x="3886" y="1483"/>
                </a:lnTo>
                <a:lnTo>
                  <a:pt x="3879" y="1489"/>
                </a:lnTo>
                <a:lnTo>
                  <a:pt x="3872" y="1495"/>
                </a:lnTo>
                <a:lnTo>
                  <a:pt x="3865" y="1500"/>
                </a:lnTo>
                <a:lnTo>
                  <a:pt x="3857" y="1504"/>
                </a:lnTo>
                <a:lnTo>
                  <a:pt x="3847" y="1507"/>
                </a:lnTo>
                <a:lnTo>
                  <a:pt x="3839" y="1509"/>
                </a:lnTo>
                <a:lnTo>
                  <a:pt x="3829" y="1510"/>
                </a:lnTo>
                <a:lnTo>
                  <a:pt x="3820" y="1511"/>
                </a:lnTo>
                <a:lnTo>
                  <a:pt x="3811" y="1510"/>
                </a:lnTo>
                <a:lnTo>
                  <a:pt x="3801" y="1509"/>
                </a:lnTo>
                <a:lnTo>
                  <a:pt x="3793" y="1507"/>
                </a:lnTo>
                <a:lnTo>
                  <a:pt x="3783" y="1504"/>
                </a:lnTo>
                <a:lnTo>
                  <a:pt x="3776" y="1500"/>
                </a:lnTo>
                <a:lnTo>
                  <a:pt x="3767" y="1495"/>
                </a:lnTo>
                <a:lnTo>
                  <a:pt x="3760" y="1489"/>
                </a:lnTo>
                <a:lnTo>
                  <a:pt x="3753" y="1483"/>
                </a:lnTo>
                <a:lnTo>
                  <a:pt x="3748" y="1476"/>
                </a:lnTo>
                <a:lnTo>
                  <a:pt x="3742" y="1470"/>
                </a:lnTo>
                <a:lnTo>
                  <a:pt x="3737" y="1463"/>
                </a:lnTo>
                <a:lnTo>
                  <a:pt x="3734" y="1454"/>
                </a:lnTo>
                <a:lnTo>
                  <a:pt x="3730" y="1446"/>
                </a:lnTo>
                <a:lnTo>
                  <a:pt x="3728" y="1436"/>
                </a:lnTo>
                <a:lnTo>
                  <a:pt x="3727" y="1428"/>
                </a:lnTo>
                <a:lnTo>
                  <a:pt x="3726" y="1418"/>
                </a:lnTo>
                <a:close/>
                <a:moveTo>
                  <a:pt x="3726" y="2661"/>
                </a:moveTo>
                <a:lnTo>
                  <a:pt x="3726" y="2661"/>
                </a:lnTo>
                <a:lnTo>
                  <a:pt x="3727" y="2652"/>
                </a:lnTo>
                <a:lnTo>
                  <a:pt x="3728" y="2642"/>
                </a:lnTo>
                <a:lnTo>
                  <a:pt x="3730" y="2633"/>
                </a:lnTo>
                <a:lnTo>
                  <a:pt x="3734" y="2625"/>
                </a:lnTo>
                <a:lnTo>
                  <a:pt x="3737" y="2617"/>
                </a:lnTo>
                <a:lnTo>
                  <a:pt x="3742" y="2608"/>
                </a:lnTo>
                <a:lnTo>
                  <a:pt x="3748" y="2601"/>
                </a:lnTo>
                <a:lnTo>
                  <a:pt x="3753" y="2594"/>
                </a:lnTo>
                <a:lnTo>
                  <a:pt x="3760" y="2589"/>
                </a:lnTo>
                <a:lnTo>
                  <a:pt x="3767" y="2583"/>
                </a:lnTo>
                <a:lnTo>
                  <a:pt x="3776" y="2579"/>
                </a:lnTo>
                <a:lnTo>
                  <a:pt x="3783" y="2575"/>
                </a:lnTo>
                <a:lnTo>
                  <a:pt x="3793" y="2572"/>
                </a:lnTo>
                <a:lnTo>
                  <a:pt x="3801" y="2569"/>
                </a:lnTo>
                <a:lnTo>
                  <a:pt x="3811" y="2568"/>
                </a:lnTo>
                <a:lnTo>
                  <a:pt x="3820" y="2568"/>
                </a:lnTo>
                <a:lnTo>
                  <a:pt x="3829" y="2568"/>
                </a:lnTo>
                <a:lnTo>
                  <a:pt x="3839" y="2569"/>
                </a:lnTo>
                <a:lnTo>
                  <a:pt x="3847" y="2572"/>
                </a:lnTo>
                <a:lnTo>
                  <a:pt x="3857" y="2575"/>
                </a:lnTo>
                <a:lnTo>
                  <a:pt x="3865" y="2579"/>
                </a:lnTo>
                <a:lnTo>
                  <a:pt x="3872" y="2583"/>
                </a:lnTo>
                <a:lnTo>
                  <a:pt x="3879" y="2589"/>
                </a:lnTo>
                <a:lnTo>
                  <a:pt x="3886" y="2594"/>
                </a:lnTo>
                <a:lnTo>
                  <a:pt x="3892" y="2601"/>
                </a:lnTo>
                <a:lnTo>
                  <a:pt x="3897" y="2608"/>
                </a:lnTo>
                <a:lnTo>
                  <a:pt x="3903" y="2617"/>
                </a:lnTo>
                <a:lnTo>
                  <a:pt x="3906" y="2625"/>
                </a:lnTo>
                <a:lnTo>
                  <a:pt x="3910" y="2633"/>
                </a:lnTo>
                <a:lnTo>
                  <a:pt x="3911" y="2642"/>
                </a:lnTo>
                <a:lnTo>
                  <a:pt x="3913" y="2652"/>
                </a:lnTo>
                <a:lnTo>
                  <a:pt x="3914" y="2661"/>
                </a:lnTo>
                <a:lnTo>
                  <a:pt x="3913" y="2671"/>
                </a:lnTo>
                <a:lnTo>
                  <a:pt x="3911" y="2679"/>
                </a:lnTo>
                <a:lnTo>
                  <a:pt x="3910" y="2689"/>
                </a:lnTo>
                <a:lnTo>
                  <a:pt x="3906" y="2698"/>
                </a:lnTo>
                <a:lnTo>
                  <a:pt x="3903" y="2706"/>
                </a:lnTo>
                <a:lnTo>
                  <a:pt x="3897" y="2713"/>
                </a:lnTo>
                <a:lnTo>
                  <a:pt x="3892" y="2720"/>
                </a:lnTo>
                <a:lnTo>
                  <a:pt x="3886" y="2727"/>
                </a:lnTo>
                <a:lnTo>
                  <a:pt x="3879" y="2734"/>
                </a:lnTo>
                <a:lnTo>
                  <a:pt x="3872" y="2738"/>
                </a:lnTo>
                <a:lnTo>
                  <a:pt x="3865" y="2744"/>
                </a:lnTo>
                <a:lnTo>
                  <a:pt x="3857" y="2748"/>
                </a:lnTo>
                <a:lnTo>
                  <a:pt x="3847" y="2751"/>
                </a:lnTo>
                <a:lnTo>
                  <a:pt x="3839" y="2753"/>
                </a:lnTo>
                <a:lnTo>
                  <a:pt x="3829" y="2755"/>
                </a:lnTo>
                <a:lnTo>
                  <a:pt x="3820" y="2755"/>
                </a:lnTo>
                <a:lnTo>
                  <a:pt x="3811" y="2755"/>
                </a:lnTo>
                <a:lnTo>
                  <a:pt x="3801" y="2753"/>
                </a:lnTo>
                <a:lnTo>
                  <a:pt x="3793" y="2751"/>
                </a:lnTo>
                <a:lnTo>
                  <a:pt x="3783" y="2748"/>
                </a:lnTo>
                <a:lnTo>
                  <a:pt x="3776" y="2744"/>
                </a:lnTo>
                <a:lnTo>
                  <a:pt x="3767" y="2738"/>
                </a:lnTo>
                <a:lnTo>
                  <a:pt x="3760" y="2734"/>
                </a:lnTo>
                <a:lnTo>
                  <a:pt x="3753" y="2727"/>
                </a:lnTo>
                <a:lnTo>
                  <a:pt x="3748" y="2720"/>
                </a:lnTo>
                <a:lnTo>
                  <a:pt x="3742" y="2713"/>
                </a:lnTo>
                <a:lnTo>
                  <a:pt x="3737" y="2706"/>
                </a:lnTo>
                <a:lnTo>
                  <a:pt x="3734" y="2698"/>
                </a:lnTo>
                <a:lnTo>
                  <a:pt x="3730" y="2689"/>
                </a:lnTo>
                <a:lnTo>
                  <a:pt x="3728" y="2679"/>
                </a:lnTo>
                <a:lnTo>
                  <a:pt x="3727" y="2671"/>
                </a:lnTo>
                <a:lnTo>
                  <a:pt x="3726" y="2661"/>
                </a:lnTo>
                <a:close/>
                <a:moveTo>
                  <a:pt x="3726" y="2973"/>
                </a:moveTo>
                <a:lnTo>
                  <a:pt x="3726" y="2973"/>
                </a:lnTo>
                <a:lnTo>
                  <a:pt x="3727" y="2963"/>
                </a:lnTo>
                <a:lnTo>
                  <a:pt x="3728" y="2953"/>
                </a:lnTo>
                <a:lnTo>
                  <a:pt x="3730" y="2945"/>
                </a:lnTo>
                <a:lnTo>
                  <a:pt x="3734" y="2935"/>
                </a:lnTo>
                <a:lnTo>
                  <a:pt x="3737" y="2928"/>
                </a:lnTo>
                <a:lnTo>
                  <a:pt x="3742" y="2919"/>
                </a:lnTo>
                <a:lnTo>
                  <a:pt x="3748" y="2913"/>
                </a:lnTo>
                <a:lnTo>
                  <a:pt x="3753" y="2906"/>
                </a:lnTo>
                <a:lnTo>
                  <a:pt x="3760" y="2900"/>
                </a:lnTo>
                <a:lnTo>
                  <a:pt x="3767" y="2894"/>
                </a:lnTo>
                <a:lnTo>
                  <a:pt x="3776" y="2890"/>
                </a:lnTo>
                <a:lnTo>
                  <a:pt x="3783" y="2886"/>
                </a:lnTo>
                <a:lnTo>
                  <a:pt x="3793" y="2882"/>
                </a:lnTo>
                <a:lnTo>
                  <a:pt x="3801" y="2880"/>
                </a:lnTo>
                <a:lnTo>
                  <a:pt x="3811" y="2879"/>
                </a:lnTo>
                <a:lnTo>
                  <a:pt x="3820" y="2878"/>
                </a:lnTo>
                <a:lnTo>
                  <a:pt x="3829" y="2879"/>
                </a:lnTo>
                <a:lnTo>
                  <a:pt x="3839" y="2880"/>
                </a:lnTo>
                <a:lnTo>
                  <a:pt x="3847" y="2882"/>
                </a:lnTo>
                <a:lnTo>
                  <a:pt x="3857" y="2886"/>
                </a:lnTo>
                <a:lnTo>
                  <a:pt x="3865" y="2890"/>
                </a:lnTo>
                <a:lnTo>
                  <a:pt x="3872" y="2894"/>
                </a:lnTo>
                <a:lnTo>
                  <a:pt x="3879" y="2900"/>
                </a:lnTo>
                <a:lnTo>
                  <a:pt x="3886" y="2906"/>
                </a:lnTo>
                <a:lnTo>
                  <a:pt x="3892" y="2913"/>
                </a:lnTo>
                <a:lnTo>
                  <a:pt x="3897" y="2919"/>
                </a:lnTo>
                <a:lnTo>
                  <a:pt x="3903" y="2928"/>
                </a:lnTo>
                <a:lnTo>
                  <a:pt x="3906" y="2935"/>
                </a:lnTo>
                <a:lnTo>
                  <a:pt x="3910" y="2945"/>
                </a:lnTo>
                <a:lnTo>
                  <a:pt x="3911" y="2953"/>
                </a:lnTo>
                <a:lnTo>
                  <a:pt x="3913" y="2963"/>
                </a:lnTo>
                <a:lnTo>
                  <a:pt x="3914" y="2973"/>
                </a:lnTo>
                <a:lnTo>
                  <a:pt x="3913" y="2981"/>
                </a:lnTo>
                <a:lnTo>
                  <a:pt x="3911" y="2991"/>
                </a:lnTo>
                <a:lnTo>
                  <a:pt x="3910" y="3000"/>
                </a:lnTo>
                <a:lnTo>
                  <a:pt x="3906" y="3009"/>
                </a:lnTo>
                <a:lnTo>
                  <a:pt x="3903" y="3017"/>
                </a:lnTo>
                <a:lnTo>
                  <a:pt x="3897" y="3024"/>
                </a:lnTo>
                <a:lnTo>
                  <a:pt x="3892" y="3031"/>
                </a:lnTo>
                <a:lnTo>
                  <a:pt x="3886" y="3038"/>
                </a:lnTo>
                <a:lnTo>
                  <a:pt x="3879" y="3044"/>
                </a:lnTo>
                <a:lnTo>
                  <a:pt x="3872" y="3049"/>
                </a:lnTo>
                <a:lnTo>
                  <a:pt x="3865" y="3055"/>
                </a:lnTo>
                <a:lnTo>
                  <a:pt x="3857" y="3058"/>
                </a:lnTo>
                <a:lnTo>
                  <a:pt x="3847" y="3062"/>
                </a:lnTo>
                <a:lnTo>
                  <a:pt x="3839" y="3063"/>
                </a:lnTo>
                <a:lnTo>
                  <a:pt x="3829" y="3065"/>
                </a:lnTo>
                <a:lnTo>
                  <a:pt x="3820" y="3066"/>
                </a:lnTo>
                <a:lnTo>
                  <a:pt x="3811" y="3065"/>
                </a:lnTo>
                <a:lnTo>
                  <a:pt x="3801" y="3063"/>
                </a:lnTo>
                <a:lnTo>
                  <a:pt x="3793" y="3062"/>
                </a:lnTo>
                <a:lnTo>
                  <a:pt x="3783" y="3058"/>
                </a:lnTo>
                <a:lnTo>
                  <a:pt x="3776" y="3055"/>
                </a:lnTo>
                <a:lnTo>
                  <a:pt x="3767" y="3049"/>
                </a:lnTo>
                <a:lnTo>
                  <a:pt x="3760" y="3044"/>
                </a:lnTo>
                <a:lnTo>
                  <a:pt x="3753" y="3038"/>
                </a:lnTo>
                <a:lnTo>
                  <a:pt x="3748" y="3031"/>
                </a:lnTo>
                <a:lnTo>
                  <a:pt x="3742" y="3024"/>
                </a:lnTo>
                <a:lnTo>
                  <a:pt x="3737" y="3017"/>
                </a:lnTo>
                <a:lnTo>
                  <a:pt x="3734" y="3009"/>
                </a:lnTo>
                <a:lnTo>
                  <a:pt x="3730" y="3000"/>
                </a:lnTo>
                <a:lnTo>
                  <a:pt x="3728" y="2991"/>
                </a:lnTo>
                <a:lnTo>
                  <a:pt x="3727" y="2981"/>
                </a:lnTo>
                <a:lnTo>
                  <a:pt x="3726" y="2973"/>
                </a:lnTo>
                <a:close/>
                <a:moveTo>
                  <a:pt x="3726" y="2350"/>
                </a:moveTo>
                <a:lnTo>
                  <a:pt x="3726" y="2350"/>
                </a:lnTo>
                <a:lnTo>
                  <a:pt x="3727" y="2340"/>
                </a:lnTo>
                <a:lnTo>
                  <a:pt x="3728" y="2331"/>
                </a:lnTo>
                <a:lnTo>
                  <a:pt x="3730" y="2322"/>
                </a:lnTo>
                <a:lnTo>
                  <a:pt x="3734" y="2314"/>
                </a:lnTo>
                <a:lnTo>
                  <a:pt x="3737" y="2305"/>
                </a:lnTo>
                <a:lnTo>
                  <a:pt x="3742" y="2297"/>
                </a:lnTo>
                <a:lnTo>
                  <a:pt x="3748" y="2290"/>
                </a:lnTo>
                <a:lnTo>
                  <a:pt x="3753" y="2285"/>
                </a:lnTo>
                <a:lnTo>
                  <a:pt x="3760" y="2278"/>
                </a:lnTo>
                <a:lnTo>
                  <a:pt x="3767" y="2272"/>
                </a:lnTo>
                <a:lnTo>
                  <a:pt x="3776" y="2268"/>
                </a:lnTo>
                <a:lnTo>
                  <a:pt x="3783" y="2264"/>
                </a:lnTo>
                <a:lnTo>
                  <a:pt x="3793" y="2261"/>
                </a:lnTo>
                <a:lnTo>
                  <a:pt x="3801" y="2258"/>
                </a:lnTo>
                <a:lnTo>
                  <a:pt x="3811" y="2257"/>
                </a:lnTo>
                <a:lnTo>
                  <a:pt x="3820" y="2257"/>
                </a:lnTo>
                <a:lnTo>
                  <a:pt x="3829" y="2257"/>
                </a:lnTo>
                <a:lnTo>
                  <a:pt x="3839" y="2258"/>
                </a:lnTo>
                <a:lnTo>
                  <a:pt x="3847" y="2261"/>
                </a:lnTo>
                <a:lnTo>
                  <a:pt x="3857" y="2264"/>
                </a:lnTo>
                <a:lnTo>
                  <a:pt x="3865" y="2268"/>
                </a:lnTo>
                <a:lnTo>
                  <a:pt x="3872" y="2272"/>
                </a:lnTo>
                <a:lnTo>
                  <a:pt x="3879" y="2278"/>
                </a:lnTo>
                <a:lnTo>
                  <a:pt x="3886" y="2285"/>
                </a:lnTo>
                <a:lnTo>
                  <a:pt x="3892" y="2290"/>
                </a:lnTo>
                <a:lnTo>
                  <a:pt x="3897" y="2297"/>
                </a:lnTo>
                <a:lnTo>
                  <a:pt x="3903" y="2305"/>
                </a:lnTo>
                <a:lnTo>
                  <a:pt x="3906" y="2314"/>
                </a:lnTo>
                <a:lnTo>
                  <a:pt x="3910" y="2322"/>
                </a:lnTo>
                <a:lnTo>
                  <a:pt x="3911" y="2331"/>
                </a:lnTo>
                <a:lnTo>
                  <a:pt x="3913" y="2340"/>
                </a:lnTo>
                <a:lnTo>
                  <a:pt x="3914" y="2350"/>
                </a:lnTo>
                <a:lnTo>
                  <a:pt x="3913" y="2360"/>
                </a:lnTo>
                <a:lnTo>
                  <a:pt x="3911" y="2370"/>
                </a:lnTo>
                <a:lnTo>
                  <a:pt x="3910" y="2378"/>
                </a:lnTo>
                <a:lnTo>
                  <a:pt x="3906" y="2386"/>
                </a:lnTo>
                <a:lnTo>
                  <a:pt x="3903" y="2395"/>
                </a:lnTo>
                <a:lnTo>
                  <a:pt x="3897" y="2403"/>
                </a:lnTo>
                <a:lnTo>
                  <a:pt x="3892" y="2410"/>
                </a:lnTo>
                <a:lnTo>
                  <a:pt x="3886" y="2416"/>
                </a:lnTo>
                <a:lnTo>
                  <a:pt x="3879" y="2423"/>
                </a:lnTo>
                <a:lnTo>
                  <a:pt x="3872" y="2428"/>
                </a:lnTo>
                <a:lnTo>
                  <a:pt x="3865" y="2432"/>
                </a:lnTo>
                <a:lnTo>
                  <a:pt x="3857" y="2437"/>
                </a:lnTo>
                <a:lnTo>
                  <a:pt x="3847" y="2439"/>
                </a:lnTo>
                <a:lnTo>
                  <a:pt x="3839" y="2442"/>
                </a:lnTo>
                <a:lnTo>
                  <a:pt x="3829" y="2444"/>
                </a:lnTo>
                <a:lnTo>
                  <a:pt x="3820" y="2444"/>
                </a:lnTo>
                <a:lnTo>
                  <a:pt x="3811" y="2444"/>
                </a:lnTo>
                <a:lnTo>
                  <a:pt x="3801" y="2442"/>
                </a:lnTo>
                <a:lnTo>
                  <a:pt x="3793" y="2439"/>
                </a:lnTo>
                <a:lnTo>
                  <a:pt x="3783" y="2437"/>
                </a:lnTo>
                <a:lnTo>
                  <a:pt x="3776" y="2432"/>
                </a:lnTo>
                <a:lnTo>
                  <a:pt x="3767" y="2428"/>
                </a:lnTo>
                <a:lnTo>
                  <a:pt x="3760" y="2423"/>
                </a:lnTo>
                <a:lnTo>
                  <a:pt x="3753" y="2416"/>
                </a:lnTo>
                <a:lnTo>
                  <a:pt x="3748" y="2410"/>
                </a:lnTo>
                <a:lnTo>
                  <a:pt x="3742" y="2403"/>
                </a:lnTo>
                <a:lnTo>
                  <a:pt x="3737" y="2395"/>
                </a:lnTo>
                <a:lnTo>
                  <a:pt x="3734" y="2386"/>
                </a:lnTo>
                <a:lnTo>
                  <a:pt x="3730" y="2378"/>
                </a:lnTo>
                <a:lnTo>
                  <a:pt x="3728" y="2370"/>
                </a:lnTo>
                <a:lnTo>
                  <a:pt x="3727" y="2360"/>
                </a:lnTo>
                <a:lnTo>
                  <a:pt x="3726" y="2350"/>
                </a:lnTo>
                <a:close/>
                <a:moveTo>
                  <a:pt x="3726" y="2039"/>
                </a:moveTo>
                <a:lnTo>
                  <a:pt x="3726" y="2039"/>
                </a:lnTo>
                <a:lnTo>
                  <a:pt x="3727" y="2029"/>
                </a:lnTo>
                <a:lnTo>
                  <a:pt x="3728" y="2021"/>
                </a:lnTo>
                <a:lnTo>
                  <a:pt x="3730" y="2011"/>
                </a:lnTo>
                <a:lnTo>
                  <a:pt x="3734" y="2003"/>
                </a:lnTo>
                <a:lnTo>
                  <a:pt x="3737" y="1994"/>
                </a:lnTo>
                <a:lnTo>
                  <a:pt x="3742" y="1987"/>
                </a:lnTo>
                <a:lnTo>
                  <a:pt x="3748" y="1979"/>
                </a:lnTo>
                <a:lnTo>
                  <a:pt x="3753" y="1973"/>
                </a:lnTo>
                <a:lnTo>
                  <a:pt x="3760" y="1966"/>
                </a:lnTo>
                <a:lnTo>
                  <a:pt x="3767" y="1962"/>
                </a:lnTo>
                <a:lnTo>
                  <a:pt x="3776" y="1957"/>
                </a:lnTo>
                <a:lnTo>
                  <a:pt x="3783" y="1952"/>
                </a:lnTo>
                <a:lnTo>
                  <a:pt x="3793" y="1950"/>
                </a:lnTo>
                <a:lnTo>
                  <a:pt x="3801" y="1947"/>
                </a:lnTo>
                <a:lnTo>
                  <a:pt x="3811" y="1945"/>
                </a:lnTo>
                <a:lnTo>
                  <a:pt x="3820" y="1945"/>
                </a:lnTo>
                <a:lnTo>
                  <a:pt x="3829" y="1945"/>
                </a:lnTo>
                <a:lnTo>
                  <a:pt x="3839" y="1947"/>
                </a:lnTo>
                <a:lnTo>
                  <a:pt x="3847" y="1950"/>
                </a:lnTo>
                <a:lnTo>
                  <a:pt x="3857" y="1952"/>
                </a:lnTo>
                <a:lnTo>
                  <a:pt x="3865" y="1957"/>
                </a:lnTo>
                <a:lnTo>
                  <a:pt x="3872" y="1962"/>
                </a:lnTo>
                <a:lnTo>
                  <a:pt x="3879" y="1966"/>
                </a:lnTo>
                <a:lnTo>
                  <a:pt x="3886" y="1973"/>
                </a:lnTo>
                <a:lnTo>
                  <a:pt x="3892" y="1979"/>
                </a:lnTo>
                <a:lnTo>
                  <a:pt x="3897" y="1987"/>
                </a:lnTo>
                <a:lnTo>
                  <a:pt x="3903" y="1994"/>
                </a:lnTo>
                <a:lnTo>
                  <a:pt x="3906" y="2003"/>
                </a:lnTo>
                <a:lnTo>
                  <a:pt x="3910" y="2011"/>
                </a:lnTo>
                <a:lnTo>
                  <a:pt x="3911" y="2021"/>
                </a:lnTo>
                <a:lnTo>
                  <a:pt x="3913" y="2029"/>
                </a:lnTo>
                <a:lnTo>
                  <a:pt x="3914" y="2039"/>
                </a:lnTo>
                <a:lnTo>
                  <a:pt x="3913" y="2049"/>
                </a:lnTo>
                <a:lnTo>
                  <a:pt x="3911" y="2058"/>
                </a:lnTo>
                <a:lnTo>
                  <a:pt x="3910" y="2067"/>
                </a:lnTo>
                <a:lnTo>
                  <a:pt x="3906" y="2075"/>
                </a:lnTo>
                <a:lnTo>
                  <a:pt x="3903" y="2084"/>
                </a:lnTo>
                <a:lnTo>
                  <a:pt x="3897" y="2092"/>
                </a:lnTo>
                <a:lnTo>
                  <a:pt x="3892" y="2099"/>
                </a:lnTo>
                <a:lnTo>
                  <a:pt x="3886" y="2106"/>
                </a:lnTo>
                <a:lnTo>
                  <a:pt x="3879" y="2111"/>
                </a:lnTo>
                <a:lnTo>
                  <a:pt x="3872" y="2117"/>
                </a:lnTo>
                <a:lnTo>
                  <a:pt x="3865" y="2121"/>
                </a:lnTo>
                <a:lnTo>
                  <a:pt x="3857" y="2125"/>
                </a:lnTo>
                <a:lnTo>
                  <a:pt x="3847" y="2128"/>
                </a:lnTo>
                <a:lnTo>
                  <a:pt x="3839" y="2131"/>
                </a:lnTo>
                <a:lnTo>
                  <a:pt x="3829" y="2132"/>
                </a:lnTo>
                <a:lnTo>
                  <a:pt x="3820" y="2132"/>
                </a:lnTo>
                <a:lnTo>
                  <a:pt x="3811" y="2132"/>
                </a:lnTo>
                <a:lnTo>
                  <a:pt x="3801" y="2131"/>
                </a:lnTo>
                <a:lnTo>
                  <a:pt x="3793" y="2128"/>
                </a:lnTo>
                <a:lnTo>
                  <a:pt x="3783" y="2125"/>
                </a:lnTo>
                <a:lnTo>
                  <a:pt x="3776" y="2121"/>
                </a:lnTo>
                <a:lnTo>
                  <a:pt x="3767" y="2117"/>
                </a:lnTo>
                <a:lnTo>
                  <a:pt x="3760" y="2111"/>
                </a:lnTo>
                <a:lnTo>
                  <a:pt x="3753" y="2106"/>
                </a:lnTo>
                <a:lnTo>
                  <a:pt x="3748" y="2099"/>
                </a:lnTo>
                <a:lnTo>
                  <a:pt x="3742" y="2092"/>
                </a:lnTo>
                <a:lnTo>
                  <a:pt x="3737" y="2084"/>
                </a:lnTo>
                <a:lnTo>
                  <a:pt x="3734" y="2075"/>
                </a:lnTo>
                <a:lnTo>
                  <a:pt x="3730" y="2067"/>
                </a:lnTo>
                <a:lnTo>
                  <a:pt x="3728" y="2058"/>
                </a:lnTo>
                <a:lnTo>
                  <a:pt x="3727" y="2049"/>
                </a:lnTo>
                <a:lnTo>
                  <a:pt x="3726" y="2039"/>
                </a:lnTo>
                <a:close/>
                <a:moveTo>
                  <a:pt x="3726" y="1728"/>
                </a:moveTo>
                <a:lnTo>
                  <a:pt x="3726" y="1728"/>
                </a:lnTo>
                <a:lnTo>
                  <a:pt x="3727" y="1719"/>
                </a:lnTo>
                <a:lnTo>
                  <a:pt x="3728" y="1710"/>
                </a:lnTo>
                <a:lnTo>
                  <a:pt x="3730" y="1700"/>
                </a:lnTo>
                <a:lnTo>
                  <a:pt x="3734" y="1691"/>
                </a:lnTo>
                <a:lnTo>
                  <a:pt x="3737" y="1683"/>
                </a:lnTo>
                <a:lnTo>
                  <a:pt x="3742" y="1676"/>
                </a:lnTo>
                <a:lnTo>
                  <a:pt x="3748" y="1669"/>
                </a:lnTo>
                <a:lnTo>
                  <a:pt x="3753" y="1662"/>
                </a:lnTo>
                <a:lnTo>
                  <a:pt x="3760" y="1657"/>
                </a:lnTo>
                <a:lnTo>
                  <a:pt x="3767" y="1651"/>
                </a:lnTo>
                <a:lnTo>
                  <a:pt x="3776" y="1645"/>
                </a:lnTo>
                <a:lnTo>
                  <a:pt x="3783" y="1643"/>
                </a:lnTo>
                <a:lnTo>
                  <a:pt x="3793" y="1638"/>
                </a:lnTo>
                <a:lnTo>
                  <a:pt x="3801" y="1637"/>
                </a:lnTo>
                <a:lnTo>
                  <a:pt x="3811" y="1636"/>
                </a:lnTo>
                <a:lnTo>
                  <a:pt x="3820" y="1634"/>
                </a:lnTo>
                <a:lnTo>
                  <a:pt x="3829" y="1636"/>
                </a:lnTo>
                <a:lnTo>
                  <a:pt x="3839" y="1637"/>
                </a:lnTo>
                <a:lnTo>
                  <a:pt x="3847" y="1638"/>
                </a:lnTo>
                <a:lnTo>
                  <a:pt x="3857" y="1643"/>
                </a:lnTo>
                <a:lnTo>
                  <a:pt x="3865" y="1645"/>
                </a:lnTo>
                <a:lnTo>
                  <a:pt x="3872" y="1651"/>
                </a:lnTo>
                <a:lnTo>
                  <a:pt x="3879" y="1657"/>
                </a:lnTo>
                <a:lnTo>
                  <a:pt x="3886" y="1662"/>
                </a:lnTo>
                <a:lnTo>
                  <a:pt x="3892" y="1669"/>
                </a:lnTo>
                <a:lnTo>
                  <a:pt x="3897" y="1676"/>
                </a:lnTo>
                <a:lnTo>
                  <a:pt x="3903" y="1683"/>
                </a:lnTo>
                <a:lnTo>
                  <a:pt x="3906" y="1691"/>
                </a:lnTo>
                <a:lnTo>
                  <a:pt x="3910" y="1700"/>
                </a:lnTo>
                <a:lnTo>
                  <a:pt x="3911" y="1710"/>
                </a:lnTo>
                <a:lnTo>
                  <a:pt x="3913" y="1719"/>
                </a:lnTo>
                <a:lnTo>
                  <a:pt x="3914" y="1728"/>
                </a:lnTo>
                <a:lnTo>
                  <a:pt x="3913" y="1737"/>
                </a:lnTo>
                <a:lnTo>
                  <a:pt x="3911" y="1747"/>
                </a:lnTo>
                <a:lnTo>
                  <a:pt x="3910" y="1756"/>
                </a:lnTo>
                <a:lnTo>
                  <a:pt x="3906" y="1765"/>
                </a:lnTo>
                <a:lnTo>
                  <a:pt x="3903" y="1772"/>
                </a:lnTo>
                <a:lnTo>
                  <a:pt x="3897" y="1781"/>
                </a:lnTo>
                <a:lnTo>
                  <a:pt x="3892" y="1788"/>
                </a:lnTo>
                <a:lnTo>
                  <a:pt x="3886" y="1795"/>
                </a:lnTo>
                <a:lnTo>
                  <a:pt x="3879" y="1800"/>
                </a:lnTo>
                <a:lnTo>
                  <a:pt x="3872" y="1806"/>
                </a:lnTo>
                <a:lnTo>
                  <a:pt x="3865" y="1810"/>
                </a:lnTo>
                <a:lnTo>
                  <a:pt x="3857" y="1814"/>
                </a:lnTo>
                <a:lnTo>
                  <a:pt x="3847" y="1818"/>
                </a:lnTo>
                <a:lnTo>
                  <a:pt x="3839" y="1820"/>
                </a:lnTo>
                <a:lnTo>
                  <a:pt x="3829" y="1821"/>
                </a:lnTo>
                <a:lnTo>
                  <a:pt x="3820" y="1823"/>
                </a:lnTo>
                <a:lnTo>
                  <a:pt x="3811" y="1821"/>
                </a:lnTo>
                <a:lnTo>
                  <a:pt x="3801" y="1820"/>
                </a:lnTo>
                <a:lnTo>
                  <a:pt x="3793" y="1818"/>
                </a:lnTo>
                <a:lnTo>
                  <a:pt x="3783" y="1814"/>
                </a:lnTo>
                <a:lnTo>
                  <a:pt x="3776" y="1810"/>
                </a:lnTo>
                <a:lnTo>
                  <a:pt x="3767" y="1806"/>
                </a:lnTo>
                <a:lnTo>
                  <a:pt x="3760" y="1800"/>
                </a:lnTo>
                <a:lnTo>
                  <a:pt x="3753" y="1795"/>
                </a:lnTo>
                <a:lnTo>
                  <a:pt x="3748" y="1788"/>
                </a:lnTo>
                <a:lnTo>
                  <a:pt x="3742" y="1781"/>
                </a:lnTo>
                <a:lnTo>
                  <a:pt x="3737" y="1772"/>
                </a:lnTo>
                <a:lnTo>
                  <a:pt x="3734" y="1765"/>
                </a:lnTo>
                <a:lnTo>
                  <a:pt x="3730" y="1756"/>
                </a:lnTo>
                <a:lnTo>
                  <a:pt x="3728" y="1747"/>
                </a:lnTo>
                <a:lnTo>
                  <a:pt x="3727" y="1737"/>
                </a:lnTo>
                <a:lnTo>
                  <a:pt x="3726" y="1728"/>
                </a:lnTo>
                <a:close/>
                <a:moveTo>
                  <a:pt x="1529" y="3594"/>
                </a:moveTo>
                <a:lnTo>
                  <a:pt x="1529" y="3594"/>
                </a:lnTo>
                <a:lnTo>
                  <a:pt x="1529" y="3584"/>
                </a:lnTo>
                <a:lnTo>
                  <a:pt x="1531" y="3575"/>
                </a:lnTo>
                <a:lnTo>
                  <a:pt x="1533" y="3566"/>
                </a:lnTo>
                <a:lnTo>
                  <a:pt x="1536" y="3557"/>
                </a:lnTo>
                <a:lnTo>
                  <a:pt x="1540" y="3549"/>
                </a:lnTo>
                <a:lnTo>
                  <a:pt x="1545" y="3542"/>
                </a:lnTo>
                <a:lnTo>
                  <a:pt x="1550" y="3534"/>
                </a:lnTo>
                <a:lnTo>
                  <a:pt x="1556" y="3528"/>
                </a:lnTo>
                <a:lnTo>
                  <a:pt x="1563" y="3521"/>
                </a:lnTo>
                <a:lnTo>
                  <a:pt x="1570" y="3515"/>
                </a:lnTo>
                <a:lnTo>
                  <a:pt x="1578" y="3511"/>
                </a:lnTo>
                <a:lnTo>
                  <a:pt x="1586" y="3507"/>
                </a:lnTo>
                <a:lnTo>
                  <a:pt x="1595" y="3504"/>
                </a:lnTo>
                <a:lnTo>
                  <a:pt x="1603" y="3501"/>
                </a:lnTo>
                <a:lnTo>
                  <a:pt x="1613" y="3500"/>
                </a:lnTo>
                <a:lnTo>
                  <a:pt x="1623" y="3500"/>
                </a:lnTo>
                <a:lnTo>
                  <a:pt x="1633" y="3500"/>
                </a:lnTo>
                <a:lnTo>
                  <a:pt x="1641" y="3501"/>
                </a:lnTo>
                <a:lnTo>
                  <a:pt x="1651" y="3504"/>
                </a:lnTo>
                <a:lnTo>
                  <a:pt x="1659" y="3507"/>
                </a:lnTo>
                <a:lnTo>
                  <a:pt x="1667" y="3511"/>
                </a:lnTo>
                <a:lnTo>
                  <a:pt x="1674" y="3515"/>
                </a:lnTo>
                <a:lnTo>
                  <a:pt x="1681" y="3521"/>
                </a:lnTo>
                <a:lnTo>
                  <a:pt x="1688" y="3528"/>
                </a:lnTo>
                <a:lnTo>
                  <a:pt x="1694" y="3534"/>
                </a:lnTo>
                <a:lnTo>
                  <a:pt x="1700" y="3542"/>
                </a:lnTo>
                <a:lnTo>
                  <a:pt x="1705" y="3549"/>
                </a:lnTo>
                <a:lnTo>
                  <a:pt x="1709" y="3557"/>
                </a:lnTo>
                <a:lnTo>
                  <a:pt x="1712" y="3566"/>
                </a:lnTo>
                <a:lnTo>
                  <a:pt x="1713" y="3575"/>
                </a:lnTo>
                <a:lnTo>
                  <a:pt x="1715" y="3584"/>
                </a:lnTo>
                <a:lnTo>
                  <a:pt x="1716" y="3594"/>
                </a:lnTo>
                <a:lnTo>
                  <a:pt x="1715" y="3603"/>
                </a:lnTo>
                <a:lnTo>
                  <a:pt x="1713" y="3613"/>
                </a:lnTo>
                <a:lnTo>
                  <a:pt x="1712" y="3621"/>
                </a:lnTo>
                <a:lnTo>
                  <a:pt x="1709" y="3630"/>
                </a:lnTo>
                <a:lnTo>
                  <a:pt x="1705" y="3638"/>
                </a:lnTo>
                <a:lnTo>
                  <a:pt x="1700" y="3647"/>
                </a:lnTo>
                <a:lnTo>
                  <a:pt x="1694" y="3654"/>
                </a:lnTo>
                <a:lnTo>
                  <a:pt x="1688" y="3661"/>
                </a:lnTo>
                <a:lnTo>
                  <a:pt x="1681" y="3666"/>
                </a:lnTo>
                <a:lnTo>
                  <a:pt x="1674" y="3672"/>
                </a:lnTo>
                <a:lnTo>
                  <a:pt x="1667" y="3676"/>
                </a:lnTo>
                <a:lnTo>
                  <a:pt x="1659" y="3680"/>
                </a:lnTo>
                <a:lnTo>
                  <a:pt x="1651" y="3683"/>
                </a:lnTo>
                <a:lnTo>
                  <a:pt x="1641" y="3686"/>
                </a:lnTo>
                <a:lnTo>
                  <a:pt x="1633" y="3687"/>
                </a:lnTo>
                <a:lnTo>
                  <a:pt x="1623" y="3687"/>
                </a:lnTo>
                <a:lnTo>
                  <a:pt x="1613" y="3687"/>
                </a:lnTo>
                <a:lnTo>
                  <a:pt x="1603" y="3686"/>
                </a:lnTo>
                <a:lnTo>
                  <a:pt x="1595" y="3683"/>
                </a:lnTo>
                <a:lnTo>
                  <a:pt x="1586" y="3680"/>
                </a:lnTo>
                <a:lnTo>
                  <a:pt x="1578" y="3676"/>
                </a:lnTo>
                <a:lnTo>
                  <a:pt x="1570" y="3672"/>
                </a:lnTo>
                <a:lnTo>
                  <a:pt x="1563" y="3666"/>
                </a:lnTo>
                <a:lnTo>
                  <a:pt x="1556" y="3661"/>
                </a:lnTo>
                <a:lnTo>
                  <a:pt x="1550" y="3654"/>
                </a:lnTo>
                <a:lnTo>
                  <a:pt x="1545" y="3647"/>
                </a:lnTo>
                <a:lnTo>
                  <a:pt x="1540" y="3638"/>
                </a:lnTo>
                <a:lnTo>
                  <a:pt x="1536" y="3630"/>
                </a:lnTo>
                <a:lnTo>
                  <a:pt x="1533" y="3621"/>
                </a:lnTo>
                <a:lnTo>
                  <a:pt x="1531" y="3613"/>
                </a:lnTo>
                <a:lnTo>
                  <a:pt x="1529" y="3603"/>
                </a:lnTo>
                <a:lnTo>
                  <a:pt x="1529" y="3594"/>
                </a:lnTo>
                <a:close/>
                <a:moveTo>
                  <a:pt x="3202" y="1530"/>
                </a:moveTo>
                <a:lnTo>
                  <a:pt x="3202" y="1531"/>
                </a:lnTo>
                <a:lnTo>
                  <a:pt x="2800" y="1530"/>
                </a:lnTo>
                <a:lnTo>
                  <a:pt x="2799" y="1523"/>
                </a:lnTo>
                <a:lnTo>
                  <a:pt x="2799" y="1509"/>
                </a:lnTo>
                <a:lnTo>
                  <a:pt x="2799" y="1471"/>
                </a:lnTo>
                <a:lnTo>
                  <a:pt x="2800" y="1418"/>
                </a:lnTo>
                <a:lnTo>
                  <a:pt x="3206" y="1418"/>
                </a:lnTo>
                <a:lnTo>
                  <a:pt x="3206" y="1530"/>
                </a:lnTo>
                <a:lnTo>
                  <a:pt x="3202" y="1530"/>
                </a:lnTo>
                <a:close/>
                <a:moveTo>
                  <a:pt x="3726" y="3282"/>
                </a:moveTo>
                <a:lnTo>
                  <a:pt x="3726" y="3282"/>
                </a:lnTo>
                <a:lnTo>
                  <a:pt x="3727" y="3273"/>
                </a:lnTo>
                <a:lnTo>
                  <a:pt x="3728" y="3264"/>
                </a:lnTo>
                <a:lnTo>
                  <a:pt x="3730" y="3254"/>
                </a:lnTo>
                <a:lnTo>
                  <a:pt x="3734" y="3246"/>
                </a:lnTo>
                <a:lnTo>
                  <a:pt x="3737" y="3238"/>
                </a:lnTo>
                <a:lnTo>
                  <a:pt x="3742" y="3231"/>
                </a:lnTo>
                <a:lnTo>
                  <a:pt x="3748" y="3224"/>
                </a:lnTo>
                <a:lnTo>
                  <a:pt x="3753" y="3217"/>
                </a:lnTo>
                <a:lnTo>
                  <a:pt x="3760" y="3211"/>
                </a:lnTo>
                <a:lnTo>
                  <a:pt x="3767" y="3206"/>
                </a:lnTo>
                <a:lnTo>
                  <a:pt x="3776" y="3200"/>
                </a:lnTo>
                <a:lnTo>
                  <a:pt x="3783" y="3196"/>
                </a:lnTo>
                <a:lnTo>
                  <a:pt x="3793" y="3193"/>
                </a:lnTo>
                <a:lnTo>
                  <a:pt x="3801" y="3192"/>
                </a:lnTo>
                <a:lnTo>
                  <a:pt x="3811" y="3190"/>
                </a:lnTo>
                <a:lnTo>
                  <a:pt x="3820" y="3189"/>
                </a:lnTo>
                <a:lnTo>
                  <a:pt x="3829" y="3190"/>
                </a:lnTo>
                <a:lnTo>
                  <a:pt x="3839" y="3192"/>
                </a:lnTo>
                <a:lnTo>
                  <a:pt x="3847" y="3193"/>
                </a:lnTo>
                <a:lnTo>
                  <a:pt x="3857" y="3196"/>
                </a:lnTo>
                <a:lnTo>
                  <a:pt x="3865" y="3200"/>
                </a:lnTo>
                <a:lnTo>
                  <a:pt x="3872" y="3206"/>
                </a:lnTo>
                <a:lnTo>
                  <a:pt x="3879" y="3211"/>
                </a:lnTo>
                <a:lnTo>
                  <a:pt x="3886" y="3217"/>
                </a:lnTo>
                <a:lnTo>
                  <a:pt x="3892" y="3224"/>
                </a:lnTo>
                <a:lnTo>
                  <a:pt x="3897" y="3231"/>
                </a:lnTo>
                <a:lnTo>
                  <a:pt x="3903" y="3238"/>
                </a:lnTo>
                <a:lnTo>
                  <a:pt x="3906" y="3246"/>
                </a:lnTo>
                <a:lnTo>
                  <a:pt x="3910" y="3254"/>
                </a:lnTo>
                <a:lnTo>
                  <a:pt x="3911" y="3264"/>
                </a:lnTo>
                <a:lnTo>
                  <a:pt x="3913" y="3273"/>
                </a:lnTo>
                <a:lnTo>
                  <a:pt x="3914" y="3282"/>
                </a:lnTo>
                <a:lnTo>
                  <a:pt x="3913" y="3292"/>
                </a:lnTo>
                <a:lnTo>
                  <a:pt x="3911" y="3302"/>
                </a:lnTo>
                <a:lnTo>
                  <a:pt x="3910" y="3310"/>
                </a:lnTo>
                <a:lnTo>
                  <a:pt x="3906" y="3319"/>
                </a:lnTo>
                <a:lnTo>
                  <a:pt x="3903" y="3327"/>
                </a:lnTo>
                <a:lnTo>
                  <a:pt x="3897" y="3335"/>
                </a:lnTo>
                <a:lnTo>
                  <a:pt x="3892" y="3342"/>
                </a:lnTo>
                <a:lnTo>
                  <a:pt x="3886" y="3349"/>
                </a:lnTo>
                <a:lnTo>
                  <a:pt x="3879" y="3355"/>
                </a:lnTo>
                <a:lnTo>
                  <a:pt x="3872" y="3360"/>
                </a:lnTo>
                <a:lnTo>
                  <a:pt x="3865" y="3365"/>
                </a:lnTo>
                <a:lnTo>
                  <a:pt x="3857" y="3369"/>
                </a:lnTo>
                <a:lnTo>
                  <a:pt x="3847" y="3372"/>
                </a:lnTo>
                <a:lnTo>
                  <a:pt x="3839" y="3374"/>
                </a:lnTo>
                <a:lnTo>
                  <a:pt x="3829" y="3376"/>
                </a:lnTo>
                <a:lnTo>
                  <a:pt x="3820" y="3376"/>
                </a:lnTo>
                <a:lnTo>
                  <a:pt x="3811" y="3376"/>
                </a:lnTo>
                <a:lnTo>
                  <a:pt x="3801" y="3374"/>
                </a:lnTo>
                <a:lnTo>
                  <a:pt x="3793" y="3372"/>
                </a:lnTo>
                <a:lnTo>
                  <a:pt x="3783" y="3369"/>
                </a:lnTo>
                <a:lnTo>
                  <a:pt x="3776" y="3365"/>
                </a:lnTo>
                <a:lnTo>
                  <a:pt x="3767" y="3360"/>
                </a:lnTo>
                <a:lnTo>
                  <a:pt x="3760" y="3355"/>
                </a:lnTo>
                <a:lnTo>
                  <a:pt x="3753" y="3349"/>
                </a:lnTo>
                <a:lnTo>
                  <a:pt x="3748" y="3342"/>
                </a:lnTo>
                <a:lnTo>
                  <a:pt x="3742" y="3335"/>
                </a:lnTo>
                <a:lnTo>
                  <a:pt x="3737" y="3327"/>
                </a:lnTo>
                <a:lnTo>
                  <a:pt x="3734" y="3319"/>
                </a:lnTo>
                <a:lnTo>
                  <a:pt x="3730" y="3310"/>
                </a:lnTo>
                <a:lnTo>
                  <a:pt x="3728" y="3302"/>
                </a:lnTo>
                <a:lnTo>
                  <a:pt x="3727" y="3292"/>
                </a:lnTo>
                <a:lnTo>
                  <a:pt x="3726" y="3282"/>
                </a:lnTo>
                <a:close/>
                <a:moveTo>
                  <a:pt x="3726" y="3594"/>
                </a:moveTo>
                <a:lnTo>
                  <a:pt x="3726" y="3594"/>
                </a:lnTo>
                <a:lnTo>
                  <a:pt x="3727" y="3584"/>
                </a:lnTo>
                <a:lnTo>
                  <a:pt x="3728" y="3575"/>
                </a:lnTo>
                <a:lnTo>
                  <a:pt x="3730" y="3566"/>
                </a:lnTo>
                <a:lnTo>
                  <a:pt x="3734" y="3557"/>
                </a:lnTo>
                <a:lnTo>
                  <a:pt x="3737" y="3549"/>
                </a:lnTo>
                <a:lnTo>
                  <a:pt x="3742" y="3542"/>
                </a:lnTo>
                <a:lnTo>
                  <a:pt x="3748" y="3534"/>
                </a:lnTo>
                <a:lnTo>
                  <a:pt x="3753" y="3528"/>
                </a:lnTo>
                <a:lnTo>
                  <a:pt x="3760" y="3521"/>
                </a:lnTo>
                <a:lnTo>
                  <a:pt x="3767" y="3515"/>
                </a:lnTo>
                <a:lnTo>
                  <a:pt x="3776" y="3511"/>
                </a:lnTo>
                <a:lnTo>
                  <a:pt x="3783" y="3507"/>
                </a:lnTo>
                <a:lnTo>
                  <a:pt x="3793" y="3504"/>
                </a:lnTo>
                <a:lnTo>
                  <a:pt x="3801" y="3501"/>
                </a:lnTo>
                <a:lnTo>
                  <a:pt x="3811" y="3500"/>
                </a:lnTo>
                <a:lnTo>
                  <a:pt x="3820" y="3500"/>
                </a:lnTo>
                <a:lnTo>
                  <a:pt x="3829" y="3500"/>
                </a:lnTo>
                <a:lnTo>
                  <a:pt x="3839" y="3501"/>
                </a:lnTo>
                <a:lnTo>
                  <a:pt x="3847" y="3504"/>
                </a:lnTo>
                <a:lnTo>
                  <a:pt x="3857" y="3507"/>
                </a:lnTo>
                <a:lnTo>
                  <a:pt x="3865" y="3511"/>
                </a:lnTo>
                <a:lnTo>
                  <a:pt x="3872" y="3515"/>
                </a:lnTo>
                <a:lnTo>
                  <a:pt x="3879" y="3521"/>
                </a:lnTo>
                <a:lnTo>
                  <a:pt x="3886" y="3528"/>
                </a:lnTo>
                <a:lnTo>
                  <a:pt x="3892" y="3534"/>
                </a:lnTo>
                <a:lnTo>
                  <a:pt x="3897" y="3542"/>
                </a:lnTo>
                <a:lnTo>
                  <a:pt x="3903" y="3549"/>
                </a:lnTo>
                <a:lnTo>
                  <a:pt x="3906" y="3557"/>
                </a:lnTo>
                <a:lnTo>
                  <a:pt x="3910" y="3566"/>
                </a:lnTo>
                <a:lnTo>
                  <a:pt x="3911" y="3575"/>
                </a:lnTo>
                <a:lnTo>
                  <a:pt x="3913" y="3584"/>
                </a:lnTo>
                <a:lnTo>
                  <a:pt x="3914" y="3594"/>
                </a:lnTo>
                <a:lnTo>
                  <a:pt x="3913" y="3603"/>
                </a:lnTo>
                <a:lnTo>
                  <a:pt x="3911" y="3613"/>
                </a:lnTo>
                <a:lnTo>
                  <a:pt x="3910" y="3621"/>
                </a:lnTo>
                <a:lnTo>
                  <a:pt x="3906" y="3630"/>
                </a:lnTo>
                <a:lnTo>
                  <a:pt x="3903" y="3638"/>
                </a:lnTo>
                <a:lnTo>
                  <a:pt x="3897" y="3647"/>
                </a:lnTo>
                <a:lnTo>
                  <a:pt x="3892" y="3654"/>
                </a:lnTo>
                <a:lnTo>
                  <a:pt x="3886" y="3661"/>
                </a:lnTo>
                <a:lnTo>
                  <a:pt x="3879" y="3666"/>
                </a:lnTo>
                <a:lnTo>
                  <a:pt x="3872" y="3672"/>
                </a:lnTo>
                <a:lnTo>
                  <a:pt x="3865" y="3676"/>
                </a:lnTo>
                <a:lnTo>
                  <a:pt x="3857" y="3680"/>
                </a:lnTo>
                <a:lnTo>
                  <a:pt x="3847" y="3683"/>
                </a:lnTo>
                <a:lnTo>
                  <a:pt x="3839" y="3686"/>
                </a:lnTo>
                <a:lnTo>
                  <a:pt x="3829" y="3687"/>
                </a:lnTo>
                <a:lnTo>
                  <a:pt x="3820" y="3687"/>
                </a:lnTo>
                <a:lnTo>
                  <a:pt x="3811" y="3687"/>
                </a:lnTo>
                <a:lnTo>
                  <a:pt x="3801" y="3686"/>
                </a:lnTo>
                <a:lnTo>
                  <a:pt x="3793" y="3683"/>
                </a:lnTo>
                <a:lnTo>
                  <a:pt x="3783" y="3680"/>
                </a:lnTo>
                <a:lnTo>
                  <a:pt x="3776" y="3676"/>
                </a:lnTo>
                <a:lnTo>
                  <a:pt x="3767" y="3672"/>
                </a:lnTo>
                <a:lnTo>
                  <a:pt x="3760" y="3666"/>
                </a:lnTo>
                <a:lnTo>
                  <a:pt x="3753" y="3661"/>
                </a:lnTo>
                <a:lnTo>
                  <a:pt x="3748" y="3654"/>
                </a:lnTo>
                <a:lnTo>
                  <a:pt x="3742" y="3647"/>
                </a:lnTo>
                <a:lnTo>
                  <a:pt x="3737" y="3638"/>
                </a:lnTo>
                <a:lnTo>
                  <a:pt x="3734" y="3630"/>
                </a:lnTo>
                <a:lnTo>
                  <a:pt x="3730" y="3621"/>
                </a:lnTo>
                <a:lnTo>
                  <a:pt x="3728" y="3613"/>
                </a:lnTo>
                <a:lnTo>
                  <a:pt x="3727" y="3603"/>
                </a:lnTo>
                <a:lnTo>
                  <a:pt x="3726" y="3594"/>
                </a:lnTo>
                <a:close/>
                <a:moveTo>
                  <a:pt x="3726" y="3905"/>
                </a:moveTo>
                <a:lnTo>
                  <a:pt x="3726" y="3905"/>
                </a:lnTo>
                <a:lnTo>
                  <a:pt x="3727" y="3895"/>
                </a:lnTo>
                <a:lnTo>
                  <a:pt x="3728" y="3885"/>
                </a:lnTo>
                <a:lnTo>
                  <a:pt x="3730" y="3877"/>
                </a:lnTo>
                <a:lnTo>
                  <a:pt x="3734" y="3868"/>
                </a:lnTo>
                <a:lnTo>
                  <a:pt x="3737" y="3860"/>
                </a:lnTo>
                <a:lnTo>
                  <a:pt x="3742" y="3852"/>
                </a:lnTo>
                <a:lnTo>
                  <a:pt x="3748" y="3845"/>
                </a:lnTo>
                <a:lnTo>
                  <a:pt x="3753" y="3838"/>
                </a:lnTo>
                <a:lnTo>
                  <a:pt x="3760" y="3832"/>
                </a:lnTo>
                <a:lnTo>
                  <a:pt x="3767" y="3827"/>
                </a:lnTo>
                <a:lnTo>
                  <a:pt x="3776" y="3822"/>
                </a:lnTo>
                <a:lnTo>
                  <a:pt x="3783" y="3818"/>
                </a:lnTo>
                <a:lnTo>
                  <a:pt x="3793" y="3815"/>
                </a:lnTo>
                <a:lnTo>
                  <a:pt x="3801" y="3813"/>
                </a:lnTo>
                <a:lnTo>
                  <a:pt x="3811" y="3811"/>
                </a:lnTo>
                <a:lnTo>
                  <a:pt x="3820" y="3811"/>
                </a:lnTo>
                <a:lnTo>
                  <a:pt x="3829" y="3811"/>
                </a:lnTo>
                <a:lnTo>
                  <a:pt x="3839" y="3813"/>
                </a:lnTo>
                <a:lnTo>
                  <a:pt x="3847" y="3815"/>
                </a:lnTo>
                <a:lnTo>
                  <a:pt x="3857" y="3818"/>
                </a:lnTo>
                <a:lnTo>
                  <a:pt x="3865" y="3822"/>
                </a:lnTo>
                <a:lnTo>
                  <a:pt x="3872" y="3827"/>
                </a:lnTo>
                <a:lnTo>
                  <a:pt x="3879" y="3832"/>
                </a:lnTo>
                <a:lnTo>
                  <a:pt x="3886" y="3838"/>
                </a:lnTo>
                <a:lnTo>
                  <a:pt x="3892" y="3845"/>
                </a:lnTo>
                <a:lnTo>
                  <a:pt x="3897" y="3852"/>
                </a:lnTo>
                <a:lnTo>
                  <a:pt x="3903" y="3860"/>
                </a:lnTo>
                <a:lnTo>
                  <a:pt x="3906" y="3868"/>
                </a:lnTo>
                <a:lnTo>
                  <a:pt x="3910" y="3877"/>
                </a:lnTo>
                <a:lnTo>
                  <a:pt x="3911" y="3885"/>
                </a:lnTo>
                <a:lnTo>
                  <a:pt x="3913" y="3895"/>
                </a:lnTo>
                <a:lnTo>
                  <a:pt x="3914" y="3905"/>
                </a:lnTo>
                <a:lnTo>
                  <a:pt x="3913" y="3915"/>
                </a:lnTo>
                <a:lnTo>
                  <a:pt x="3911" y="3923"/>
                </a:lnTo>
                <a:lnTo>
                  <a:pt x="3910" y="3933"/>
                </a:lnTo>
                <a:lnTo>
                  <a:pt x="3906" y="3941"/>
                </a:lnTo>
                <a:lnTo>
                  <a:pt x="3903" y="3949"/>
                </a:lnTo>
                <a:lnTo>
                  <a:pt x="3897" y="3956"/>
                </a:lnTo>
                <a:lnTo>
                  <a:pt x="3892" y="3965"/>
                </a:lnTo>
                <a:lnTo>
                  <a:pt x="3886" y="3970"/>
                </a:lnTo>
                <a:lnTo>
                  <a:pt x="3879" y="3977"/>
                </a:lnTo>
                <a:lnTo>
                  <a:pt x="3872" y="3983"/>
                </a:lnTo>
                <a:lnTo>
                  <a:pt x="3865" y="3987"/>
                </a:lnTo>
                <a:lnTo>
                  <a:pt x="3857" y="3991"/>
                </a:lnTo>
                <a:lnTo>
                  <a:pt x="3847" y="3994"/>
                </a:lnTo>
                <a:lnTo>
                  <a:pt x="3839" y="3997"/>
                </a:lnTo>
                <a:lnTo>
                  <a:pt x="3829" y="3998"/>
                </a:lnTo>
                <a:lnTo>
                  <a:pt x="3820" y="3998"/>
                </a:lnTo>
                <a:lnTo>
                  <a:pt x="3811" y="3998"/>
                </a:lnTo>
                <a:lnTo>
                  <a:pt x="3801" y="3997"/>
                </a:lnTo>
                <a:lnTo>
                  <a:pt x="3793" y="3994"/>
                </a:lnTo>
                <a:lnTo>
                  <a:pt x="3783" y="3991"/>
                </a:lnTo>
                <a:lnTo>
                  <a:pt x="3776" y="3987"/>
                </a:lnTo>
                <a:lnTo>
                  <a:pt x="3767" y="3983"/>
                </a:lnTo>
                <a:lnTo>
                  <a:pt x="3760" y="3977"/>
                </a:lnTo>
                <a:lnTo>
                  <a:pt x="3753" y="3970"/>
                </a:lnTo>
                <a:lnTo>
                  <a:pt x="3748" y="3965"/>
                </a:lnTo>
                <a:lnTo>
                  <a:pt x="3742" y="3956"/>
                </a:lnTo>
                <a:lnTo>
                  <a:pt x="3737" y="3949"/>
                </a:lnTo>
                <a:lnTo>
                  <a:pt x="3734" y="3941"/>
                </a:lnTo>
                <a:lnTo>
                  <a:pt x="3730" y="3933"/>
                </a:lnTo>
                <a:lnTo>
                  <a:pt x="3728" y="3923"/>
                </a:lnTo>
                <a:lnTo>
                  <a:pt x="3727" y="3915"/>
                </a:lnTo>
                <a:lnTo>
                  <a:pt x="3726" y="3905"/>
                </a:lnTo>
                <a:close/>
                <a:moveTo>
                  <a:pt x="2318" y="2446"/>
                </a:moveTo>
                <a:lnTo>
                  <a:pt x="3162" y="2446"/>
                </a:lnTo>
                <a:lnTo>
                  <a:pt x="3162" y="2558"/>
                </a:lnTo>
                <a:lnTo>
                  <a:pt x="2245" y="2558"/>
                </a:lnTo>
                <a:lnTo>
                  <a:pt x="2318" y="2446"/>
                </a:lnTo>
                <a:close/>
                <a:moveTo>
                  <a:pt x="3437" y="1915"/>
                </a:moveTo>
                <a:lnTo>
                  <a:pt x="3437" y="2026"/>
                </a:lnTo>
                <a:lnTo>
                  <a:pt x="2676" y="2026"/>
                </a:lnTo>
                <a:lnTo>
                  <a:pt x="2763" y="1915"/>
                </a:lnTo>
                <a:lnTo>
                  <a:pt x="3437" y="1915"/>
                </a:lnTo>
                <a:close/>
                <a:moveTo>
                  <a:pt x="1136" y="0"/>
                </a:moveTo>
                <a:lnTo>
                  <a:pt x="3479" y="0"/>
                </a:lnTo>
                <a:lnTo>
                  <a:pt x="4306" y="828"/>
                </a:lnTo>
                <a:lnTo>
                  <a:pt x="4306" y="4390"/>
                </a:lnTo>
                <a:lnTo>
                  <a:pt x="3572" y="4390"/>
                </a:lnTo>
                <a:lnTo>
                  <a:pt x="3572" y="4763"/>
                </a:lnTo>
                <a:lnTo>
                  <a:pt x="3194" y="4561"/>
                </a:lnTo>
                <a:lnTo>
                  <a:pt x="2814" y="4763"/>
                </a:lnTo>
                <a:lnTo>
                  <a:pt x="2814" y="4390"/>
                </a:lnTo>
                <a:lnTo>
                  <a:pt x="1136" y="4390"/>
                </a:lnTo>
                <a:lnTo>
                  <a:pt x="1136" y="3667"/>
                </a:lnTo>
                <a:lnTo>
                  <a:pt x="978" y="3825"/>
                </a:lnTo>
                <a:lnTo>
                  <a:pt x="971" y="3832"/>
                </a:lnTo>
                <a:lnTo>
                  <a:pt x="964" y="3838"/>
                </a:lnTo>
                <a:lnTo>
                  <a:pt x="956" y="3842"/>
                </a:lnTo>
                <a:lnTo>
                  <a:pt x="949" y="3846"/>
                </a:lnTo>
                <a:lnTo>
                  <a:pt x="931" y="3852"/>
                </a:lnTo>
                <a:lnTo>
                  <a:pt x="922" y="3853"/>
                </a:lnTo>
                <a:lnTo>
                  <a:pt x="914" y="3853"/>
                </a:lnTo>
                <a:lnTo>
                  <a:pt x="904" y="3853"/>
                </a:lnTo>
                <a:lnTo>
                  <a:pt x="896" y="3852"/>
                </a:lnTo>
                <a:lnTo>
                  <a:pt x="887" y="3850"/>
                </a:lnTo>
                <a:lnTo>
                  <a:pt x="880" y="3848"/>
                </a:lnTo>
                <a:lnTo>
                  <a:pt x="872" y="3843"/>
                </a:lnTo>
                <a:lnTo>
                  <a:pt x="865" y="3839"/>
                </a:lnTo>
                <a:lnTo>
                  <a:pt x="860" y="3832"/>
                </a:lnTo>
                <a:lnTo>
                  <a:pt x="854" y="3825"/>
                </a:lnTo>
                <a:lnTo>
                  <a:pt x="0" y="2579"/>
                </a:lnTo>
                <a:lnTo>
                  <a:pt x="247" y="2332"/>
                </a:lnTo>
                <a:lnTo>
                  <a:pt x="1359" y="3433"/>
                </a:lnTo>
                <a:lnTo>
                  <a:pt x="1359" y="4167"/>
                </a:lnTo>
                <a:lnTo>
                  <a:pt x="2814" y="4167"/>
                </a:lnTo>
                <a:lnTo>
                  <a:pt x="2814" y="4008"/>
                </a:lnTo>
                <a:lnTo>
                  <a:pt x="2792" y="3977"/>
                </a:lnTo>
                <a:lnTo>
                  <a:pt x="2771" y="3944"/>
                </a:lnTo>
                <a:lnTo>
                  <a:pt x="2754" y="3909"/>
                </a:lnTo>
                <a:lnTo>
                  <a:pt x="2739" y="3873"/>
                </a:lnTo>
                <a:lnTo>
                  <a:pt x="2728" y="3834"/>
                </a:lnTo>
                <a:lnTo>
                  <a:pt x="2724" y="3815"/>
                </a:lnTo>
                <a:lnTo>
                  <a:pt x="2720" y="3794"/>
                </a:lnTo>
                <a:lnTo>
                  <a:pt x="2717" y="3775"/>
                </a:lnTo>
                <a:lnTo>
                  <a:pt x="2714" y="3755"/>
                </a:lnTo>
                <a:lnTo>
                  <a:pt x="2714" y="3734"/>
                </a:lnTo>
                <a:lnTo>
                  <a:pt x="2713" y="3714"/>
                </a:lnTo>
                <a:lnTo>
                  <a:pt x="2714" y="3688"/>
                </a:lnTo>
                <a:lnTo>
                  <a:pt x="2715" y="3665"/>
                </a:lnTo>
                <a:lnTo>
                  <a:pt x="2718" y="3641"/>
                </a:lnTo>
                <a:lnTo>
                  <a:pt x="2722" y="3617"/>
                </a:lnTo>
                <a:lnTo>
                  <a:pt x="2728" y="3594"/>
                </a:lnTo>
                <a:lnTo>
                  <a:pt x="2735" y="3571"/>
                </a:lnTo>
                <a:lnTo>
                  <a:pt x="2742" y="3549"/>
                </a:lnTo>
                <a:lnTo>
                  <a:pt x="2750" y="3527"/>
                </a:lnTo>
                <a:lnTo>
                  <a:pt x="2760" y="3506"/>
                </a:lnTo>
                <a:lnTo>
                  <a:pt x="2771" y="3485"/>
                </a:lnTo>
                <a:lnTo>
                  <a:pt x="2782" y="3464"/>
                </a:lnTo>
                <a:lnTo>
                  <a:pt x="2795" y="3444"/>
                </a:lnTo>
                <a:lnTo>
                  <a:pt x="2809" y="3426"/>
                </a:lnTo>
                <a:lnTo>
                  <a:pt x="2823" y="3408"/>
                </a:lnTo>
                <a:lnTo>
                  <a:pt x="2838" y="3390"/>
                </a:lnTo>
                <a:lnTo>
                  <a:pt x="2853" y="3373"/>
                </a:lnTo>
                <a:lnTo>
                  <a:pt x="2870" y="3358"/>
                </a:lnTo>
                <a:lnTo>
                  <a:pt x="2888" y="3342"/>
                </a:lnTo>
                <a:lnTo>
                  <a:pt x="2906" y="3328"/>
                </a:lnTo>
                <a:lnTo>
                  <a:pt x="2925" y="3314"/>
                </a:lnTo>
                <a:lnTo>
                  <a:pt x="2944" y="3302"/>
                </a:lnTo>
                <a:lnTo>
                  <a:pt x="2964" y="3291"/>
                </a:lnTo>
                <a:lnTo>
                  <a:pt x="2985" y="3281"/>
                </a:lnTo>
                <a:lnTo>
                  <a:pt x="3007" y="3271"/>
                </a:lnTo>
                <a:lnTo>
                  <a:pt x="3028" y="3261"/>
                </a:lnTo>
                <a:lnTo>
                  <a:pt x="3050" y="3254"/>
                </a:lnTo>
                <a:lnTo>
                  <a:pt x="3074" y="3247"/>
                </a:lnTo>
                <a:lnTo>
                  <a:pt x="3096" y="3243"/>
                </a:lnTo>
                <a:lnTo>
                  <a:pt x="3120" y="3239"/>
                </a:lnTo>
                <a:lnTo>
                  <a:pt x="3144" y="3235"/>
                </a:lnTo>
                <a:lnTo>
                  <a:pt x="3169" y="3233"/>
                </a:lnTo>
                <a:lnTo>
                  <a:pt x="3194" y="3233"/>
                </a:lnTo>
                <a:lnTo>
                  <a:pt x="3218" y="3233"/>
                </a:lnTo>
                <a:lnTo>
                  <a:pt x="3243" y="3235"/>
                </a:lnTo>
                <a:lnTo>
                  <a:pt x="3266" y="3239"/>
                </a:lnTo>
                <a:lnTo>
                  <a:pt x="3290" y="3243"/>
                </a:lnTo>
                <a:lnTo>
                  <a:pt x="3314" y="3247"/>
                </a:lnTo>
                <a:lnTo>
                  <a:pt x="3336" y="3254"/>
                </a:lnTo>
                <a:lnTo>
                  <a:pt x="3359" y="3261"/>
                </a:lnTo>
                <a:lnTo>
                  <a:pt x="3381" y="3271"/>
                </a:lnTo>
                <a:lnTo>
                  <a:pt x="3402" y="3281"/>
                </a:lnTo>
                <a:lnTo>
                  <a:pt x="3423" y="3291"/>
                </a:lnTo>
                <a:lnTo>
                  <a:pt x="3442" y="3302"/>
                </a:lnTo>
                <a:lnTo>
                  <a:pt x="3462" y="3314"/>
                </a:lnTo>
                <a:lnTo>
                  <a:pt x="3481" y="3328"/>
                </a:lnTo>
                <a:lnTo>
                  <a:pt x="3499" y="3342"/>
                </a:lnTo>
                <a:lnTo>
                  <a:pt x="3516" y="3358"/>
                </a:lnTo>
                <a:lnTo>
                  <a:pt x="3533" y="3373"/>
                </a:lnTo>
                <a:lnTo>
                  <a:pt x="3548" y="3390"/>
                </a:lnTo>
                <a:lnTo>
                  <a:pt x="3564" y="3408"/>
                </a:lnTo>
                <a:lnTo>
                  <a:pt x="3579" y="3426"/>
                </a:lnTo>
                <a:lnTo>
                  <a:pt x="3592" y="3444"/>
                </a:lnTo>
                <a:lnTo>
                  <a:pt x="3604" y="3464"/>
                </a:lnTo>
                <a:lnTo>
                  <a:pt x="3615" y="3485"/>
                </a:lnTo>
                <a:lnTo>
                  <a:pt x="3626" y="3506"/>
                </a:lnTo>
                <a:lnTo>
                  <a:pt x="3636" y="3527"/>
                </a:lnTo>
                <a:lnTo>
                  <a:pt x="3645" y="3549"/>
                </a:lnTo>
                <a:lnTo>
                  <a:pt x="3652" y="3571"/>
                </a:lnTo>
                <a:lnTo>
                  <a:pt x="3659" y="3594"/>
                </a:lnTo>
                <a:lnTo>
                  <a:pt x="3664" y="3617"/>
                </a:lnTo>
                <a:lnTo>
                  <a:pt x="3668" y="3641"/>
                </a:lnTo>
                <a:lnTo>
                  <a:pt x="3671" y="3665"/>
                </a:lnTo>
                <a:lnTo>
                  <a:pt x="3673" y="3688"/>
                </a:lnTo>
                <a:lnTo>
                  <a:pt x="3674" y="3714"/>
                </a:lnTo>
                <a:lnTo>
                  <a:pt x="3674" y="3734"/>
                </a:lnTo>
                <a:lnTo>
                  <a:pt x="3673" y="3755"/>
                </a:lnTo>
                <a:lnTo>
                  <a:pt x="3670" y="3775"/>
                </a:lnTo>
                <a:lnTo>
                  <a:pt x="3667" y="3794"/>
                </a:lnTo>
                <a:lnTo>
                  <a:pt x="3663" y="3815"/>
                </a:lnTo>
                <a:lnTo>
                  <a:pt x="3659" y="3834"/>
                </a:lnTo>
                <a:lnTo>
                  <a:pt x="3647" y="3873"/>
                </a:lnTo>
                <a:lnTo>
                  <a:pt x="3632" y="3909"/>
                </a:lnTo>
                <a:lnTo>
                  <a:pt x="3615" y="3944"/>
                </a:lnTo>
                <a:lnTo>
                  <a:pt x="3596" y="3977"/>
                </a:lnTo>
                <a:lnTo>
                  <a:pt x="3572" y="4008"/>
                </a:lnTo>
                <a:lnTo>
                  <a:pt x="3572" y="4167"/>
                </a:lnTo>
                <a:lnTo>
                  <a:pt x="4083" y="4167"/>
                </a:lnTo>
                <a:lnTo>
                  <a:pt x="4083" y="2931"/>
                </a:lnTo>
                <a:lnTo>
                  <a:pt x="4083" y="2573"/>
                </a:lnTo>
                <a:lnTo>
                  <a:pt x="4083" y="988"/>
                </a:lnTo>
                <a:lnTo>
                  <a:pt x="3326" y="988"/>
                </a:lnTo>
                <a:lnTo>
                  <a:pt x="3326" y="223"/>
                </a:lnTo>
                <a:lnTo>
                  <a:pt x="1359" y="223"/>
                </a:lnTo>
                <a:lnTo>
                  <a:pt x="1359" y="1387"/>
                </a:lnTo>
                <a:lnTo>
                  <a:pt x="1136" y="1511"/>
                </a:lnTo>
                <a:lnTo>
                  <a:pt x="1136" y="0"/>
                </a:lnTo>
                <a:close/>
                <a:moveTo>
                  <a:pt x="3438" y="275"/>
                </a:moveTo>
                <a:lnTo>
                  <a:pt x="3438" y="876"/>
                </a:lnTo>
                <a:lnTo>
                  <a:pt x="4039" y="876"/>
                </a:lnTo>
                <a:lnTo>
                  <a:pt x="3438" y="275"/>
                </a:lnTo>
                <a:close/>
                <a:moveTo>
                  <a:pt x="2838" y="3814"/>
                </a:moveTo>
                <a:lnTo>
                  <a:pt x="2838" y="3814"/>
                </a:lnTo>
                <a:lnTo>
                  <a:pt x="2848" y="3842"/>
                </a:lnTo>
                <a:lnTo>
                  <a:pt x="2859" y="3870"/>
                </a:lnTo>
                <a:lnTo>
                  <a:pt x="2873" y="3896"/>
                </a:lnTo>
                <a:lnTo>
                  <a:pt x="2888" y="3921"/>
                </a:lnTo>
                <a:lnTo>
                  <a:pt x="2906" y="3945"/>
                </a:lnTo>
                <a:lnTo>
                  <a:pt x="2925" y="3968"/>
                </a:lnTo>
                <a:lnTo>
                  <a:pt x="2947" y="3987"/>
                </a:lnTo>
                <a:lnTo>
                  <a:pt x="2969" y="4007"/>
                </a:lnTo>
                <a:lnTo>
                  <a:pt x="2993" y="4023"/>
                </a:lnTo>
                <a:lnTo>
                  <a:pt x="3018" y="4039"/>
                </a:lnTo>
                <a:lnTo>
                  <a:pt x="3045" y="4051"/>
                </a:lnTo>
                <a:lnTo>
                  <a:pt x="3073" y="4062"/>
                </a:lnTo>
                <a:lnTo>
                  <a:pt x="3102" y="4071"/>
                </a:lnTo>
                <a:lnTo>
                  <a:pt x="3131" y="4078"/>
                </a:lnTo>
                <a:lnTo>
                  <a:pt x="3162" y="4081"/>
                </a:lnTo>
                <a:lnTo>
                  <a:pt x="3194" y="4082"/>
                </a:lnTo>
                <a:lnTo>
                  <a:pt x="3227" y="4081"/>
                </a:lnTo>
                <a:lnTo>
                  <a:pt x="3261" y="4076"/>
                </a:lnTo>
                <a:lnTo>
                  <a:pt x="3293" y="4069"/>
                </a:lnTo>
                <a:lnTo>
                  <a:pt x="3324" y="4058"/>
                </a:lnTo>
                <a:lnTo>
                  <a:pt x="3354" y="4046"/>
                </a:lnTo>
                <a:lnTo>
                  <a:pt x="3382" y="4030"/>
                </a:lnTo>
                <a:lnTo>
                  <a:pt x="3409" y="4012"/>
                </a:lnTo>
                <a:lnTo>
                  <a:pt x="3434" y="3993"/>
                </a:lnTo>
                <a:lnTo>
                  <a:pt x="3458" y="3970"/>
                </a:lnTo>
                <a:lnTo>
                  <a:pt x="3479" y="3947"/>
                </a:lnTo>
                <a:lnTo>
                  <a:pt x="3498" y="3921"/>
                </a:lnTo>
                <a:lnTo>
                  <a:pt x="3515" y="3894"/>
                </a:lnTo>
                <a:lnTo>
                  <a:pt x="3530" y="3866"/>
                </a:lnTo>
                <a:lnTo>
                  <a:pt x="3541" y="3835"/>
                </a:lnTo>
                <a:lnTo>
                  <a:pt x="3551" y="3803"/>
                </a:lnTo>
                <a:lnTo>
                  <a:pt x="3558" y="3771"/>
                </a:lnTo>
                <a:lnTo>
                  <a:pt x="3561" y="3743"/>
                </a:lnTo>
                <a:lnTo>
                  <a:pt x="3562" y="3714"/>
                </a:lnTo>
                <a:lnTo>
                  <a:pt x="3562" y="3694"/>
                </a:lnTo>
                <a:lnTo>
                  <a:pt x="3561" y="3676"/>
                </a:lnTo>
                <a:lnTo>
                  <a:pt x="3558" y="3658"/>
                </a:lnTo>
                <a:lnTo>
                  <a:pt x="3555" y="3640"/>
                </a:lnTo>
                <a:lnTo>
                  <a:pt x="3551" y="3621"/>
                </a:lnTo>
                <a:lnTo>
                  <a:pt x="3546" y="3603"/>
                </a:lnTo>
                <a:lnTo>
                  <a:pt x="3540" y="3587"/>
                </a:lnTo>
                <a:lnTo>
                  <a:pt x="3533" y="3570"/>
                </a:lnTo>
                <a:lnTo>
                  <a:pt x="3526" y="3553"/>
                </a:lnTo>
                <a:lnTo>
                  <a:pt x="3518" y="3538"/>
                </a:lnTo>
                <a:lnTo>
                  <a:pt x="3509" y="3522"/>
                </a:lnTo>
                <a:lnTo>
                  <a:pt x="3499" y="3507"/>
                </a:lnTo>
                <a:lnTo>
                  <a:pt x="3488" y="3493"/>
                </a:lnTo>
                <a:lnTo>
                  <a:pt x="3479" y="3479"/>
                </a:lnTo>
                <a:lnTo>
                  <a:pt x="3466" y="3465"/>
                </a:lnTo>
                <a:lnTo>
                  <a:pt x="3453" y="3453"/>
                </a:lnTo>
                <a:lnTo>
                  <a:pt x="3441" y="3440"/>
                </a:lnTo>
                <a:lnTo>
                  <a:pt x="3428" y="3429"/>
                </a:lnTo>
                <a:lnTo>
                  <a:pt x="3414" y="3418"/>
                </a:lnTo>
                <a:lnTo>
                  <a:pt x="3399" y="3408"/>
                </a:lnTo>
                <a:lnTo>
                  <a:pt x="3385" y="3398"/>
                </a:lnTo>
                <a:lnTo>
                  <a:pt x="3370" y="3390"/>
                </a:lnTo>
                <a:lnTo>
                  <a:pt x="3353" y="3381"/>
                </a:lnTo>
                <a:lnTo>
                  <a:pt x="3336" y="3373"/>
                </a:lnTo>
                <a:lnTo>
                  <a:pt x="3319" y="3367"/>
                </a:lnTo>
                <a:lnTo>
                  <a:pt x="3303" y="3360"/>
                </a:lnTo>
                <a:lnTo>
                  <a:pt x="3286" y="3356"/>
                </a:lnTo>
                <a:lnTo>
                  <a:pt x="3268" y="3352"/>
                </a:lnTo>
                <a:lnTo>
                  <a:pt x="3250" y="3349"/>
                </a:lnTo>
                <a:lnTo>
                  <a:pt x="3232" y="3347"/>
                </a:lnTo>
                <a:lnTo>
                  <a:pt x="3212" y="3345"/>
                </a:lnTo>
                <a:lnTo>
                  <a:pt x="3194" y="3345"/>
                </a:lnTo>
                <a:lnTo>
                  <a:pt x="3174" y="3345"/>
                </a:lnTo>
                <a:lnTo>
                  <a:pt x="3156" y="3347"/>
                </a:lnTo>
                <a:lnTo>
                  <a:pt x="3137" y="3349"/>
                </a:lnTo>
                <a:lnTo>
                  <a:pt x="3119" y="3352"/>
                </a:lnTo>
                <a:lnTo>
                  <a:pt x="3102" y="3356"/>
                </a:lnTo>
                <a:lnTo>
                  <a:pt x="3084" y="3360"/>
                </a:lnTo>
                <a:lnTo>
                  <a:pt x="3067" y="3367"/>
                </a:lnTo>
                <a:lnTo>
                  <a:pt x="3050" y="3373"/>
                </a:lnTo>
                <a:lnTo>
                  <a:pt x="3033" y="3381"/>
                </a:lnTo>
                <a:lnTo>
                  <a:pt x="3018" y="3390"/>
                </a:lnTo>
                <a:lnTo>
                  <a:pt x="3001" y="3398"/>
                </a:lnTo>
                <a:lnTo>
                  <a:pt x="2987" y="3408"/>
                </a:lnTo>
                <a:lnTo>
                  <a:pt x="2972" y="3418"/>
                </a:lnTo>
                <a:lnTo>
                  <a:pt x="2958" y="3429"/>
                </a:lnTo>
                <a:lnTo>
                  <a:pt x="2946" y="3440"/>
                </a:lnTo>
                <a:lnTo>
                  <a:pt x="2933" y="3453"/>
                </a:lnTo>
                <a:lnTo>
                  <a:pt x="2920" y="3465"/>
                </a:lnTo>
                <a:lnTo>
                  <a:pt x="2909" y="3479"/>
                </a:lnTo>
                <a:lnTo>
                  <a:pt x="2898" y="3493"/>
                </a:lnTo>
                <a:lnTo>
                  <a:pt x="2887" y="3507"/>
                </a:lnTo>
                <a:lnTo>
                  <a:pt x="2877" y="3522"/>
                </a:lnTo>
                <a:lnTo>
                  <a:pt x="2869" y="3538"/>
                </a:lnTo>
                <a:lnTo>
                  <a:pt x="2860" y="3553"/>
                </a:lnTo>
                <a:lnTo>
                  <a:pt x="2853" y="3570"/>
                </a:lnTo>
                <a:lnTo>
                  <a:pt x="2846" y="3587"/>
                </a:lnTo>
                <a:lnTo>
                  <a:pt x="2841" y="3603"/>
                </a:lnTo>
                <a:lnTo>
                  <a:pt x="2837" y="3621"/>
                </a:lnTo>
                <a:lnTo>
                  <a:pt x="2833" y="3640"/>
                </a:lnTo>
                <a:lnTo>
                  <a:pt x="2828" y="3658"/>
                </a:lnTo>
                <a:lnTo>
                  <a:pt x="2827" y="3676"/>
                </a:lnTo>
                <a:lnTo>
                  <a:pt x="2826" y="3694"/>
                </a:lnTo>
                <a:lnTo>
                  <a:pt x="2824" y="3714"/>
                </a:lnTo>
                <a:lnTo>
                  <a:pt x="2826" y="3740"/>
                </a:lnTo>
                <a:lnTo>
                  <a:pt x="2828" y="3765"/>
                </a:lnTo>
                <a:lnTo>
                  <a:pt x="2833" y="3790"/>
                </a:lnTo>
                <a:lnTo>
                  <a:pt x="2838" y="3814"/>
                </a:lnTo>
                <a:close/>
                <a:moveTo>
                  <a:pt x="3194" y="3427"/>
                </a:moveTo>
                <a:lnTo>
                  <a:pt x="3194" y="3427"/>
                </a:lnTo>
                <a:lnTo>
                  <a:pt x="3211" y="3427"/>
                </a:lnTo>
                <a:lnTo>
                  <a:pt x="3227" y="3429"/>
                </a:lnTo>
                <a:lnTo>
                  <a:pt x="3244" y="3432"/>
                </a:lnTo>
                <a:lnTo>
                  <a:pt x="3261" y="3436"/>
                </a:lnTo>
                <a:lnTo>
                  <a:pt x="3276" y="3440"/>
                </a:lnTo>
                <a:lnTo>
                  <a:pt x="3292" y="3446"/>
                </a:lnTo>
                <a:lnTo>
                  <a:pt x="3307" y="3451"/>
                </a:lnTo>
                <a:lnTo>
                  <a:pt x="3322" y="3458"/>
                </a:lnTo>
                <a:lnTo>
                  <a:pt x="3336" y="3465"/>
                </a:lnTo>
                <a:lnTo>
                  <a:pt x="3350" y="3474"/>
                </a:lnTo>
                <a:lnTo>
                  <a:pt x="3363" y="3483"/>
                </a:lnTo>
                <a:lnTo>
                  <a:pt x="3375" y="3493"/>
                </a:lnTo>
                <a:lnTo>
                  <a:pt x="3388" y="3504"/>
                </a:lnTo>
                <a:lnTo>
                  <a:pt x="3399" y="3515"/>
                </a:lnTo>
                <a:lnTo>
                  <a:pt x="3410" y="3527"/>
                </a:lnTo>
                <a:lnTo>
                  <a:pt x="3420" y="3539"/>
                </a:lnTo>
                <a:lnTo>
                  <a:pt x="3020" y="3941"/>
                </a:lnTo>
                <a:lnTo>
                  <a:pt x="3007" y="3930"/>
                </a:lnTo>
                <a:lnTo>
                  <a:pt x="2994" y="3920"/>
                </a:lnTo>
                <a:lnTo>
                  <a:pt x="2983" y="3908"/>
                </a:lnTo>
                <a:lnTo>
                  <a:pt x="2973" y="3896"/>
                </a:lnTo>
                <a:lnTo>
                  <a:pt x="2964" y="3884"/>
                </a:lnTo>
                <a:lnTo>
                  <a:pt x="2954" y="3870"/>
                </a:lnTo>
                <a:lnTo>
                  <a:pt x="2946" y="3856"/>
                </a:lnTo>
                <a:lnTo>
                  <a:pt x="2937" y="3842"/>
                </a:lnTo>
                <a:lnTo>
                  <a:pt x="2932" y="3828"/>
                </a:lnTo>
                <a:lnTo>
                  <a:pt x="2925" y="3813"/>
                </a:lnTo>
                <a:lnTo>
                  <a:pt x="2919" y="3797"/>
                </a:lnTo>
                <a:lnTo>
                  <a:pt x="2915" y="3781"/>
                </a:lnTo>
                <a:lnTo>
                  <a:pt x="2912" y="3764"/>
                </a:lnTo>
                <a:lnTo>
                  <a:pt x="2909" y="3747"/>
                </a:lnTo>
                <a:lnTo>
                  <a:pt x="2908" y="3730"/>
                </a:lnTo>
                <a:lnTo>
                  <a:pt x="2908" y="3714"/>
                </a:lnTo>
                <a:lnTo>
                  <a:pt x="2909" y="3684"/>
                </a:lnTo>
                <a:lnTo>
                  <a:pt x="2913" y="3656"/>
                </a:lnTo>
                <a:lnTo>
                  <a:pt x="2920" y="3628"/>
                </a:lnTo>
                <a:lnTo>
                  <a:pt x="2930" y="3602"/>
                </a:lnTo>
                <a:lnTo>
                  <a:pt x="2941" y="3577"/>
                </a:lnTo>
                <a:lnTo>
                  <a:pt x="2957" y="3553"/>
                </a:lnTo>
                <a:lnTo>
                  <a:pt x="2972" y="3532"/>
                </a:lnTo>
                <a:lnTo>
                  <a:pt x="2992" y="3511"/>
                </a:lnTo>
                <a:lnTo>
                  <a:pt x="3011" y="3493"/>
                </a:lnTo>
                <a:lnTo>
                  <a:pt x="3033" y="3476"/>
                </a:lnTo>
                <a:lnTo>
                  <a:pt x="3057" y="3462"/>
                </a:lnTo>
                <a:lnTo>
                  <a:pt x="3082" y="3450"/>
                </a:lnTo>
                <a:lnTo>
                  <a:pt x="3109" y="3440"/>
                </a:lnTo>
                <a:lnTo>
                  <a:pt x="3135" y="3433"/>
                </a:lnTo>
                <a:lnTo>
                  <a:pt x="3165" y="3429"/>
                </a:lnTo>
                <a:lnTo>
                  <a:pt x="3194" y="3427"/>
                </a:lnTo>
                <a:close/>
                <a:moveTo>
                  <a:pt x="1323" y="3229"/>
                </a:moveTo>
                <a:lnTo>
                  <a:pt x="1757" y="3266"/>
                </a:lnTo>
                <a:lnTo>
                  <a:pt x="1787" y="3267"/>
                </a:lnTo>
                <a:lnTo>
                  <a:pt x="1818" y="3264"/>
                </a:lnTo>
                <a:lnTo>
                  <a:pt x="1847" y="3260"/>
                </a:lnTo>
                <a:lnTo>
                  <a:pt x="1874" y="3253"/>
                </a:lnTo>
                <a:lnTo>
                  <a:pt x="1900" y="3243"/>
                </a:lnTo>
                <a:lnTo>
                  <a:pt x="1927" y="3233"/>
                </a:lnTo>
                <a:lnTo>
                  <a:pt x="1977" y="3211"/>
                </a:lnTo>
                <a:lnTo>
                  <a:pt x="2027" y="3187"/>
                </a:lnTo>
                <a:lnTo>
                  <a:pt x="2054" y="3176"/>
                </a:lnTo>
                <a:lnTo>
                  <a:pt x="2080" y="3168"/>
                </a:lnTo>
                <a:lnTo>
                  <a:pt x="2108" y="3160"/>
                </a:lnTo>
                <a:lnTo>
                  <a:pt x="2138" y="3154"/>
                </a:lnTo>
                <a:lnTo>
                  <a:pt x="2168" y="3151"/>
                </a:lnTo>
                <a:lnTo>
                  <a:pt x="2200" y="3150"/>
                </a:lnTo>
                <a:lnTo>
                  <a:pt x="2392" y="3158"/>
                </a:lnTo>
                <a:lnTo>
                  <a:pt x="2387" y="3125"/>
                </a:lnTo>
                <a:lnTo>
                  <a:pt x="2380" y="3093"/>
                </a:lnTo>
                <a:lnTo>
                  <a:pt x="2373" y="3063"/>
                </a:lnTo>
                <a:lnTo>
                  <a:pt x="2368" y="3049"/>
                </a:lnTo>
                <a:lnTo>
                  <a:pt x="2362" y="3035"/>
                </a:lnTo>
                <a:lnTo>
                  <a:pt x="2355" y="3021"/>
                </a:lnTo>
                <a:lnTo>
                  <a:pt x="2348" y="3009"/>
                </a:lnTo>
                <a:lnTo>
                  <a:pt x="2339" y="2998"/>
                </a:lnTo>
                <a:lnTo>
                  <a:pt x="2329" y="2986"/>
                </a:lnTo>
                <a:lnTo>
                  <a:pt x="2316" y="2975"/>
                </a:lnTo>
                <a:lnTo>
                  <a:pt x="2302" y="2967"/>
                </a:lnTo>
                <a:lnTo>
                  <a:pt x="2287" y="2957"/>
                </a:lnTo>
                <a:lnTo>
                  <a:pt x="2269" y="2950"/>
                </a:lnTo>
                <a:lnTo>
                  <a:pt x="1914" y="2816"/>
                </a:lnTo>
                <a:lnTo>
                  <a:pt x="2026" y="2497"/>
                </a:lnTo>
                <a:lnTo>
                  <a:pt x="2361" y="2060"/>
                </a:lnTo>
                <a:lnTo>
                  <a:pt x="2533" y="1835"/>
                </a:lnTo>
                <a:lnTo>
                  <a:pt x="2594" y="1753"/>
                </a:lnTo>
                <a:lnTo>
                  <a:pt x="2602" y="1740"/>
                </a:lnTo>
                <a:lnTo>
                  <a:pt x="2516" y="1585"/>
                </a:lnTo>
                <a:lnTo>
                  <a:pt x="2574" y="1467"/>
                </a:lnTo>
                <a:lnTo>
                  <a:pt x="2474" y="1368"/>
                </a:lnTo>
                <a:lnTo>
                  <a:pt x="2341" y="1411"/>
                </a:lnTo>
                <a:lnTo>
                  <a:pt x="2281" y="1377"/>
                </a:lnTo>
                <a:lnTo>
                  <a:pt x="2240" y="1355"/>
                </a:lnTo>
                <a:lnTo>
                  <a:pt x="2223" y="1345"/>
                </a:lnTo>
                <a:lnTo>
                  <a:pt x="2209" y="1340"/>
                </a:lnTo>
                <a:lnTo>
                  <a:pt x="2196" y="1336"/>
                </a:lnTo>
                <a:lnTo>
                  <a:pt x="2185" y="1334"/>
                </a:lnTo>
                <a:lnTo>
                  <a:pt x="2173" y="1336"/>
                </a:lnTo>
                <a:lnTo>
                  <a:pt x="2160" y="1338"/>
                </a:lnTo>
                <a:lnTo>
                  <a:pt x="2146" y="1343"/>
                </a:lnTo>
                <a:lnTo>
                  <a:pt x="2129" y="1351"/>
                </a:lnTo>
                <a:lnTo>
                  <a:pt x="2086" y="1372"/>
                </a:lnTo>
                <a:lnTo>
                  <a:pt x="2023" y="1403"/>
                </a:lnTo>
                <a:lnTo>
                  <a:pt x="1988" y="1396"/>
                </a:lnTo>
                <a:lnTo>
                  <a:pt x="1955" y="1389"/>
                </a:lnTo>
                <a:lnTo>
                  <a:pt x="1924" y="1382"/>
                </a:lnTo>
                <a:lnTo>
                  <a:pt x="1895" y="1377"/>
                </a:lnTo>
                <a:lnTo>
                  <a:pt x="1880" y="1376"/>
                </a:lnTo>
                <a:lnTo>
                  <a:pt x="1866" y="1376"/>
                </a:lnTo>
                <a:lnTo>
                  <a:pt x="1850" y="1376"/>
                </a:lnTo>
                <a:lnTo>
                  <a:pt x="1836" y="1377"/>
                </a:lnTo>
                <a:lnTo>
                  <a:pt x="1821" y="1380"/>
                </a:lnTo>
                <a:lnTo>
                  <a:pt x="1807" y="1384"/>
                </a:lnTo>
                <a:lnTo>
                  <a:pt x="1792" y="1391"/>
                </a:lnTo>
                <a:lnTo>
                  <a:pt x="1775" y="1398"/>
                </a:lnTo>
                <a:lnTo>
                  <a:pt x="1028" y="1810"/>
                </a:lnTo>
                <a:lnTo>
                  <a:pt x="984" y="1852"/>
                </a:lnTo>
                <a:lnTo>
                  <a:pt x="921" y="1909"/>
                </a:lnTo>
                <a:lnTo>
                  <a:pt x="848" y="1979"/>
                </a:lnTo>
                <a:lnTo>
                  <a:pt x="808" y="2017"/>
                </a:lnTo>
                <a:lnTo>
                  <a:pt x="769" y="2057"/>
                </a:lnTo>
                <a:lnTo>
                  <a:pt x="728" y="2100"/>
                </a:lnTo>
                <a:lnTo>
                  <a:pt x="691" y="2144"/>
                </a:lnTo>
                <a:lnTo>
                  <a:pt x="653" y="2188"/>
                </a:lnTo>
                <a:lnTo>
                  <a:pt x="618" y="2236"/>
                </a:lnTo>
                <a:lnTo>
                  <a:pt x="603" y="2258"/>
                </a:lnTo>
                <a:lnTo>
                  <a:pt x="587" y="2282"/>
                </a:lnTo>
                <a:lnTo>
                  <a:pt x="573" y="2305"/>
                </a:lnTo>
                <a:lnTo>
                  <a:pt x="560" y="2329"/>
                </a:lnTo>
                <a:lnTo>
                  <a:pt x="548" y="2353"/>
                </a:lnTo>
                <a:lnTo>
                  <a:pt x="537" y="2377"/>
                </a:lnTo>
                <a:lnTo>
                  <a:pt x="527" y="2400"/>
                </a:lnTo>
                <a:lnTo>
                  <a:pt x="520" y="2424"/>
                </a:lnTo>
                <a:lnTo>
                  <a:pt x="434" y="2338"/>
                </a:lnTo>
                <a:lnTo>
                  <a:pt x="442" y="2314"/>
                </a:lnTo>
                <a:lnTo>
                  <a:pt x="453" y="2291"/>
                </a:lnTo>
                <a:lnTo>
                  <a:pt x="465" y="2269"/>
                </a:lnTo>
                <a:lnTo>
                  <a:pt x="477" y="2247"/>
                </a:lnTo>
                <a:lnTo>
                  <a:pt x="504" y="2204"/>
                </a:lnTo>
                <a:lnTo>
                  <a:pt x="533" y="2160"/>
                </a:lnTo>
                <a:lnTo>
                  <a:pt x="565" y="2118"/>
                </a:lnTo>
                <a:lnTo>
                  <a:pt x="600" y="2078"/>
                </a:lnTo>
                <a:lnTo>
                  <a:pt x="635" y="2037"/>
                </a:lnTo>
                <a:lnTo>
                  <a:pt x="673" y="1998"/>
                </a:lnTo>
                <a:lnTo>
                  <a:pt x="710" y="1959"/>
                </a:lnTo>
                <a:lnTo>
                  <a:pt x="748" y="1923"/>
                </a:lnTo>
                <a:lnTo>
                  <a:pt x="823" y="1850"/>
                </a:lnTo>
                <a:lnTo>
                  <a:pt x="896" y="1784"/>
                </a:lnTo>
                <a:lnTo>
                  <a:pt x="961" y="1719"/>
                </a:lnTo>
                <a:lnTo>
                  <a:pt x="1722" y="1301"/>
                </a:lnTo>
                <a:lnTo>
                  <a:pt x="1741" y="1291"/>
                </a:lnTo>
                <a:lnTo>
                  <a:pt x="1760" y="1283"/>
                </a:lnTo>
                <a:lnTo>
                  <a:pt x="1778" y="1277"/>
                </a:lnTo>
                <a:lnTo>
                  <a:pt x="1794" y="1271"/>
                </a:lnTo>
                <a:lnTo>
                  <a:pt x="1811" y="1269"/>
                </a:lnTo>
                <a:lnTo>
                  <a:pt x="1828" y="1266"/>
                </a:lnTo>
                <a:lnTo>
                  <a:pt x="1845" y="1264"/>
                </a:lnTo>
                <a:lnTo>
                  <a:pt x="1861" y="1264"/>
                </a:lnTo>
                <a:lnTo>
                  <a:pt x="1895" y="1267"/>
                </a:lnTo>
                <a:lnTo>
                  <a:pt x="1930" y="1273"/>
                </a:lnTo>
                <a:lnTo>
                  <a:pt x="2008" y="1287"/>
                </a:lnTo>
                <a:lnTo>
                  <a:pt x="2068" y="1257"/>
                </a:lnTo>
                <a:lnTo>
                  <a:pt x="2115" y="1236"/>
                </a:lnTo>
                <a:lnTo>
                  <a:pt x="2135" y="1229"/>
                </a:lnTo>
                <a:lnTo>
                  <a:pt x="2152" y="1225"/>
                </a:lnTo>
                <a:lnTo>
                  <a:pt x="2168" y="1221"/>
                </a:lnTo>
                <a:lnTo>
                  <a:pt x="2184" y="1221"/>
                </a:lnTo>
                <a:lnTo>
                  <a:pt x="2199" y="1222"/>
                </a:lnTo>
                <a:lnTo>
                  <a:pt x="2214" y="1225"/>
                </a:lnTo>
                <a:lnTo>
                  <a:pt x="2231" y="1231"/>
                </a:lnTo>
                <a:lnTo>
                  <a:pt x="2249" y="1238"/>
                </a:lnTo>
                <a:lnTo>
                  <a:pt x="2294" y="1260"/>
                </a:lnTo>
                <a:lnTo>
                  <a:pt x="2351" y="1289"/>
                </a:lnTo>
                <a:lnTo>
                  <a:pt x="2413" y="1271"/>
                </a:lnTo>
                <a:lnTo>
                  <a:pt x="2436" y="1264"/>
                </a:lnTo>
                <a:lnTo>
                  <a:pt x="2457" y="1260"/>
                </a:lnTo>
                <a:lnTo>
                  <a:pt x="2475" y="1257"/>
                </a:lnTo>
                <a:lnTo>
                  <a:pt x="2491" y="1257"/>
                </a:lnTo>
                <a:lnTo>
                  <a:pt x="2505" y="1259"/>
                </a:lnTo>
                <a:lnTo>
                  <a:pt x="2519" y="1263"/>
                </a:lnTo>
                <a:lnTo>
                  <a:pt x="2531" y="1270"/>
                </a:lnTo>
                <a:lnTo>
                  <a:pt x="2544" y="1278"/>
                </a:lnTo>
                <a:lnTo>
                  <a:pt x="2558" y="1291"/>
                </a:lnTo>
                <a:lnTo>
                  <a:pt x="2572" y="1305"/>
                </a:lnTo>
                <a:lnTo>
                  <a:pt x="2606" y="1341"/>
                </a:lnTo>
                <a:lnTo>
                  <a:pt x="2653" y="1389"/>
                </a:lnTo>
                <a:lnTo>
                  <a:pt x="2664" y="1400"/>
                </a:lnTo>
                <a:lnTo>
                  <a:pt x="2672" y="1412"/>
                </a:lnTo>
                <a:lnTo>
                  <a:pt x="2678" y="1425"/>
                </a:lnTo>
                <a:lnTo>
                  <a:pt x="2682" y="1436"/>
                </a:lnTo>
                <a:lnTo>
                  <a:pt x="2683" y="1449"/>
                </a:lnTo>
                <a:lnTo>
                  <a:pt x="2685" y="1461"/>
                </a:lnTo>
                <a:lnTo>
                  <a:pt x="2683" y="1474"/>
                </a:lnTo>
                <a:lnTo>
                  <a:pt x="2682" y="1486"/>
                </a:lnTo>
                <a:lnTo>
                  <a:pt x="2678" y="1497"/>
                </a:lnTo>
                <a:lnTo>
                  <a:pt x="2675" y="1510"/>
                </a:lnTo>
                <a:lnTo>
                  <a:pt x="2664" y="1534"/>
                </a:lnTo>
                <a:lnTo>
                  <a:pt x="2641" y="1581"/>
                </a:lnTo>
                <a:lnTo>
                  <a:pt x="2658" y="1609"/>
                </a:lnTo>
                <a:lnTo>
                  <a:pt x="2676" y="1638"/>
                </a:lnTo>
                <a:lnTo>
                  <a:pt x="2692" y="1666"/>
                </a:lnTo>
                <a:lnTo>
                  <a:pt x="2699" y="1682"/>
                </a:lnTo>
                <a:lnTo>
                  <a:pt x="2706" y="1697"/>
                </a:lnTo>
                <a:lnTo>
                  <a:pt x="2710" y="1712"/>
                </a:lnTo>
                <a:lnTo>
                  <a:pt x="2714" y="1726"/>
                </a:lnTo>
                <a:lnTo>
                  <a:pt x="2715" y="1742"/>
                </a:lnTo>
                <a:lnTo>
                  <a:pt x="2714" y="1758"/>
                </a:lnTo>
                <a:lnTo>
                  <a:pt x="2711" y="1774"/>
                </a:lnTo>
                <a:lnTo>
                  <a:pt x="2706" y="1789"/>
                </a:lnTo>
                <a:lnTo>
                  <a:pt x="2699" y="1806"/>
                </a:lnTo>
                <a:lnTo>
                  <a:pt x="2687" y="1821"/>
                </a:lnTo>
                <a:lnTo>
                  <a:pt x="2125" y="2550"/>
                </a:lnTo>
                <a:lnTo>
                  <a:pt x="2055" y="2751"/>
                </a:lnTo>
                <a:lnTo>
                  <a:pt x="2110" y="2769"/>
                </a:lnTo>
                <a:lnTo>
                  <a:pt x="2173" y="2791"/>
                </a:lnTo>
                <a:lnTo>
                  <a:pt x="2206" y="2802"/>
                </a:lnTo>
                <a:lnTo>
                  <a:pt x="2241" y="2816"/>
                </a:lnTo>
                <a:lnTo>
                  <a:pt x="2274" y="2830"/>
                </a:lnTo>
                <a:lnTo>
                  <a:pt x="2308" y="2847"/>
                </a:lnTo>
                <a:lnTo>
                  <a:pt x="2340" y="2864"/>
                </a:lnTo>
                <a:lnTo>
                  <a:pt x="2371" y="2883"/>
                </a:lnTo>
                <a:lnTo>
                  <a:pt x="2399" y="2904"/>
                </a:lnTo>
                <a:lnTo>
                  <a:pt x="2413" y="2915"/>
                </a:lnTo>
                <a:lnTo>
                  <a:pt x="2425" y="2928"/>
                </a:lnTo>
                <a:lnTo>
                  <a:pt x="2436" y="2940"/>
                </a:lnTo>
                <a:lnTo>
                  <a:pt x="2446" y="2953"/>
                </a:lnTo>
                <a:lnTo>
                  <a:pt x="2456" y="2967"/>
                </a:lnTo>
                <a:lnTo>
                  <a:pt x="2464" y="2981"/>
                </a:lnTo>
                <a:lnTo>
                  <a:pt x="2473" y="2996"/>
                </a:lnTo>
                <a:lnTo>
                  <a:pt x="2478" y="3012"/>
                </a:lnTo>
                <a:lnTo>
                  <a:pt x="2484" y="3027"/>
                </a:lnTo>
                <a:lnTo>
                  <a:pt x="2486" y="3045"/>
                </a:lnTo>
                <a:lnTo>
                  <a:pt x="2524" y="3274"/>
                </a:lnTo>
                <a:lnTo>
                  <a:pt x="2445" y="3270"/>
                </a:lnTo>
                <a:lnTo>
                  <a:pt x="2372" y="3264"/>
                </a:lnTo>
                <a:lnTo>
                  <a:pt x="2308" y="3259"/>
                </a:lnTo>
                <a:lnTo>
                  <a:pt x="2279" y="3257"/>
                </a:lnTo>
                <a:lnTo>
                  <a:pt x="2249" y="3256"/>
                </a:lnTo>
                <a:lnTo>
                  <a:pt x="2220" y="3257"/>
                </a:lnTo>
                <a:lnTo>
                  <a:pt x="2192" y="3259"/>
                </a:lnTo>
                <a:lnTo>
                  <a:pt x="2164" y="3263"/>
                </a:lnTo>
                <a:lnTo>
                  <a:pt x="2136" y="3268"/>
                </a:lnTo>
                <a:lnTo>
                  <a:pt x="2107" y="3277"/>
                </a:lnTo>
                <a:lnTo>
                  <a:pt x="2078" y="3287"/>
                </a:lnTo>
                <a:lnTo>
                  <a:pt x="2047" y="3300"/>
                </a:lnTo>
                <a:lnTo>
                  <a:pt x="2015" y="3317"/>
                </a:lnTo>
                <a:lnTo>
                  <a:pt x="1990" y="3330"/>
                </a:lnTo>
                <a:lnTo>
                  <a:pt x="1965" y="3342"/>
                </a:lnTo>
                <a:lnTo>
                  <a:pt x="1937" y="3353"/>
                </a:lnTo>
                <a:lnTo>
                  <a:pt x="1906" y="3363"/>
                </a:lnTo>
                <a:lnTo>
                  <a:pt x="1873" y="3372"/>
                </a:lnTo>
                <a:lnTo>
                  <a:pt x="1854" y="3374"/>
                </a:lnTo>
                <a:lnTo>
                  <a:pt x="1835" y="3377"/>
                </a:lnTo>
                <a:lnTo>
                  <a:pt x="1814" y="3379"/>
                </a:lnTo>
                <a:lnTo>
                  <a:pt x="1793" y="3379"/>
                </a:lnTo>
                <a:lnTo>
                  <a:pt x="1771" y="3379"/>
                </a:lnTo>
                <a:lnTo>
                  <a:pt x="1747" y="3376"/>
                </a:lnTo>
                <a:lnTo>
                  <a:pt x="1441" y="3351"/>
                </a:lnTo>
                <a:lnTo>
                  <a:pt x="1443" y="3349"/>
                </a:lnTo>
                <a:lnTo>
                  <a:pt x="1323" y="322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21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5" name="CaixaDeTexto 15"/>
          <p:cNvSpPr/>
          <p:nvPr/>
        </p:nvSpPr>
        <p:spPr>
          <a:xfrm>
            <a:off x="1704960" y="3006360"/>
            <a:ext cx="4485960" cy="10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Possibilidade de creditamento via destaque de nota fiscal, caso não senha sido implementado nenhuma das modalidades de liquidação (Split e outras)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(Art. 48)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Google Shape;854;p14"/>
          <p:cNvSpPr/>
          <p:nvPr/>
        </p:nvSpPr>
        <p:spPr>
          <a:xfrm>
            <a:off x="6760440" y="2737080"/>
            <a:ext cx="774360" cy="680760"/>
          </a:xfrm>
          <a:custGeom>
            <a:avLst/>
            <a:gdLst>
              <a:gd name="textAreaLeft" fmla="*/ 0 w 774360"/>
              <a:gd name="textAreaRight" fmla="*/ 774720 w 774360"/>
              <a:gd name="textAreaTop" fmla="*/ 0 h 680760"/>
              <a:gd name="textAreaBottom" fmla="*/ 681120 h 680760"/>
            </a:gdLst>
            <a:ahLst/>
            <a:cxnLst/>
            <a:rect l="textAreaLeft" t="textAreaTop" r="textAreaRight" b="textAreaBottom"/>
            <a:pathLst>
              <a:path w="5424" h="4763">
                <a:moveTo>
                  <a:pt x="0" y="1793"/>
                </a:moveTo>
                <a:lnTo>
                  <a:pt x="2719" y="0"/>
                </a:lnTo>
                <a:lnTo>
                  <a:pt x="5424" y="1783"/>
                </a:lnTo>
                <a:lnTo>
                  <a:pt x="5424" y="2062"/>
                </a:lnTo>
                <a:lnTo>
                  <a:pt x="5056" y="1819"/>
                </a:lnTo>
                <a:lnTo>
                  <a:pt x="5056" y="4763"/>
                </a:lnTo>
                <a:lnTo>
                  <a:pt x="4823" y="4763"/>
                </a:lnTo>
                <a:lnTo>
                  <a:pt x="4823" y="1665"/>
                </a:lnTo>
                <a:lnTo>
                  <a:pt x="2719" y="279"/>
                </a:lnTo>
                <a:lnTo>
                  <a:pt x="616" y="1665"/>
                </a:lnTo>
                <a:lnTo>
                  <a:pt x="616" y="4763"/>
                </a:lnTo>
                <a:lnTo>
                  <a:pt x="383" y="4763"/>
                </a:lnTo>
                <a:lnTo>
                  <a:pt x="383" y="1819"/>
                </a:lnTo>
                <a:lnTo>
                  <a:pt x="0" y="2072"/>
                </a:lnTo>
                <a:lnTo>
                  <a:pt x="0" y="1793"/>
                </a:lnTo>
                <a:close/>
                <a:moveTo>
                  <a:pt x="4063" y="2186"/>
                </a:moveTo>
                <a:lnTo>
                  <a:pt x="3763" y="1644"/>
                </a:lnTo>
                <a:lnTo>
                  <a:pt x="3643" y="2065"/>
                </a:lnTo>
                <a:lnTo>
                  <a:pt x="4063" y="2186"/>
                </a:lnTo>
                <a:close/>
                <a:moveTo>
                  <a:pt x="2283" y="1174"/>
                </a:moveTo>
                <a:lnTo>
                  <a:pt x="1480" y="3977"/>
                </a:lnTo>
                <a:lnTo>
                  <a:pt x="3430" y="4536"/>
                </a:lnTo>
                <a:lnTo>
                  <a:pt x="4005" y="2532"/>
                </a:lnTo>
                <a:lnTo>
                  <a:pt x="4117" y="2564"/>
                </a:lnTo>
                <a:lnTo>
                  <a:pt x="3509" y="4680"/>
                </a:lnTo>
                <a:lnTo>
                  <a:pt x="1336" y="4057"/>
                </a:lnTo>
                <a:lnTo>
                  <a:pt x="2203" y="1030"/>
                </a:lnTo>
                <a:lnTo>
                  <a:pt x="3813" y="1492"/>
                </a:lnTo>
                <a:lnTo>
                  <a:pt x="4216" y="2221"/>
                </a:lnTo>
                <a:lnTo>
                  <a:pt x="4181" y="2340"/>
                </a:lnTo>
                <a:lnTo>
                  <a:pt x="3499" y="2145"/>
                </a:lnTo>
                <a:lnTo>
                  <a:pt x="3665" y="1570"/>
                </a:lnTo>
                <a:lnTo>
                  <a:pt x="2283" y="1174"/>
                </a:lnTo>
                <a:close/>
                <a:moveTo>
                  <a:pt x="2361" y="2522"/>
                </a:moveTo>
                <a:lnTo>
                  <a:pt x="2228" y="2985"/>
                </a:lnTo>
                <a:lnTo>
                  <a:pt x="2112" y="2953"/>
                </a:lnTo>
                <a:lnTo>
                  <a:pt x="2246" y="2488"/>
                </a:lnTo>
                <a:lnTo>
                  <a:pt x="2080" y="2440"/>
                </a:lnTo>
                <a:lnTo>
                  <a:pt x="2112" y="2327"/>
                </a:lnTo>
                <a:lnTo>
                  <a:pt x="2560" y="2455"/>
                </a:lnTo>
                <a:lnTo>
                  <a:pt x="2526" y="2568"/>
                </a:lnTo>
                <a:lnTo>
                  <a:pt x="2361" y="2522"/>
                </a:lnTo>
                <a:close/>
                <a:moveTo>
                  <a:pt x="2997" y="3206"/>
                </a:moveTo>
                <a:lnTo>
                  <a:pt x="2870" y="3170"/>
                </a:lnTo>
                <a:lnTo>
                  <a:pt x="2861" y="3028"/>
                </a:lnTo>
                <a:lnTo>
                  <a:pt x="2649" y="2967"/>
                </a:lnTo>
                <a:lnTo>
                  <a:pt x="2567" y="3082"/>
                </a:lnTo>
                <a:lnTo>
                  <a:pt x="2443" y="3047"/>
                </a:lnTo>
                <a:lnTo>
                  <a:pt x="2831" y="2532"/>
                </a:lnTo>
                <a:lnTo>
                  <a:pt x="2943" y="2564"/>
                </a:lnTo>
                <a:lnTo>
                  <a:pt x="2997" y="3206"/>
                </a:lnTo>
                <a:close/>
                <a:moveTo>
                  <a:pt x="2852" y="2906"/>
                </a:moveTo>
                <a:lnTo>
                  <a:pt x="2841" y="2699"/>
                </a:lnTo>
                <a:lnTo>
                  <a:pt x="2720" y="2868"/>
                </a:lnTo>
                <a:lnTo>
                  <a:pt x="2852" y="2906"/>
                </a:lnTo>
                <a:close/>
                <a:moveTo>
                  <a:pt x="3576" y="3372"/>
                </a:moveTo>
                <a:lnTo>
                  <a:pt x="3439" y="3332"/>
                </a:lnTo>
                <a:lnTo>
                  <a:pt x="3379" y="3105"/>
                </a:lnTo>
                <a:lnTo>
                  <a:pt x="3209" y="3267"/>
                </a:lnTo>
                <a:lnTo>
                  <a:pt x="3071" y="3228"/>
                </a:lnTo>
                <a:lnTo>
                  <a:pt x="3339" y="2985"/>
                </a:lnTo>
                <a:lnTo>
                  <a:pt x="3245" y="2651"/>
                </a:lnTo>
                <a:lnTo>
                  <a:pt x="3382" y="2691"/>
                </a:lnTo>
                <a:lnTo>
                  <a:pt x="3437" y="2903"/>
                </a:lnTo>
                <a:lnTo>
                  <a:pt x="3596" y="2752"/>
                </a:lnTo>
                <a:lnTo>
                  <a:pt x="3734" y="2791"/>
                </a:lnTo>
                <a:lnTo>
                  <a:pt x="3477" y="3024"/>
                </a:lnTo>
                <a:lnTo>
                  <a:pt x="3576" y="33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21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7" name="CaixaDeTexto 17"/>
          <p:cNvSpPr/>
          <p:nvPr/>
        </p:nvSpPr>
        <p:spPr>
          <a:xfrm>
            <a:off x="7639200" y="2670840"/>
            <a:ext cx="448596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Contribuintes do Simples Nacional (art. 47, § 9º):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Fica vedado o direito ao crédito (empresa do SN);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Fica permitido apropriar crédito do simples, no montante pago nesse regime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Opção ao regime regular (art. 41, § 3º)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CaixaDeTexto 18"/>
          <p:cNvSpPr/>
          <p:nvPr/>
        </p:nvSpPr>
        <p:spPr>
          <a:xfrm>
            <a:off x="4305240" y="4386600"/>
            <a:ext cx="472392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600" b="0" u="sng" strike="noStrike">
                <a:solidFill>
                  <a:schemeClr val="dk1"/>
                </a:solidFill>
                <a:effectLst/>
                <a:uFillTx/>
                <a:latin typeface="Aptos"/>
              </a:rPr>
              <a:t>Estornos: </a:t>
            </a: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realização de operações sujeitas a alíquota reduzida não acarretará o estorno, parcial ou integral, dos créditos(...), salvo quando expressamente previsto nesta Lei Complementar.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(Art. 47, § 10)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Google Shape;804;p13"/>
          <p:cNvSpPr/>
          <p:nvPr/>
        </p:nvSpPr>
        <p:spPr>
          <a:xfrm>
            <a:off x="3174840" y="4711680"/>
            <a:ext cx="882360" cy="636120"/>
          </a:xfrm>
          <a:custGeom>
            <a:avLst/>
            <a:gdLst>
              <a:gd name="textAreaLeft" fmla="*/ 0 w 882360"/>
              <a:gd name="textAreaRight" fmla="*/ 882720 w 882360"/>
              <a:gd name="textAreaTop" fmla="*/ 0 h 636120"/>
              <a:gd name="textAreaBottom" fmla="*/ 636480 h 636120"/>
            </a:gdLst>
            <a:ahLst/>
            <a:cxnLst/>
            <a:rect l="textAreaLeft" t="textAreaTop" r="textAreaRight" b="textAreaBottom"/>
            <a:pathLst>
              <a:path w="6618" h="4763">
                <a:moveTo>
                  <a:pt x="1052" y="3918"/>
                </a:moveTo>
                <a:lnTo>
                  <a:pt x="1678" y="4386"/>
                </a:lnTo>
                <a:lnTo>
                  <a:pt x="2504" y="3295"/>
                </a:lnTo>
                <a:lnTo>
                  <a:pt x="3077" y="3883"/>
                </a:lnTo>
                <a:lnTo>
                  <a:pt x="4004" y="2366"/>
                </a:lnTo>
                <a:lnTo>
                  <a:pt x="4814" y="3083"/>
                </a:lnTo>
                <a:lnTo>
                  <a:pt x="6000" y="1543"/>
                </a:lnTo>
                <a:lnTo>
                  <a:pt x="6542" y="1468"/>
                </a:lnTo>
                <a:lnTo>
                  <a:pt x="6618" y="2008"/>
                </a:lnTo>
                <a:lnTo>
                  <a:pt x="5226" y="3832"/>
                </a:lnTo>
                <a:lnTo>
                  <a:pt x="4066" y="2782"/>
                </a:lnTo>
                <a:lnTo>
                  <a:pt x="3124" y="4320"/>
                </a:lnTo>
                <a:lnTo>
                  <a:pt x="2530" y="3708"/>
                </a:lnTo>
                <a:lnTo>
                  <a:pt x="1732" y="4763"/>
                </a:lnTo>
                <a:lnTo>
                  <a:pt x="1052" y="4255"/>
                </a:lnTo>
                <a:lnTo>
                  <a:pt x="1052" y="3918"/>
                </a:lnTo>
                <a:close/>
                <a:moveTo>
                  <a:pt x="1582" y="3319"/>
                </a:moveTo>
                <a:lnTo>
                  <a:pt x="98" y="2538"/>
                </a:lnTo>
                <a:lnTo>
                  <a:pt x="98" y="2405"/>
                </a:lnTo>
                <a:lnTo>
                  <a:pt x="1582" y="3186"/>
                </a:lnTo>
                <a:lnTo>
                  <a:pt x="1582" y="3319"/>
                </a:lnTo>
                <a:close/>
                <a:moveTo>
                  <a:pt x="1707" y="2801"/>
                </a:moveTo>
                <a:lnTo>
                  <a:pt x="86" y="1947"/>
                </a:lnTo>
                <a:lnTo>
                  <a:pt x="86" y="1814"/>
                </a:lnTo>
                <a:lnTo>
                  <a:pt x="1707" y="2668"/>
                </a:lnTo>
                <a:lnTo>
                  <a:pt x="1707" y="2801"/>
                </a:lnTo>
                <a:close/>
                <a:moveTo>
                  <a:pt x="5007" y="2516"/>
                </a:moveTo>
                <a:lnTo>
                  <a:pt x="4671" y="2636"/>
                </a:lnTo>
                <a:lnTo>
                  <a:pt x="4568" y="2548"/>
                </a:lnTo>
                <a:lnTo>
                  <a:pt x="5135" y="2346"/>
                </a:lnTo>
                <a:lnTo>
                  <a:pt x="5007" y="2516"/>
                </a:lnTo>
                <a:close/>
                <a:moveTo>
                  <a:pt x="2011" y="3585"/>
                </a:moveTo>
                <a:lnTo>
                  <a:pt x="1725" y="3686"/>
                </a:lnTo>
                <a:lnTo>
                  <a:pt x="0" y="2779"/>
                </a:lnTo>
                <a:lnTo>
                  <a:pt x="0" y="2646"/>
                </a:lnTo>
                <a:lnTo>
                  <a:pt x="1735" y="3558"/>
                </a:lnTo>
                <a:lnTo>
                  <a:pt x="2139" y="3415"/>
                </a:lnTo>
                <a:lnTo>
                  <a:pt x="2011" y="3585"/>
                </a:lnTo>
                <a:close/>
                <a:moveTo>
                  <a:pt x="2314" y="3184"/>
                </a:moveTo>
                <a:lnTo>
                  <a:pt x="1739" y="3390"/>
                </a:lnTo>
                <a:lnTo>
                  <a:pt x="1739" y="3265"/>
                </a:lnTo>
                <a:lnTo>
                  <a:pt x="2442" y="3014"/>
                </a:lnTo>
                <a:lnTo>
                  <a:pt x="2314" y="3184"/>
                </a:lnTo>
                <a:close/>
                <a:moveTo>
                  <a:pt x="4326" y="2343"/>
                </a:moveTo>
                <a:lnTo>
                  <a:pt x="5436" y="1947"/>
                </a:lnTo>
                <a:lnTo>
                  <a:pt x="5309" y="2117"/>
                </a:lnTo>
                <a:lnTo>
                  <a:pt x="4428" y="2430"/>
                </a:lnTo>
                <a:lnTo>
                  <a:pt x="4326" y="2343"/>
                </a:lnTo>
                <a:close/>
                <a:moveTo>
                  <a:pt x="3292" y="3127"/>
                </a:moveTo>
                <a:lnTo>
                  <a:pt x="2791" y="3307"/>
                </a:lnTo>
                <a:lnTo>
                  <a:pt x="2701" y="3215"/>
                </a:lnTo>
                <a:lnTo>
                  <a:pt x="3292" y="3003"/>
                </a:lnTo>
                <a:lnTo>
                  <a:pt x="3292" y="2836"/>
                </a:lnTo>
                <a:lnTo>
                  <a:pt x="2580" y="3090"/>
                </a:lnTo>
                <a:lnTo>
                  <a:pt x="2491" y="2997"/>
                </a:lnTo>
                <a:lnTo>
                  <a:pt x="3292" y="2711"/>
                </a:lnTo>
                <a:lnTo>
                  <a:pt x="3292" y="2543"/>
                </a:lnTo>
                <a:lnTo>
                  <a:pt x="1725" y="3102"/>
                </a:lnTo>
                <a:lnTo>
                  <a:pt x="0" y="2195"/>
                </a:lnTo>
                <a:lnTo>
                  <a:pt x="0" y="2062"/>
                </a:lnTo>
                <a:lnTo>
                  <a:pt x="1735" y="2974"/>
                </a:lnTo>
                <a:lnTo>
                  <a:pt x="3292" y="2419"/>
                </a:lnTo>
                <a:lnTo>
                  <a:pt x="3292" y="2252"/>
                </a:lnTo>
                <a:lnTo>
                  <a:pt x="1863" y="2760"/>
                </a:lnTo>
                <a:lnTo>
                  <a:pt x="1863" y="2636"/>
                </a:lnTo>
                <a:lnTo>
                  <a:pt x="3292" y="2127"/>
                </a:lnTo>
                <a:lnTo>
                  <a:pt x="3292" y="1939"/>
                </a:lnTo>
                <a:lnTo>
                  <a:pt x="1705" y="2508"/>
                </a:lnTo>
                <a:lnTo>
                  <a:pt x="24" y="1611"/>
                </a:lnTo>
                <a:lnTo>
                  <a:pt x="24" y="1345"/>
                </a:lnTo>
                <a:lnTo>
                  <a:pt x="1308" y="912"/>
                </a:lnTo>
                <a:lnTo>
                  <a:pt x="1308" y="762"/>
                </a:lnTo>
                <a:lnTo>
                  <a:pt x="2255" y="429"/>
                </a:lnTo>
                <a:lnTo>
                  <a:pt x="2442" y="528"/>
                </a:lnTo>
                <a:lnTo>
                  <a:pt x="4013" y="0"/>
                </a:lnTo>
                <a:lnTo>
                  <a:pt x="5628" y="825"/>
                </a:lnTo>
                <a:lnTo>
                  <a:pt x="5628" y="1104"/>
                </a:lnTo>
                <a:lnTo>
                  <a:pt x="4177" y="1622"/>
                </a:lnTo>
                <a:lnTo>
                  <a:pt x="4172" y="1813"/>
                </a:lnTo>
                <a:lnTo>
                  <a:pt x="5549" y="1321"/>
                </a:lnTo>
                <a:lnTo>
                  <a:pt x="5549" y="1446"/>
                </a:lnTo>
                <a:lnTo>
                  <a:pt x="4171" y="1937"/>
                </a:lnTo>
                <a:lnTo>
                  <a:pt x="4167" y="2107"/>
                </a:lnTo>
                <a:lnTo>
                  <a:pt x="5652" y="1577"/>
                </a:lnTo>
                <a:lnTo>
                  <a:pt x="5652" y="1659"/>
                </a:lnTo>
                <a:lnTo>
                  <a:pt x="5610" y="1717"/>
                </a:lnTo>
                <a:lnTo>
                  <a:pt x="4186" y="2225"/>
                </a:lnTo>
                <a:lnTo>
                  <a:pt x="4033" y="2094"/>
                </a:lnTo>
                <a:lnTo>
                  <a:pt x="4043" y="1619"/>
                </a:lnTo>
                <a:lnTo>
                  <a:pt x="3427" y="1855"/>
                </a:lnTo>
                <a:lnTo>
                  <a:pt x="3427" y="2945"/>
                </a:lnTo>
                <a:lnTo>
                  <a:pt x="3292" y="3127"/>
                </a:lnTo>
                <a:close/>
                <a:moveTo>
                  <a:pt x="3413" y="1735"/>
                </a:moveTo>
                <a:lnTo>
                  <a:pt x="3992" y="1513"/>
                </a:lnTo>
                <a:lnTo>
                  <a:pt x="2244" y="576"/>
                </a:lnTo>
                <a:lnTo>
                  <a:pt x="1624" y="789"/>
                </a:lnTo>
                <a:lnTo>
                  <a:pt x="3413" y="1735"/>
                </a:lnTo>
                <a:close/>
                <a:moveTo>
                  <a:pt x="3686" y="1197"/>
                </a:moveTo>
                <a:lnTo>
                  <a:pt x="3686" y="1197"/>
                </a:lnTo>
                <a:lnTo>
                  <a:pt x="3705" y="1180"/>
                </a:lnTo>
                <a:lnTo>
                  <a:pt x="3721" y="1163"/>
                </a:lnTo>
                <a:lnTo>
                  <a:pt x="3737" y="1148"/>
                </a:lnTo>
                <a:lnTo>
                  <a:pt x="3750" y="1133"/>
                </a:lnTo>
                <a:lnTo>
                  <a:pt x="3760" y="1118"/>
                </a:lnTo>
                <a:lnTo>
                  <a:pt x="3770" y="1104"/>
                </a:lnTo>
                <a:lnTo>
                  <a:pt x="3779" y="1091"/>
                </a:lnTo>
                <a:lnTo>
                  <a:pt x="3784" y="1077"/>
                </a:lnTo>
                <a:lnTo>
                  <a:pt x="3789" y="1064"/>
                </a:lnTo>
                <a:lnTo>
                  <a:pt x="3794" y="1052"/>
                </a:lnTo>
                <a:lnTo>
                  <a:pt x="3795" y="1040"/>
                </a:lnTo>
                <a:lnTo>
                  <a:pt x="3797" y="1030"/>
                </a:lnTo>
                <a:lnTo>
                  <a:pt x="3797" y="1020"/>
                </a:lnTo>
                <a:lnTo>
                  <a:pt x="3795" y="1010"/>
                </a:lnTo>
                <a:lnTo>
                  <a:pt x="3794" y="1001"/>
                </a:lnTo>
                <a:lnTo>
                  <a:pt x="3790" y="993"/>
                </a:lnTo>
                <a:lnTo>
                  <a:pt x="3785" y="983"/>
                </a:lnTo>
                <a:lnTo>
                  <a:pt x="3780" y="973"/>
                </a:lnTo>
                <a:lnTo>
                  <a:pt x="3772" y="963"/>
                </a:lnTo>
                <a:lnTo>
                  <a:pt x="3762" y="954"/>
                </a:lnTo>
                <a:lnTo>
                  <a:pt x="3752" y="944"/>
                </a:lnTo>
                <a:lnTo>
                  <a:pt x="3740" y="936"/>
                </a:lnTo>
                <a:lnTo>
                  <a:pt x="3711" y="917"/>
                </a:lnTo>
                <a:lnTo>
                  <a:pt x="3678" y="902"/>
                </a:lnTo>
                <a:lnTo>
                  <a:pt x="3639" y="887"/>
                </a:lnTo>
                <a:lnTo>
                  <a:pt x="3597" y="873"/>
                </a:lnTo>
                <a:lnTo>
                  <a:pt x="3548" y="862"/>
                </a:lnTo>
                <a:lnTo>
                  <a:pt x="3496" y="852"/>
                </a:lnTo>
                <a:lnTo>
                  <a:pt x="3440" y="843"/>
                </a:lnTo>
                <a:lnTo>
                  <a:pt x="3378" y="836"/>
                </a:lnTo>
                <a:lnTo>
                  <a:pt x="3314" y="831"/>
                </a:lnTo>
                <a:lnTo>
                  <a:pt x="3245" y="830"/>
                </a:lnTo>
                <a:lnTo>
                  <a:pt x="3173" y="830"/>
                </a:lnTo>
                <a:lnTo>
                  <a:pt x="3097" y="833"/>
                </a:lnTo>
                <a:lnTo>
                  <a:pt x="3018" y="838"/>
                </a:lnTo>
                <a:lnTo>
                  <a:pt x="3686" y="1197"/>
                </a:lnTo>
                <a:close/>
                <a:moveTo>
                  <a:pt x="2816" y="729"/>
                </a:moveTo>
                <a:lnTo>
                  <a:pt x="2816" y="729"/>
                </a:lnTo>
                <a:lnTo>
                  <a:pt x="2910" y="717"/>
                </a:lnTo>
                <a:lnTo>
                  <a:pt x="3004" y="707"/>
                </a:lnTo>
                <a:lnTo>
                  <a:pt x="3097" y="700"/>
                </a:lnTo>
                <a:lnTo>
                  <a:pt x="3186" y="695"/>
                </a:lnTo>
                <a:lnTo>
                  <a:pt x="3274" y="695"/>
                </a:lnTo>
                <a:lnTo>
                  <a:pt x="3359" y="698"/>
                </a:lnTo>
                <a:lnTo>
                  <a:pt x="3440" y="705"/>
                </a:lnTo>
                <a:lnTo>
                  <a:pt x="3479" y="710"/>
                </a:lnTo>
                <a:lnTo>
                  <a:pt x="3516" y="715"/>
                </a:lnTo>
                <a:lnTo>
                  <a:pt x="3553" y="722"/>
                </a:lnTo>
                <a:lnTo>
                  <a:pt x="3588" y="729"/>
                </a:lnTo>
                <a:lnTo>
                  <a:pt x="3624" y="737"/>
                </a:lnTo>
                <a:lnTo>
                  <a:pt x="3656" y="747"/>
                </a:lnTo>
                <a:lnTo>
                  <a:pt x="3686" y="757"/>
                </a:lnTo>
                <a:lnTo>
                  <a:pt x="3716" y="769"/>
                </a:lnTo>
                <a:lnTo>
                  <a:pt x="3745" y="781"/>
                </a:lnTo>
                <a:lnTo>
                  <a:pt x="3772" y="794"/>
                </a:lnTo>
                <a:lnTo>
                  <a:pt x="3795" y="810"/>
                </a:lnTo>
                <a:lnTo>
                  <a:pt x="3819" y="825"/>
                </a:lnTo>
                <a:lnTo>
                  <a:pt x="3839" y="842"/>
                </a:lnTo>
                <a:lnTo>
                  <a:pt x="3859" y="858"/>
                </a:lnTo>
                <a:lnTo>
                  <a:pt x="3876" y="879"/>
                </a:lnTo>
                <a:lnTo>
                  <a:pt x="3891" y="897"/>
                </a:lnTo>
                <a:lnTo>
                  <a:pt x="3905" y="919"/>
                </a:lnTo>
                <a:lnTo>
                  <a:pt x="3915" y="941"/>
                </a:lnTo>
                <a:lnTo>
                  <a:pt x="3923" y="963"/>
                </a:lnTo>
                <a:lnTo>
                  <a:pt x="3930" y="985"/>
                </a:lnTo>
                <a:lnTo>
                  <a:pt x="3933" y="1006"/>
                </a:lnTo>
                <a:lnTo>
                  <a:pt x="3935" y="1028"/>
                </a:lnTo>
                <a:lnTo>
                  <a:pt x="3935" y="1050"/>
                </a:lnTo>
                <a:lnTo>
                  <a:pt x="3932" y="1070"/>
                </a:lnTo>
                <a:lnTo>
                  <a:pt x="3928" y="1092"/>
                </a:lnTo>
                <a:lnTo>
                  <a:pt x="3922" y="1112"/>
                </a:lnTo>
                <a:lnTo>
                  <a:pt x="3913" y="1133"/>
                </a:lnTo>
                <a:lnTo>
                  <a:pt x="3905" y="1153"/>
                </a:lnTo>
                <a:lnTo>
                  <a:pt x="3893" y="1171"/>
                </a:lnTo>
                <a:lnTo>
                  <a:pt x="3880" y="1192"/>
                </a:lnTo>
                <a:lnTo>
                  <a:pt x="3866" y="1210"/>
                </a:lnTo>
                <a:lnTo>
                  <a:pt x="3849" y="1229"/>
                </a:lnTo>
                <a:lnTo>
                  <a:pt x="3832" y="1247"/>
                </a:lnTo>
                <a:lnTo>
                  <a:pt x="3814" y="1266"/>
                </a:lnTo>
                <a:lnTo>
                  <a:pt x="4039" y="1387"/>
                </a:lnTo>
                <a:lnTo>
                  <a:pt x="5272" y="946"/>
                </a:lnTo>
                <a:lnTo>
                  <a:pt x="3992" y="291"/>
                </a:lnTo>
                <a:lnTo>
                  <a:pt x="2769" y="704"/>
                </a:lnTo>
                <a:lnTo>
                  <a:pt x="2816" y="729"/>
                </a:lnTo>
                <a:close/>
                <a:moveTo>
                  <a:pt x="1981" y="1129"/>
                </a:moveTo>
                <a:lnTo>
                  <a:pt x="1981" y="1129"/>
                </a:lnTo>
                <a:lnTo>
                  <a:pt x="1919" y="1165"/>
                </a:lnTo>
                <a:lnTo>
                  <a:pt x="1865" y="1202"/>
                </a:lnTo>
                <a:lnTo>
                  <a:pt x="1840" y="1219"/>
                </a:lnTo>
                <a:lnTo>
                  <a:pt x="1816" y="1237"/>
                </a:lnTo>
                <a:lnTo>
                  <a:pt x="1794" y="1256"/>
                </a:lnTo>
                <a:lnTo>
                  <a:pt x="1776" y="1272"/>
                </a:lnTo>
                <a:lnTo>
                  <a:pt x="1757" y="1291"/>
                </a:lnTo>
                <a:lnTo>
                  <a:pt x="1742" y="1309"/>
                </a:lnTo>
                <a:lnTo>
                  <a:pt x="1729" y="1326"/>
                </a:lnTo>
                <a:lnTo>
                  <a:pt x="1717" y="1343"/>
                </a:lnTo>
                <a:lnTo>
                  <a:pt x="1707" y="1360"/>
                </a:lnTo>
                <a:lnTo>
                  <a:pt x="1700" y="1377"/>
                </a:lnTo>
                <a:lnTo>
                  <a:pt x="1695" y="1394"/>
                </a:lnTo>
                <a:lnTo>
                  <a:pt x="1692" y="1410"/>
                </a:lnTo>
                <a:lnTo>
                  <a:pt x="1692" y="1422"/>
                </a:lnTo>
                <a:lnTo>
                  <a:pt x="1692" y="1436"/>
                </a:lnTo>
                <a:lnTo>
                  <a:pt x="1695" y="1449"/>
                </a:lnTo>
                <a:lnTo>
                  <a:pt x="1702" y="1463"/>
                </a:lnTo>
                <a:lnTo>
                  <a:pt x="1710" y="1476"/>
                </a:lnTo>
                <a:lnTo>
                  <a:pt x="1720" y="1489"/>
                </a:lnTo>
                <a:lnTo>
                  <a:pt x="1734" y="1501"/>
                </a:lnTo>
                <a:lnTo>
                  <a:pt x="1749" y="1515"/>
                </a:lnTo>
                <a:lnTo>
                  <a:pt x="1769" y="1528"/>
                </a:lnTo>
                <a:lnTo>
                  <a:pt x="1791" y="1540"/>
                </a:lnTo>
                <a:lnTo>
                  <a:pt x="1816" y="1552"/>
                </a:lnTo>
                <a:lnTo>
                  <a:pt x="1845" y="1564"/>
                </a:lnTo>
                <a:lnTo>
                  <a:pt x="1877" y="1574"/>
                </a:lnTo>
                <a:lnTo>
                  <a:pt x="1912" y="1584"/>
                </a:lnTo>
                <a:lnTo>
                  <a:pt x="1952" y="1592"/>
                </a:lnTo>
                <a:lnTo>
                  <a:pt x="1994" y="1601"/>
                </a:lnTo>
                <a:lnTo>
                  <a:pt x="2038" y="1606"/>
                </a:lnTo>
                <a:lnTo>
                  <a:pt x="2082" y="1611"/>
                </a:lnTo>
                <a:lnTo>
                  <a:pt x="2127" y="1614"/>
                </a:lnTo>
                <a:lnTo>
                  <a:pt x="2173" y="1617"/>
                </a:lnTo>
                <a:lnTo>
                  <a:pt x="2222" y="1619"/>
                </a:lnTo>
                <a:lnTo>
                  <a:pt x="2271" y="1619"/>
                </a:lnTo>
                <a:lnTo>
                  <a:pt x="2321" y="1617"/>
                </a:lnTo>
                <a:lnTo>
                  <a:pt x="2372" y="1616"/>
                </a:lnTo>
                <a:lnTo>
                  <a:pt x="2424" y="1612"/>
                </a:lnTo>
                <a:lnTo>
                  <a:pt x="2476" y="1609"/>
                </a:lnTo>
                <a:lnTo>
                  <a:pt x="2582" y="1597"/>
                </a:lnTo>
                <a:lnTo>
                  <a:pt x="2690" y="1582"/>
                </a:lnTo>
                <a:lnTo>
                  <a:pt x="2797" y="1562"/>
                </a:lnTo>
                <a:lnTo>
                  <a:pt x="1981" y="1129"/>
                </a:lnTo>
                <a:close/>
                <a:moveTo>
                  <a:pt x="1557" y="1394"/>
                </a:moveTo>
                <a:lnTo>
                  <a:pt x="1557" y="1394"/>
                </a:lnTo>
                <a:lnTo>
                  <a:pt x="1562" y="1370"/>
                </a:lnTo>
                <a:lnTo>
                  <a:pt x="1567" y="1348"/>
                </a:lnTo>
                <a:lnTo>
                  <a:pt x="1575" y="1325"/>
                </a:lnTo>
                <a:lnTo>
                  <a:pt x="1585" y="1303"/>
                </a:lnTo>
                <a:lnTo>
                  <a:pt x="1597" y="1281"/>
                </a:lnTo>
                <a:lnTo>
                  <a:pt x="1611" y="1259"/>
                </a:lnTo>
                <a:lnTo>
                  <a:pt x="1626" y="1237"/>
                </a:lnTo>
                <a:lnTo>
                  <a:pt x="1644" y="1215"/>
                </a:lnTo>
                <a:lnTo>
                  <a:pt x="1663" y="1193"/>
                </a:lnTo>
                <a:lnTo>
                  <a:pt x="1683" y="1173"/>
                </a:lnTo>
                <a:lnTo>
                  <a:pt x="1705" y="1153"/>
                </a:lnTo>
                <a:lnTo>
                  <a:pt x="1729" y="1133"/>
                </a:lnTo>
                <a:lnTo>
                  <a:pt x="1754" y="1112"/>
                </a:lnTo>
                <a:lnTo>
                  <a:pt x="1781" y="1092"/>
                </a:lnTo>
                <a:lnTo>
                  <a:pt x="1809" y="1074"/>
                </a:lnTo>
                <a:lnTo>
                  <a:pt x="1838" y="1054"/>
                </a:lnTo>
                <a:lnTo>
                  <a:pt x="1796" y="1032"/>
                </a:lnTo>
                <a:lnTo>
                  <a:pt x="396" y="1503"/>
                </a:lnTo>
                <a:lnTo>
                  <a:pt x="1727" y="2213"/>
                </a:lnTo>
                <a:lnTo>
                  <a:pt x="3100" y="1722"/>
                </a:lnTo>
                <a:lnTo>
                  <a:pt x="2979" y="1658"/>
                </a:lnTo>
                <a:lnTo>
                  <a:pt x="2913" y="1675"/>
                </a:lnTo>
                <a:lnTo>
                  <a:pt x="2846" y="1690"/>
                </a:lnTo>
                <a:lnTo>
                  <a:pt x="2779" y="1702"/>
                </a:lnTo>
                <a:lnTo>
                  <a:pt x="2713" y="1713"/>
                </a:lnTo>
                <a:lnTo>
                  <a:pt x="2649" y="1723"/>
                </a:lnTo>
                <a:lnTo>
                  <a:pt x="2585" y="1732"/>
                </a:lnTo>
                <a:lnTo>
                  <a:pt x="2523" y="1740"/>
                </a:lnTo>
                <a:lnTo>
                  <a:pt x="2461" y="1745"/>
                </a:lnTo>
                <a:lnTo>
                  <a:pt x="2400" y="1749"/>
                </a:lnTo>
                <a:lnTo>
                  <a:pt x="2341" y="1752"/>
                </a:lnTo>
                <a:lnTo>
                  <a:pt x="2284" y="1754"/>
                </a:lnTo>
                <a:lnTo>
                  <a:pt x="2227" y="1754"/>
                </a:lnTo>
                <a:lnTo>
                  <a:pt x="2173" y="1752"/>
                </a:lnTo>
                <a:lnTo>
                  <a:pt x="2121" y="1749"/>
                </a:lnTo>
                <a:lnTo>
                  <a:pt x="2069" y="1745"/>
                </a:lnTo>
                <a:lnTo>
                  <a:pt x="2020" y="1740"/>
                </a:lnTo>
                <a:lnTo>
                  <a:pt x="1973" y="1734"/>
                </a:lnTo>
                <a:lnTo>
                  <a:pt x="1931" y="1725"/>
                </a:lnTo>
                <a:lnTo>
                  <a:pt x="1890" y="1715"/>
                </a:lnTo>
                <a:lnTo>
                  <a:pt x="1848" y="1705"/>
                </a:lnTo>
                <a:lnTo>
                  <a:pt x="1809" y="1693"/>
                </a:lnTo>
                <a:lnTo>
                  <a:pt x="1772" y="1678"/>
                </a:lnTo>
                <a:lnTo>
                  <a:pt x="1735" y="1663"/>
                </a:lnTo>
                <a:lnTo>
                  <a:pt x="1702" y="1644"/>
                </a:lnTo>
                <a:lnTo>
                  <a:pt x="1671" y="1624"/>
                </a:lnTo>
                <a:lnTo>
                  <a:pt x="1643" y="1604"/>
                </a:lnTo>
                <a:lnTo>
                  <a:pt x="1619" y="1580"/>
                </a:lnTo>
                <a:lnTo>
                  <a:pt x="1607" y="1567"/>
                </a:lnTo>
                <a:lnTo>
                  <a:pt x="1597" y="1553"/>
                </a:lnTo>
                <a:lnTo>
                  <a:pt x="1589" y="1540"/>
                </a:lnTo>
                <a:lnTo>
                  <a:pt x="1580" y="1527"/>
                </a:lnTo>
                <a:lnTo>
                  <a:pt x="1574" y="1511"/>
                </a:lnTo>
                <a:lnTo>
                  <a:pt x="1567" y="1496"/>
                </a:lnTo>
                <a:lnTo>
                  <a:pt x="1564" y="1481"/>
                </a:lnTo>
                <a:lnTo>
                  <a:pt x="1559" y="1464"/>
                </a:lnTo>
                <a:lnTo>
                  <a:pt x="1557" y="1447"/>
                </a:lnTo>
                <a:lnTo>
                  <a:pt x="1555" y="1431"/>
                </a:lnTo>
                <a:lnTo>
                  <a:pt x="1555" y="1412"/>
                </a:lnTo>
                <a:lnTo>
                  <a:pt x="1557" y="139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21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Bens de uso e consumo pessoal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2" name="Conector reto 9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sp>
        <p:nvSpPr>
          <p:cNvPr id="333" name="Retângulo: Cantos Arredondados 2"/>
          <p:cNvSpPr/>
          <p:nvPr/>
        </p:nvSpPr>
        <p:spPr>
          <a:xfrm>
            <a:off x="666720" y="1462680"/>
            <a:ext cx="2676240" cy="2314080"/>
          </a:xfrm>
          <a:prstGeom prst="roundRect">
            <a:avLst>
              <a:gd name="adj" fmla="val 16667"/>
            </a:avLst>
          </a:prstGeom>
          <a:solidFill>
            <a:srgbClr val="1a341b"/>
          </a:solidFill>
          <a:ln>
            <a:solidFill>
              <a:srgbClr val="0f47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a) joias, pedras e metais preciosos;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b) obras de arte e antiguidades de valor histórico ou arqueológico;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c) bebidas alcoólicas;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d) derivados do tabaco;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e) armas e munições;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f) bens e serviços recreativos, esportivos e estéticos;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CaixaDeTexto 11"/>
          <p:cNvSpPr/>
          <p:nvPr/>
        </p:nvSpPr>
        <p:spPr>
          <a:xfrm>
            <a:off x="976320" y="985680"/>
            <a:ext cx="20570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Os seguintes bens: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CaixaDeTexto 12"/>
          <p:cNvSpPr/>
          <p:nvPr/>
        </p:nvSpPr>
        <p:spPr>
          <a:xfrm>
            <a:off x="73800" y="4009680"/>
            <a:ext cx="3862080" cy="10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Exceção acima será flexibilizada quando destinados à atividade fim.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Ex: Fabricação de bebidas, armas para empresa de segurança, entre outras.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6" name="Google Shape;406;p42"/>
          <p:cNvCxnSpPr/>
          <p:nvPr/>
        </p:nvCxnSpPr>
        <p:spPr>
          <a:xfrm>
            <a:off x="4313160" y="1065240"/>
            <a:ext cx="360" cy="4320360"/>
          </a:xfrm>
          <a:prstGeom prst="straightConnector1">
            <a:avLst/>
          </a:prstGeom>
          <a:ln w="9525">
            <a:solidFill>
              <a:srgbClr val="1a341b"/>
            </a:solidFill>
            <a:prstDash val="lgDashDotDot"/>
            <a:round/>
          </a:ln>
        </p:spPr>
      </p:cxnSp>
      <p:sp>
        <p:nvSpPr>
          <p:cNvPr id="337" name="CaixaDeTexto 14"/>
          <p:cNvSpPr/>
          <p:nvPr/>
        </p:nvSpPr>
        <p:spPr>
          <a:xfrm>
            <a:off x="4938840" y="985680"/>
            <a:ext cx="66625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Os seguintes bens e serviços fornecidos de forma não onerosa ou a valor inferior ao de marcado para: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etângulo: Cantos Arredondados 15"/>
          <p:cNvSpPr/>
          <p:nvPr/>
        </p:nvSpPr>
        <p:spPr>
          <a:xfrm>
            <a:off x="4784400" y="1739520"/>
            <a:ext cx="6971040" cy="1689120"/>
          </a:xfrm>
          <a:prstGeom prst="roundRect">
            <a:avLst>
              <a:gd name="adj" fmla="val 16667"/>
            </a:avLst>
          </a:prstGeom>
          <a:solidFill>
            <a:srgbClr val="1a341b"/>
          </a:solidFill>
          <a:ln>
            <a:solidFill>
              <a:srgbClr val="0f47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a) o próprio contribuinte, quando este for pessoa física;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b) as pessoas físicas que sejam sócios, acionistas, administradores e membros de conselhos de administração e fiscal e comitês de assessoramento do conselho de administração do contribuinte previstos em lei;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c) os empregados dos contribuintes de que tratam as alíneas “a” e “b” deste inciso; 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d) os cônjuges, companheiros ou parentes, consanguíneos ou afins, até o terceiro grau, das pessoas físicas referidas nas alíneas “a”, “b” e “c” deste inciso.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CaixaDeTexto 16"/>
          <p:cNvSpPr/>
          <p:nvPr/>
        </p:nvSpPr>
        <p:spPr>
          <a:xfrm>
            <a:off x="4622760" y="3541680"/>
            <a:ext cx="713268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Exceção acima será flexibilizada para um rol de itens classificados na própria Lei complementar, tais como EPIs, fardamentos, serviços de saúde, planos de saúde, creche, benefícios trabalhistas.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Freeform 79"/>
          <p:cNvSpPr/>
          <p:nvPr/>
        </p:nvSpPr>
        <p:spPr>
          <a:xfrm>
            <a:off x="4606920" y="4652280"/>
            <a:ext cx="597960" cy="883800"/>
          </a:xfrm>
          <a:custGeom>
            <a:avLst/>
            <a:gdLst>
              <a:gd name="textAreaLeft" fmla="*/ 0 w 597960"/>
              <a:gd name="textAreaRight" fmla="*/ 598320 w 597960"/>
              <a:gd name="textAreaTop" fmla="*/ 0 h 883800"/>
              <a:gd name="textAreaBottom" fmla="*/ 884160 h 883800"/>
              <a:gd name="GluePoint1X" fmla="*/ 0 w 3218"/>
              <a:gd name="GluePoint1Y" fmla="*/ 2147483647 h 4763"/>
              <a:gd name="GluePoint2X" fmla="*/ 2147483647 w 3218"/>
              <a:gd name="GluePoint2Y" fmla="*/ 2147483647 h 4763"/>
              <a:gd name="GluePoint3X" fmla="*/ 2147483647 w 3218"/>
              <a:gd name="GluePoint3Y" fmla="*/ 2147483647 h 4763"/>
              <a:gd name="GluePoint4X" fmla="*/ 2147483647 w 3218"/>
              <a:gd name="GluePoint4Y" fmla="*/ 2147483647 h 4763"/>
              <a:gd name="GluePoint5X" fmla="*/ 2147483647 w 3218"/>
              <a:gd name="GluePoint5Y" fmla="*/ 2147483647 h 4763"/>
              <a:gd name="GluePoint6X" fmla="*/ 2147483647 w 3218"/>
              <a:gd name="GluePoint6Y" fmla="*/ 2147483647 h 4763"/>
              <a:gd name="GluePoint7X" fmla="*/ 2147483647 w 3218"/>
              <a:gd name="GluePoint7Y" fmla="*/ 2147483647 h 4763"/>
              <a:gd name="GluePoint8X" fmla="*/ 2147483647 w 3218"/>
              <a:gd name="GluePoint8Y" fmla="*/ 2147483647 h 4763"/>
              <a:gd name="GluePoint9X" fmla="*/ 2147483647 w 3218"/>
              <a:gd name="GluePoint9Y" fmla="*/ 2147483647 h 4763"/>
              <a:gd name="GluePoint10X" fmla="*/ 2147483647 w 3218"/>
              <a:gd name="GluePoint10Y" fmla="*/ 2147483647 h 4763"/>
              <a:gd name="GluePoint11X" fmla="*/ 2147483647 w 3218"/>
              <a:gd name="GluePoint11Y" fmla="*/ 2147483647 h 4763"/>
              <a:gd name="GluePoint12X" fmla="*/ 2147483647 w 3218"/>
              <a:gd name="GluePoint12Y" fmla="*/ 2147483647 h 4763"/>
              <a:gd name="GluePoint13X" fmla="*/ 2147483647 w 3218"/>
              <a:gd name="GluePoint13Y" fmla="*/ 2147483647 h 4763"/>
              <a:gd name="GluePoint14X" fmla="*/ 2147483647 w 3218"/>
              <a:gd name="GluePoint14Y" fmla="*/ 2147483647 h 4763"/>
              <a:gd name="GluePoint15X" fmla="*/ 2147483647 w 3218"/>
              <a:gd name="GluePoint15Y" fmla="*/ 2147483647 h 4763"/>
              <a:gd name="GluePoint16X" fmla="*/ 2147483647 w 3218"/>
              <a:gd name="GluePoint16Y" fmla="*/ 2147483647 h 4763"/>
              <a:gd name="GluePoint17X" fmla="*/ 2147483647 w 3218"/>
              <a:gd name="GluePoint17Y" fmla="*/ 2147483647 h 4763"/>
              <a:gd name="GluePoint18X" fmla="*/ 2147483647 w 3218"/>
              <a:gd name="GluePoint18Y" fmla="*/ 2147483647 h 4763"/>
              <a:gd name="GluePoint19X" fmla="*/ 2147483647 w 3218"/>
              <a:gd name="GluePoint19Y" fmla="*/ 2147483647 h 4763"/>
              <a:gd name="GluePoint20X" fmla="*/ 2147483647 w 3218"/>
              <a:gd name="GluePoint20Y" fmla="*/ 2147483647 h 4763"/>
              <a:gd name="GluePoint21X" fmla="*/ 2147483647 w 3218"/>
              <a:gd name="GluePoint21Y" fmla="*/ 2147483647 h 4763"/>
              <a:gd name="GluePoint22X" fmla="*/ 2147483647 w 3218"/>
              <a:gd name="GluePoint22Y" fmla="*/ 2147483647 h 4763"/>
              <a:gd name="GluePoint23X" fmla="*/ 2147483647 w 3218"/>
              <a:gd name="GluePoint23Y" fmla="*/ 2147483647 h 4763"/>
              <a:gd name="GluePoint24X" fmla="*/ 2147483647 w 3218"/>
              <a:gd name="GluePoint24Y" fmla="*/ 2147483647 h 4763"/>
              <a:gd name="GluePoint25X" fmla="*/ 2147483647 w 3218"/>
              <a:gd name="GluePoint25Y" fmla="*/ 2147483647 h 4763"/>
              <a:gd name="GluePoint26X" fmla="*/ 2147483647 w 3218"/>
              <a:gd name="GluePoint26Y" fmla="*/ 2147483647 h 4763"/>
              <a:gd name="GluePoint27X" fmla="*/ 2147483647 w 3218"/>
              <a:gd name="GluePoint27Y" fmla="*/ 2147483647 h 4763"/>
              <a:gd name="GluePoint28X" fmla="*/ 2147483647 w 3218"/>
              <a:gd name="GluePoint28Y" fmla="*/ 2147483647 h 4763"/>
              <a:gd name="GluePoint29X" fmla="*/ 2147483647 w 3218"/>
              <a:gd name="GluePoint29Y" fmla="*/ 2147483647 h 4763"/>
              <a:gd name="GluePoint30X" fmla="*/ 2147483647 w 3218"/>
              <a:gd name="GluePoint30Y" fmla="*/ 2147483647 h 4763"/>
              <a:gd name="GluePoint31X" fmla="*/ 2147483647 w 3218"/>
              <a:gd name="GluePoint31Y" fmla="*/ 2147483647 h 4763"/>
              <a:gd name="GluePoint32X" fmla="*/ 2147483647 w 3218"/>
              <a:gd name="GluePoint32Y" fmla="*/ 2147483647 h 4763"/>
              <a:gd name="GluePoint33X" fmla="*/ 2147483647 w 3218"/>
              <a:gd name="GluePoint33Y" fmla="*/ 2147483647 h 4763"/>
              <a:gd name="GluePoint34X" fmla="*/ 2147483647 w 3218"/>
              <a:gd name="GluePoint34Y" fmla="*/ 2147483647 h 4763"/>
              <a:gd name="GluePoint35X" fmla="*/ 2147483647 w 3218"/>
              <a:gd name="GluePoint35Y" fmla="*/ 2147483647 h 4763"/>
              <a:gd name="GluePoint36X" fmla="*/ 2147483647 w 3218"/>
              <a:gd name="GluePoint36Y" fmla="*/ 2147483647 h 4763"/>
              <a:gd name="GluePoint37X" fmla="*/ 2147483647 w 3218"/>
              <a:gd name="GluePoint37Y" fmla="*/ 2147483647 h 4763"/>
              <a:gd name="GluePoint38X" fmla="*/ 2147483647 w 3218"/>
              <a:gd name="GluePoint38Y" fmla="*/ 2147483647 h 4763"/>
              <a:gd name="GluePoint39X" fmla="*/ 2147483647 w 3218"/>
              <a:gd name="GluePoint39Y" fmla="*/ 2147483647 h 4763"/>
              <a:gd name="GluePoint40X" fmla="*/ 2147483647 w 3218"/>
              <a:gd name="GluePoint40Y" fmla="*/ 2147483647 h 4763"/>
              <a:gd name="GluePoint41X" fmla="*/ 2147483647 w 3218"/>
              <a:gd name="GluePoint41Y" fmla="*/ 2147483647 h 4763"/>
              <a:gd name="GluePoint42X" fmla="*/ 2147483647 w 3218"/>
              <a:gd name="GluePoint42Y" fmla="*/ 2147483647 h 4763"/>
              <a:gd name="GluePoint43X" fmla="*/ 2147483647 w 3218"/>
              <a:gd name="GluePoint43Y" fmla="*/ 2147483647 h 4763"/>
              <a:gd name="GluePoint44X" fmla="*/ 2147483647 w 3218"/>
              <a:gd name="GluePoint44Y" fmla="*/ 0 h 4763"/>
              <a:gd name="GluePoint45X" fmla="*/ 2147483647 w 3218"/>
              <a:gd name="GluePoint45Y" fmla="*/ 2147483647 h 4763"/>
              <a:gd name="GluePoint46X" fmla="*/ 2147483647 w 3218"/>
              <a:gd name="GluePoint46Y" fmla="*/ 2147483647 h 4763"/>
              <a:gd name="GluePoint47X" fmla="*/ 2147483647 w 3218"/>
              <a:gd name="GluePoint47Y" fmla="*/ 2147483647 h 4763"/>
              <a:gd name="GluePoint48X" fmla="*/ 2147483647 w 3218"/>
              <a:gd name="GluePoint48Y" fmla="*/ 2147483647 h 4763"/>
              <a:gd name="GluePoint49X" fmla="*/ 2147483647 w 3218"/>
              <a:gd name="GluePoint49Y" fmla="*/ 2147483647 h 4763"/>
              <a:gd name="GluePoint50X" fmla="*/ 2147483647 w 3218"/>
              <a:gd name="GluePoint50Y" fmla="*/ 2147483647 h 4763"/>
              <a:gd name="GluePoint51X" fmla="*/ 2147483647 w 3218"/>
              <a:gd name="GluePoint51Y" fmla="*/ 2147483647 h 4763"/>
              <a:gd name="GluePoint52X" fmla="*/ 2147483647 w 3218"/>
              <a:gd name="GluePoint52Y" fmla="*/ 2147483647 h 4763"/>
              <a:gd name="GluePoint53X" fmla="*/ 2147483647 w 3218"/>
              <a:gd name="GluePoint53Y" fmla="*/ 2147483647 h 4763"/>
              <a:gd name="GluePoint54X" fmla="*/ 2147483647 w 3218"/>
              <a:gd name="GluePoint54Y" fmla="*/ 2147483647 h 4763"/>
              <a:gd name="GluePoint55X" fmla="*/ 2147483647 w 3218"/>
              <a:gd name="GluePoint55Y" fmla="*/ 2147483647 h 4763"/>
              <a:gd name="GluePoint56X" fmla="*/ 2147483647 w 3218"/>
              <a:gd name="GluePoint56Y" fmla="*/ 2147483647 h 4763"/>
              <a:gd name="GluePoint57X" fmla="*/ 2147483647 w 3218"/>
              <a:gd name="GluePoint57Y" fmla="*/ 2147483647 h 4763"/>
              <a:gd name="GluePoint58X" fmla="*/ 2147483647 w 3218"/>
              <a:gd name="GluePoint58Y" fmla="*/ 2147483647 h 4763"/>
              <a:gd name="GluePoint59X" fmla="*/ 2147483647 w 3218"/>
              <a:gd name="GluePoint59Y" fmla="*/ 2147483647 h 4763"/>
              <a:gd name="GluePoint60X" fmla="*/ 2147483647 w 3218"/>
              <a:gd name="GluePoint60Y" fmla="*/ 2147483647 h 4763"/>
              <a:gd name="GluePoint61X" fmla="*/ 2147483647 w 3218"/>
              <a:gd name="GluePoint61Y" fmla="*/ 2147483647 h 4763"/>
              <a:gd name="GluePoint62X" fmla="*/ 2147483647 w 3218"/>
              <a:gd name="GluePoint62Y" fmla="*/ 2147483647 h 4763"/>
              <a:gd name="GluePoint63X" fmla="*/ 2147483647 w 3218"/>
              <a:gd name="GluePoint63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</a:cxnLst>
            <a:rect l="textAreaLeft" t="textAreaTop" r="textAreaRight" b="textAreaBottom"/>
            <a:pathLst>
              <a:path w="3218" h="4763">
                <a:moveTo>
                  <a:pt x="4" y="3376"/>
                </a:moveTo>
                <a:lnTo>
                  <a:pt x="4" y="3376"/>
                </a:lnTo>
                <a:lnTo>
                  <a:pt x="1" y="3367"/>
                </a:lnTo>
                <a:lnTo>
                  <a:pt x="1" y="3359"/>
                </a:lnTo>
                <a:lnTo>
                  <a:pt x="0" y="3349"/>
                </a:lnTo>
                <a:lnTo>
                  <a:pt x="1" y="3341"/>
                </a:lnTo>
                <a:lnTo>
                  <a:pt x="2" y="3331"/>
                </a:lnTo>
                <a:lnTo>
                  <a:pt x="6" y="3323"/>
                </a:lnTo>
                <a:lnTo>
                  <a:pt x="8" y="3316"/>
                </a:lnTo>
                <a:lnTo>
                  <a:pt x="13" y="3308"/>
                </a:lnTo>
                <a:lnTo>
                  <a:pt x="18" y="3301"/>
                </a:lnTo>
                <a:lnTo>
                  <a:pt x="23" y="3293"/>
                </a:lnTo>
                <a:lnTo>
                  <a:pt x="28" y="3288"/>
                </a:lnTo>
                <a:lnTo>
                  <a:pt x="36" y="3282"/>
                </a:lnTo>
                <a:lnTo>
                  <a:pt x="43" y="3277"/>
                </a:lnTo>
                <a:lnTo>
                  <a:pt x="50" y="3272"/>
                </a:lnTo>
                <a:lnTo>
                  <a:pt x="58" y="3269"/>
                </a:lnTo>
                <a:lnTo>
                  <a:pt x="68" y="3266"/>
                </a:lnTo>
                <a:lnTo>
                  <a:pt x="597" y="3124"/>
                </a:lnTo>
                <a:lnTo>
                  <a:pt x="1012" y="4672"/>
                </a:lnTo>
                <a:lnTo>
                  <a:pt x="668" y="4763"/>
                </a:lnTo>
                <a:lnTo>
                  <a:pt x="4" y="3376"/>
                </a:lnTo>
                <a:close/>
                <a:moveTo>
                  <a:pt x="1768" y="2912"/>
                </a:moveTo>
                <a:lnTo>
                  <a:pt x="1768" y="2912"/>
                </a:lnTo>
                <a:lnTo>
                  <a:pt x="1791" y="2876"/>
                </a:lnTo>
                <a:lnTo>
                  <a:pt x="1803" y="2857"/>
                </a:lnTo>
                <a:lnTo>
                  <a:pt x="1814" y="2838"/>
                </a:lnTo>
                <a:lnTo>
                  <a:pt x="1825" y="2819"/>
                </a:lnTo>
                <a:lnTo>
                  <a:pt x="1834" y="2799"/>
                </a:lnTo>
                <a:lnTo>
                  <a:pt x="1842" y="2779"/>
                </a:lnTo>
                <a:lnTo>
                  <a:pt x="1848" y="2760"/>
                </a:lnTo>
                <a:lnTo>
                  <a:pt x="1853" y="2740"/>
                </a:lnTo>
                <a:lnTo>
                  <a:pt x="1857" y="2720"/>
                </a:lnTo>
                <a:lnTo>
                  <a:pt x="1858" y="2700"/>
                </a:lnTo>
                <a:lnTo>
                  <a:pt x="1857" y="2678"/>
                </a:lnTo>
                <a:lnTo>
                  <a:pt x="1853" y="2658"/>
                </a:lnTo>
                <a:lnTo>
                  <a:pt x="1846" y="2638"/>
                </a:lnTo>
                <a:lnTo>
                  <a:pt x="1836" y="2618"/>
                </a:lnTo>
                <a:lnTo>
                  <a:pt x="1825" y="2598"/>
                </a:lnTo>
                <a:lnTo>
                  <a:pt x="1519" y="2861"/>
                </a:lnTo>
                <a:lnTo>
                  <a:pt x="1421" y="2917"/>
                </a:lnTo>
                <a:lnTo>
                  <a:pt x="1463" y="2912"/>
                </a:lnTo>
                <a:lnTo>
                  <a:pt x="1505" y="2908"/>
                </a:lnTo>
                <a:lnTo>
                  <a:pt x="1564" y="2912"/>
                </a:lnTo>
                <a:lnTo>
                  <a:pt x="1629" y="2914"/>
                </a:lnTo>
                <a:lnTo>
                  <a:pt x="1698" y="2914"/>
                </a:lnTo>
                <a:lnTo>
                  <a:pt x="1768" y="2912"/>
                </a:lnTo>
                <a:close/>
                <a:moveTo>
                  <a:pt x="2284" y="2754"/>
                </a:moveTo>
                <a:lnTo>
                  <a:pt x="2284" y="2416"/>
                </a:lnTo>
                <a:lnTo>
                  <a:pt x="2046" y="2655"/>
                </a:lnTo>
                <a:lnTo>
                  <a:pt x="2049" y="2684"/>
                </a:lnTo>
                <a:lnTo>
                  <a:pt x="2049" y="2716"/>
                </a:lnTo>
                <a:lnTo>
                  <a:pt x="2045" y="2749"/>
                </a:lnTo>
                <a:lnTo>
                  <a:pt x="2039" y="2784"/>
                </a:lnTo>
                <a:lnTo>
                  <a:pt x="2161" y="2770"/>
                </a:lnTo>
                <a:lnTo>
                  <a:pt x="2284" y="2754"/>
                </a:lnTo>
                <a:close/>
                <a:moveTo>
                  <a:pt x="1937" y="2441"/>
                </a:moveTo>
                <a:lnTo>
                  <a:pt x="1937" y="2235"/>
                </a:lnTo>
                <a:lnTo>
                  <a:pt x="2379" y="2235"/>
                </a:lnTo>
                <a:lnTo>
                  <a:pt x="2379" y="2742"/>
                </a:lnTo>
                <a:lnTo>
                  <a:pt x="2451" y="2733"/>
                </a:lnTo>
                <a:lnTo>
                  <a:pt x="2475" y="2731"/>
                </a:lnTo>
                <a:lnTo>
                  <a:pt x="2499" y="2732"/>
                </a:lnTo>
                <a:lnTo>
                  <a:pt x="2520" y="2735"/>
                </a:lnTo>
                <a:lnTo>
                  <a:pt x="2540" y="2740"/>
                </a:lnTo>
                <a:lnTo>
                  <a:pt x="2560" y="2748"/>
                </a:lnTo>
                <a:lnTo>
                  <a:pt x="2578" y="2758"/>
                </a:lnTo>
                <a:lnTo>
                  <a:pt x="2595" y="2770"/>
                </a:lnTo>
                <a:lnTo>
                  <a:pt x="2610" y="2783"/>
                </a:lnTo>
                <a:lnTo>
                  <a:pt x="2624" y="2798"/>
                </a:lnTo>
                <a:lnTo>
                  <a:pt x="2637" y="2815"/>
                </a:lnTo>
                <a:lnTo>
                  <a:pt x="2648" y="2832"/>
                </a:lnTo>
                <a:lnTo>
                  <a:pt x="2659" y="2851"/>
                </a:lnTo>
                <a:lnTo>
                  <a:pt x="2668" y="2872"/>
                </a:lnTo>
                <a:lnTo>
                  <a:pt x="2677" y="2893"/>
                </a:lnTo>
                <a:lnTo>
                  <a:pt x="2684" y="2915"/>
                </a:lnTo>
                <a:lnTo>
                  <a:pt x="2688" y="2938"/>
                </a:lnTo>
                <a:lnTo>
                  <a:pt x="2693" y="2960"/>
                </a:lnTo>
                <a:lnTo>
                  <a:pt x="2697" y="2984"/>
                </a:lnTo>
                <a:lnTo>
                  <a:pt x="2698" y="3007"/>
                </a:lnTo>
                <a:lnTo>
                  <a:pt x="2699" y="3030"/>
                </a:lnTo>
                <a:lnTo>
                  <a:pt x="2699" y="3054"/>
                </a:lnTo>
                <a:lnTo>
                  <a:pt x="2697" y="3077"/>
                </a:lnTo>
                <a:lnTo>
                  <a:pt x="2694" y="3099"/>
                </a:lnTo>
                <a:lnTo>
                  <a:pt x="2691" y="3122"/>
                </a:lnTo>
                <a:lnTo>
                  <a:pt x="2686" y="3143"/>
                </a:lnTo>
                <a:lnTo>
                  <a:pt x="2679" y="3164"/>
                </a:lnTo>
                <a:lnTo>
                  <a:pt x="2672" y="3183"/>
                </a:lnTo>
                <a:lnTo>
                  <a:pt x="2663" y="3202"/>
                </a:lnTo>
                <a:lnTo>
                  <a:pt x="2654" y="3219"/>
                </a:lnTo>
                <a:lnTo>
                  <a:pt x="2642" y="3235"/>
                </a:lnTo>
                <a:lnTo>
                  <a:pt x="2630" y="3250"/>
                </a:lnTo>
                <a:lnTo>
                  <a:pt x="2617" y="3261"/>
                </a:lnTo>
                <a:lnTo>
                  <a:pt x="2494" y="3370"/>
                </a:lnTo>
                <a:lnTo>
                  <a:pt x="2325" y="4007"/>
                </a:lnTo>
                <a:lnTo>
                  <a:pt x="2315" y="4038"/>
                </a:lnTo>
                <a:lnTo>
                  <a:pt x="2306" y="4067"/>
                </a:lnTo>
                <a:lnTo>
                  <a:pt x="2295" y="4097"/>
                </a:lnTo>
                <a:lnTo>
                  <a:pt x="2283" y="4124"/>
                </a:lnTo>
                <a:lnTo>
                  <a:pt x="2270" y="4150"/>
                </a:lnTo>
                <a:lnTo>
                  <a:pt x="2257" y="4175"/>
                </a:lnTo>
                <a:lnTo>
                  <a:pt x="2242" y="4199"/>
                </a:lnTo>
                <a:lnTo>
                  <a:pt x="2226" y="4220"/>
                </a:lnTo>
                <a:lnTo>
                  <a:pt x="2210" y="4240"/>
                </a:lnTo>
                <a:lnTo>
                  <a:pt x="2191" y="4259"/>
                </a:lnTo>
                <a:lnTo>
                  <a:pt x="2172" y="4277"/>
                </a:lnTo>
                <a:lnTo>
                  <a:pt x="2152" y="4293"/>
                </a:lnTo>
                <a:lnTo>
                  <a:pt x="2130" y="4306"/>
                </a:lnTo>
                <a:lnTo>
                  <a:pt x="2108" y="4317"/>
                </a:lnTo>
                <a:lnTo>
                  <a:pt x="2084" y="4327"/>
                </a:lnTo>
                <a:lnTo>
                  <a:pt x="2059" y="4335"/>
                </a:lnTo>
                <a:lnTo>
                  <a:pt x="1834" y="4393"/>
                </a:lnTo>
                <a:lnTo>
                  <a:pt x="1457" y="4493"/>
                </a:lnTo>
                <a:lnTo>
                  <a:pt x="1096" y="4430"/>
                </a:lnTo>
                <a:lnTo>
                  <a:pt x="1044" y="4227"/>
                </a:lnTo>
                <a:lnTo>
                  <a:pt x="1449" y="4298"/>
                </a:lnTo>
                <a:lnTo>
                  <a:pt x="1514" y="4282"/>
                </a:lnTo>
                <a:lnTo>
                  <a:pt x="1592" y="4263"/>
                </a:lnTo>
                <a:lnTo>
                  <a:pt x="1757" y="4225"/>
                </a:lnTo>
                <a:lnTo>
                  <a:pt x="1949" y="4182"/>
                </a:lnTo>
                <a:lnTo>
                  <a:pt x="1967" y="4176"/>
                </a:lnTo>
                <a:lnTo>
                  <a:pt x="1985" y="4170"/>
                </a:lnTo>
                <a:lnTo>
                  <a:pt x="2001" y="4162"/>
                </a:lnTo>
                <a:lnTo>
                  <a:pt x="2017" y="4154"/>
                </a:lnTo>
                <a:lnTo>
                  <a:pt x="2031" y="4143"/>
                </a:lnTo>
                <a:lnTo>
                  <a:pt x="2045" y="4131"/>
                </a:lnTo>
                <a:lnTo>
                  <a:pt x="2058" y="4119"/>
                </a:lnTo>
                <a:lnTo>
                  <a:pt x="2071" y="4105"/>
                </a:lnTo>
                <a:lnTo>
                  <a:pt x="2082" y="4091"/>
                </a:lnTo>
                <a:lnTo>
                  <a:pt x="2092" y="4074"/>
                </a:lnTo>
                <a:lnTo>
                  <a:pt x="2102" y="4058"/>
                </a:lnTo>
                <a:lnTo>
                  <a:pt x="2111" y="4041"/>
                </a:lnTo>
                <a:lnTo>
                  <a:pt x="2120" y="4022"/>
                </a:lnTo>
                <a:lnTo>
                  <a:pt x="2127" y="4003"/>
                </a:lnTo>
                <a:lnTo>
                  <a:pt x="2134" y="3984"/>
                </a:lnTo>
                <a:lnTo>
                  <a:pt x="2140" y="3964"/>
                </a:lnTo>
                <a:lnTo>
                  <a:pt x="2327" y="3264"/>
                </a:lnTo>
                <a:lnTo>
                  <a:pt x="2462" y="3148"/>
                </a:lnTo>
                <a:lnTo>
                  <a:pt x="2474" y="3137"/>
                </a:lnTo>
                <a:lnTo>
                  <a:pt x="2485" y="3126"/>
                </a:lnTo>
                <a:lnTo>
                  <a:pt x="2493" y="3114"/>
                </a:lnTo>
                <a:lnTo>
                  <a:pt x="2501" y="3104"/>
                </a:lnTo>
                <a:lnTo>
                  <a:pt x="2508" y="3091"/>
                </a:lnTo>
                <a:lnTo>
                  <a:pt x="2514" y="3079"/>
                </a:lnTo>
                <a:lnTo>
                  <a:pt x="2518" y="3066"/>
                </a:lnTo>
                <a:lnTo>
                  <a:pt x="2520" y="3053"/>
                </a:lnTo>
                <a:lnTo>
                  <a:pt x="2521" y="3040"/>
                </a:lnTo>
                <a:lnTo>
                  <a:pt x="2521" y="3026"/>
                </a:lnTo>
                <a:lnTo>
                  <a:pt x="2519" y="3013"/>
                </a:lnTo>
                <a:lnTo>
                  <a:pt x="2514" y="2998"/>
                </a:lnTo>
                <a:lnTo>
                  <a:pt x="2508" y="2984"/>
                </a:lnTo>
                <a:lnTo>
                  <a:pt x="2501" y="2970"/>
                </a:lnTo>
                <a:lnTo>
                  <a:pt x="2491" y="2957"/>
                </a:lnTo>
                <a:lnTo>
                  <a:pt x="2479" y="2943"/>
                </a:lnTo>
                <a:lnTo>
                  <a:pt x="2474" y="2938"/>
                </a:lnTo>
                <a:lnTo>
                  <a:pt x="2467" y="2934"/>
                </a:lnTo>
                <a:lnTo>
                  <a:pt x="2457" y="2931"/>
                </a:lnTo>
                <a:lnTo>
                  <a:pt x="2445" y="2928"/>
                </a:lnTo>
                <a:lnTo>
                  <a:pt x="2431" y="2927"/>
                </a:lnTo>
                <a:lnTo>
                  <a:pt x="2415" y="2927"/>
                </a:lnTo>
                <a:lnTo>
                  <a:pt x="2396" y="2928"/>
                </a:lnTo>
                <a:lnTo>
                  <a:pt x="2376" y="2931"/>
                </a:lnTo>
                <a:lnTo>
                  <a:pt x="2001" y="2977"/>
                </a:lnTo>
                <a:lnTo>
                  <a:pt x="1963" y="2987"/>
                </a:lnTo>
                <a:lnTo>
                  <a:pt x="1924" y="2994"/>
                </a:lnTo>
                <a:lnTo>
                  <a:pt x="1883" y="2998"/>
                </a:lnTo>
                <a:lnTo>
                  <a:pt x="1841" y="3003"/>
                </a:lnTo>
                <a:lnTo>
                  <a:pt x="1799" y="3007"/>
                </a:lnTo>
                <a:lnTo>
                  <a:pt x="1757" y="3008"/>
                </a:lnTo>
                <a:lnTo>
                  <a:pt x="1717" y="3009"/>
                </a:lnTo>
                <a:lnTo>
                  <a:pt x="1679" y="3009"/>
                </a:lnTo>
                <a:lnTo>
                  <a:pt x="1616" y="3009"/>
                </a:lnTo>
                <a:lnTo>
                  <a:pt x="1564" y="3007"/>
                </a:lnTo>
                <a:lnTo>
                  <a:pt x="1504" y="3004"/>
                </a:lnTo>
                <a:lnTo>
                  <a:pt x="1476" y="3004"/>
                </a:lnTo>
                <a:lnTo>
                  <a:pt x="1450" y="3005"/>
                </a:lnTo>
                <a:lnTo>
                  <a:pt x="1423" y="3008"/>
                </a:lnTo>
                <a:lnTo>
                  <a:pt x="1396" y="3010"/>
                </a:lnTo>
                <a:lnTo>
                  <a:pt x="1367" y="3015"/>
                </a:lnTo>
                <a:lnTo>
                  <a:pt x="1340" y="3020"/>
                </a:lnTo>
                <a:lnTo>
                  <a:pt x="1312" y="3026"/>
                </a:lnTo>
                <a:lnTo>
                  <a:pt x="1283" y="3033"/>
                </a:lnTo>
                <a:lnTo>
                  <a:pt x="1256" y="3040"/>
                </a:lnTo>
                <a:lnTo>
                  <a:pt x="1227" y="3049"/>
                </a:lnTo>
                <a:lnTo>
                  <a:pt x="1200" y="3059"/>
                </a:lnTo>
                <a:lnTo>
                  <a:pt x="1173" y="3069"/>
                </a:lnTo>
                <a:lnTo>
                  <a:pt x="1146" y="3080"/>
                </a:lnTo>
                <a:lnTo>
                  <a:pt x="1118" y="3093"/>
                </a:lnTo>
                <a:lnTo>
                  <a:pt x="1092" y="3106"/>
                </a:lnTo>
                <a:lnTo>
                  <a:pt x="1066" y="3120"/>
                </a:lnTo>
                <a:lnTo>
                  <a:pt x="794" y="3277"/>
                </a:lnTo>
                <a:lnTo>
                  <a:pt x="744" y="3087"/>
                </a:lnTo>
                <a:lnTo>
                  <a:pt x="1409" y="2704"/>
                </a:lnTo>
                <a:lnTo>
                  <a:pt x="1829" y="2343"/>
                </a:lnTo>
                <a:lnTo>
                  <a:pt x="1859" y="2367"/>
                </a:lnTo>
                <a:lnTo>
                  <a:pt x="1886" y="2392"/>
                </a:lnTo>
                <a:lnTo>
                  <a:pt x="1912" y="2416"/>
                </a:lnTo>
                <a:lnTo>
                  <a:pt x="1937" y="2441"/>
                </a:lnTo>
                <a:close/>
                <a:moveTo>
                  <a:pt x="3217" y="0"/>
                </a:moveTo>
                <a:lnTo>
                  <a:pt x="3218" y="2140"/>
                </a:lnTo>
                <a:lnTo>
                  <a:pt x="1147" y="2140"/>
                </a:lnTo>
                <a:lnTo>
                  <a:pt x="1147" y="0"/>
                </a:lnTo>
                <a:lnTo>
                  <a:pt x="3217" y="0"/>
                </a:lnTo>
                <a:close/>
                <a:moveTo>
                  <a:pt x="3027" y="190"/>
                </a:moveTo>
                <a:lnTo>
                  <a:pt x="1336" y="190"/>
                </a:lnTo>
                <a:lnTo>
                  <a:pt x="1336" y="1951"/>
                </a:lnTo>
                <a:lnTo>
                  <a:pt x="3028" y="1951"/>
                </a:lnTo>
                <a:lnTo>
                  <a:pt x="3027" y="190"/>
                </a:lnTo>
                <a:close/>
                <a:moveTo>
                  <a:pt x="2276" y="1320"/>
                </a:moveTo>
                <a:lnTo>
                  <a:pt x="2088" y="1320"/>
                </a:lnTo>
                <a:lnTo>
                  <a:pt x="2041" y="934"/>
                </a:lnTo>
                <a:lnTo>
                  <a:pt x="2041" y="353"/>
                </a:lnTo>
                <a:lnTo>
                  <a:pt x="2323" y="353"/>
                </a:lnTo>
                <a:lnTo>
                  <a:pt x="2323" y="934"/>
                </a:lnTo>
                <a:lnTo>
                  <a:pt x="2276" y="1320"/>
                </a:lnTo>
                <a:close/>
                <a:moveTo>
                  <a:pt x="2353" y="1614"/>
                </a:moveTo>
                <a:lnTo>
                  <a:pt x="2353" y="1614"/>
                </a:lnTo>
                <a:lnTo>
                  <a:pt x="2352" y="1632"/>
                </a:lnTo>
                <a:lnTo>
                  <a:pt x="2350" y="1649"/>
                </a:lnTo>
                <a:lnTo>
                  <a:pt x="2345" y="1665"/>
                </a:lnTo>
                <a:lnTo>
                  <a:pt x="2339" y="1682"/>
                </a:lnTo>
                <a:lnTo>
                  <a:pt x="2332" y="1696"/>
                </a:lnTo>
                <a:lnTo>
                  <a:pt x="2323" y="1710"/>
                </a:lnTo>
                <a:lnTo>
                  <a:pt x="2313" y="1723"/>
                </a:lnTo>
                <a:lnTo>
                  <a:pt x="2302" y="1736"/>
                </a:lnTo>
                <a:lnTo>
                  <a:pt x="2289" y="1747"/>
                </a:lnTo>
                <a:lnTo>
                  <a:pt x="2276" y="1756"/>
                </a:lnTo>
                <a:lnTo>
                  <a:pt x="2262" y="1766"/>
                </a:lnTo>
                <a:lnTo>
                  <a:pt x="2246" y="1773"/>
                </a:lnTo>
                <a:lnTo>
                  <a:pt x="2231" y="1779"/>
                </a:lnTo>
                <a:lnTo>
                  <a:pt x="2216" y="1784"/>
                </a:lnTo>
                <a:lnTo>
                  <a:pt x="2199" y="1786"/>
                </a:lnTo>
                <a:lnTo>
                  <a:pt x="2182" y="1787"/>
                </a:lnTo>
                <a:lnTo>
                  <a:pt x="2165" y="1786"/>
                </a:lnTo>
                <a:lnTo>
                  <a:pt x="2148" y="1784"/>
                </a:lnTo>
                <a:lnTo>
                  <a:pt x="2132" y="1779"/>
                </a:lnTo>
                <a:lnTo>
                  <a:pt x="2116" y="1773"/>
                </a:lnTo>
                <a:lnTo>
                  <a:pt x="2101" y="1766"/>
                </a:lnTo>
                <a:lnTo>
                  <a:pt x="2088" y="1756"/>
                </a:lnTo>
                <a:lnTo>
                  <a:pt x="2075" y="1747"/>
                </a:lnTo>
                <a:lnTo>
                  <a:pt x="2062" y="1736"/>
                </a:lnTo>
                <a:lnTo>
                  <a:pt x="2051" y="1723"/>
                </a:lnTo>
                <a:lnTo>
                  <a:pt x="2040" y="1710"/>
                </a:lnTo>
                <a:lnTo>
                  <a:pt x="2032" y="1696"/>
                </a:lnTo>
                <a:lnTo>
                  <a:pt x="2025" y="1682"/>
                </a:lnTo>
                <a:lnTo>
                  <a:pt x="2019" y="1665"/>
                </a:lnTo>
                <a:lnTo>
                  <a:pt x="2014" y="1649"/>
                </a:lnTo>
                <a:lnTo>
                  <a:pt x="2012" y="1632"/>
                </a:lnTo>
                <a:lnTo>
                  <a:pt x="2011" y="1614"/>
                </a:lnTo>
                <a:lnTo>
                  <a:pt x="2012" y="1598"/>
                </a:lnTo>
                <a:lnTo>
                  <a:pt x="2014" y="1581"/>
                </a:lnTo>
                <a:lnTo>
                  <a:pt x="2019" y="1566"/>
                </a:lnTo>
                <a:lnTo>
                  <a:pt x="2025" y="1550"/>
                </a:lnTo>
                <a:lnTo>
                  <a:pt x="2032" y="1535"/>
                </a:lnTo>
                <a:lnTo>
                  <a:pt x="2040" y="1521"/>
                </a:lnTo>
                <a:lnTo>
                  <a:pt x="2051" y="1507"/>
                </a:lnTo>
                <a:lnTo>
                  <a:pt x="2062" y="1494"/>
                </a:lnTo>
                <a:lnTo>
                  <a:pt x="2075" y="1484"/>
                </a:lnTo>
                <a:lnTo>
                  <a:pt x="2088" y="1473"/>
                </a:lnTo>
                <a:lnTo>
                  <a:pt x="2101" y="1465"/>
                </a:lnTo>
                <a:lnTo>
                  <a:pt x="2116" y="1458"/>
                </a:lnTo>
                <a:lnTo>
                  <a:pt x="2132" y="1452"/>
                </a:lnTo>
                <a:lnTo>
                  <a:pt x="2148" y="1447"/>
                </a:lnTo>
                <a:lnTo>
                  <a:pt x="2165" y="1445"/>
                </a:lnTo>
                <a:lnTo>
                  <a:pt x="2182" y="1443"/>
                </a:lnTo>
                <a:lnTo>
                  <a:pt x="2199" y="1445"/>
                </a:lnTo>
                <a:lnTo>
                  <a:pt x="2216" y="1447"/>
                </a:lnTo>
                <a:lnTo>
                  <a:pt x="2231" y="1452"/>
                </a:lnTo>
                <a:lnTo>
                  <a:pt x="2246" y="1458"/>
                </a:lnTo>
                <a:lnTo>
                  <a:pt x="2262" y="1465"/>
                </a:lnTo>
                <a:lnTo>
                  <a:pt x="2276" y="1473"/>
                </a:lnTo>
                <a:lnTo>
                  <a:pt x="2289" y="1484"/>
                </a:lnTo>
                <a:lnTo>
                  <a:pt x="2302" y="1494"/>
                </a:lnTo>
                <a:lnTo>
                  <a:pt x="2313" y="1507"/>
                </a:lnTo>
                <a:lnTo>
                  <a:pt x="2323" y="1521"/>
                </a:lnTo>
                <a:lnTo>
                  <a:pt x="2332" y="1535"/>
                </a:lnTo>
                <a:lnTo>
                  <a:pt x="2339" y="1550"/>
                </a:lnTo>
                <a:lnTo>
                  <a:pt x="2345" y="1566"/>
                </a:lnTo>
                <a:lnTo>
                  <a:pt x="2350" y="1581"/>
                </a:lnTo>
                <a:lnTo>
                  <a:pt x="2352" y="1598"/>
                </a:lnTo>
                <a:lnTo>
                  <a:pt x="2353" y="1614"/>
                </a:lnTo>
                <a:close/>
              </a:path>
            </a:pathLst>
          </a:custGeom>
          <a:solidFill>
            <a:srgbClr val="ff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  <p:sp>
        <p:nvSpPr>
          <p:cNvPr id="341" name="CaixaDeTexto 18"/>
          <p:cNvSpPr/>
          <p:nvPr/>
        </p:nvSpPr>
        <p:spPr>
          <a:xfrm>
            <a:off x="5128560" y="4862880"/>
            <a:ext cx="647244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Previsão aberta de NÃO classificação de uso e consumo pessoal direcionada para um regulamento.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Split Payment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4" name="Conector reto 9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sp>
        <p:nvSpPr>
          <p:cNvPr id="345" name="Retângulo: Cantos Arredondados 7"/>
          <p:cNvSpPr/>
          <p:nvPr/>
        </p:nvSpPr>
        <p:spPr>
          <a:xfrm>
            <a:off x="504720" y="2007000"/>
            <a:ext cx="2409480" cy="899280"/>
          </a:xfrm>
          <a:prstGeom prst="roundRect">
            <a:avLst>
              <a:gd name="adj" fmla="val 16667"/>
            </a:avLst>
          </a:prstGeom>
          <a:solidFill>
            <a:srgbClr val="1a341b"/>
          </a:solidFill>
          <a:ln>
            <a:solidFill>
              <a:srgbClr val="0f47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6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Formas de pagamento*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46" name="Conector de Seta Reta 3"/>
          <p:cNvCxnSpPr/>
          <p:nvPr/>
        </p:nvCxnSpPr>
        <p:spPr>
          <a:xfrm flipV="1">
            <a:off x="2923920" y="1431000"/>
            <a:ext cx="2615040" cy="102600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cxnSp>
        <p:nvCxnSpPr>
          <p:cNvPr id="347" name="Conector de Seta Reta 11"/>
          <p:cNvCxnSpPr>
            <a:stCxn id="345" idx="3"/>
          </p:cNvCxnSpPr>
          <p:nvPr/>
        </p:nvCxnSpPr>
        <p:spPr>
          <a:xfrm flipV="1">
            <a:off x="2914200" y="2193120"/>
            <a:ext cx="2624760" cy="26388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cxnSp>
        <p:nvCxnSpPr>
          <p:cNvPr id="348" name="Conector de Seta Reta 13"/>
          <p:cNvCxnSpPr>
            <a:stCxn id="345" idx="3"/>
          </p:cNvCxnSpPr>
          <p:nvPr/>
        </p:nvCxnSpPr>
        <p:spPr>
          <a:xfrm>
            <a:off x="2914200" y="2456640"/>
            <a:ext cx="2624760" cy="45036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cxnSp>
        <p:nvCxnSpPr>
          <p:cNvPr id="349" name="Conector de Seta Reta 15"/>
          <p:cNvCxnSpPr/>
          <p:nvPr/>
        </p:nvCxnSpPr>
        <p:spPr>
          <a:xfrm>
            <a:off x="2923920" y="2456640"/>
            <a:ext cx="2572200" cy="122760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350" name="Google Shape;405;p42"/>
          <p:cNvSpPr/>
          <p:nvPr/>
        </p:nvSpPr>
        <p:spPr>
          <a:xfrm>
            <a:off x="5581800" y="1158120"/>
            <a:ext cx="381456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20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Recolhimento do saldo devedor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Google Shape;405;p42"/>
          <p:cNvSpPr/>
          <p:nvPr/>
        </p:nvSpPr>
        <p:spPr>
          <a:xfrm>
            <a:off x="5581800" y="1931400"/>
            <a:ext cx="355716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20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Split Payment (3 modalidades)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Google Shape;405;p42"/>
          <p:cNvSpPr/>
          <p:nvPr/>
        </p:nvSpPr>
        <p:spPr>
          <a:xfrm>
            <a:off x="5581800" y="2654280"/>
            <a:ext cx="355716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20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Recolhimento pelo adquirente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Google Shape;405;p42"/>
          <p:cNvSpPr/>
          <p:nvPr/>
        </p:nvSpPr>
        <p:spPr>
          <a:xfrm>
            <a:off x="5581800" y="3448800"/>
            <a:ext cx="355716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20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Compensação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Retângulo: Cantos Arredondados 20"/>
          <p:cNvSpPr/>
          <p:nvPr/>
        </p:nvSpPr>
        <p:spPr>
          <a:xfrm>
            <a:off x="504720" y="4204440"/>
            <a:ext cx="11353320" cy="1372680"/>
          </a:xfrm>
          <a:prstGeom prst="roundRect">
            <a:avLst>
              <a:gd name="adj" fmla="val 16667"/>
            </a:avLst>
          </a:prstGeom>
          <a:solidFill>
            <a:srgbClr val="1a341b"/>
          </a:solidFill>
          <a:ln>
            <a:solidFill>
              <a:srgbClr val="0f47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600" b="1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55" name="CaixaDeTexto 22"/>
          <p:cNvSpPr/>
          <p:nvPr/>
        </p:nvSpPr>
        <p:spPr>
          <a:xfrm>
            <a:off x="628560" y="4235400"/>
            <a:ext cx="564804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t-BR" sz="16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Compensação – Créditos do mesmo período;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t-BR" sz="16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Compensação – Créditos de períodos anteriores;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t-BR" sz="16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Ressarcimento por opção;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t-BR" sz="16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Apropriação por valor nominal;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t-BR" sz="16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Uso em 5 anos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CaixaDeTexto 23"/>
          <p:cNvSpPr/>
          <p:nvPr/>
        </p:nvSpPr>
        <p:spPr>
          <a:xfrm>
            <a:off x="6167520" y="4309560"/>
            <a:ext cx="5648040" cy="10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t-BR" sz="16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Crédito presumido: compras de produtor rural;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t-BR" sz="16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Crédito presumido: aquisição de serviços de transporte PF;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t-BR" sz="16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Crédito presumido: aquisição de resíduos sólidos de coletores incentivados (com exceções);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Freeform 73"/>
          <p:cNvSpPr/>
          <p:nvPr/>
        </p:nvSpPr>
        <p:spPr>
          <a:xfrm>
            <a:off x="11444760" y="2712240"/>
            <a:ext cx="696600" cy="756720"/>
          </a:xfrm>
          <a:custGeom>
            <a:avLst/>
            <a:gdLst>
              <a:gd name="textAreaLeft" fmla="*/ 0 w 696600"/>
              <a:gd name="textAreaRight" fmla="*/ 696960 w 696600"/>
              <a:gd name="textAreaTop" fmla="*/ 0 h 756720"/>
              <a:gd name="textAreaBottom" fmla="*/ 757080 h 756720"/>
              <a:gd name="GluePoint1X" fmla="*/ 2147483647 w 4384"/>
              <a:gd name="GluePoint1Y" fmla="*/ 2147483647 h 4763"/>
              <a:gd name="GluePoint2X" fmla="*/ 2147483647 w 4384"/>
              <a:gd name="GluePoint2Y" fmla="*/ 2147483647 h 4763"/>
              <a:gd name="GluePoint3X" fmla="*/ 2147483647 w 4384"/>
              <a:gd name="GluePoint3Y" fmla="*/ 2147483647 h 4763"/>
              <a:gd name="GluePoint4X" fmla="*/ 2147483647 w 4384"/>
              <a:gd name="GluePoint4Y" fmla="*/ 2147483647 h 4763"/>
              <a:gd name="GluePoint5X" fmla="*/ 2147483647 w 4384"/>
              <a:gd name="GluePoint5Y" fmla="*/ 2147483647 h 4763"/>
              <a:gd name="GluePoint6X" fmla="*/ 2147483647 w 4384"/>
              <a:gd name="GluePoint6Y" fmla="*/ 2147483647 h 4763"/>
              <a:gd name="GluePoint7X" fmla="*/ 2147483647 w 4384"/>
              <a:gd name="GluePoint7Y" fmla="*/ 2147483647 h 4763"/>
              <a:gd name="GluePoint8X" fmla="*/ 2147483647 w 4384"/>
              <a:gd name="GluePoint8Y" fmla="*/ 2147483647 h 4763"/>
              <a:gd name="GluePoint9X" fmla="*/ 2147483647 w 4384"/>
              <a:gd name="GluePoint9Y" fmla="*/ 2147483647 h 4763"/>
              <a:gd name="GluePoint10X" fmla="*/ 2147483647 w 4384"/>
              <a:gd name="GluePoint10Y" fmla="*/ 2147483647 h 4763"/>
              <a:gd name="GluePoint11X" fmla="*/ 2147483647 w 4384"/>
              <a:gd name="GluePoint11Y" fmla="*/ 2147483647 h 4763"/>
              <a:gd name="GluePoint12X" fmla="*/ 2147483647 w 4384"/>
              <a:gd name="GluePoint12Y" fmla="*/ 2147483647 h 4763"/>
              <a:gd name="GluePoint13X" fmla="*/ 2147483647 w 4384"/>
              <a:gd name="GluePoint13Y" fmla="*/ 2147483647 h 4763"/>
              <a:gd name="GluePoint14X" fmla="*/ 2147483647 w 4384"/>
              <a:gd name="GluePoint14Y" fmla="*/ 2147483647 h 4763"/>
              <a:gd name="GluePoint15X" fmla="*/ 2147483647 w 4384"/>
              <a:gd name="GluePoint15Y" fmla="*/ 2147483647 h 4763"/>
              <a:gd name="GluePoint16X" fmla="*/ 2147483647 w 4384"/>
              <a:gd name="GluePoint16Y" fmla="*/ 2147483647 h 4763"/>
              <a:gd name="GluePoint17X" fmla="*/ 2147483647 w 4384"/>
              <a:gd name="GluePoint17Y" fmla="*/ 2147483647 h 4763"/>
              <a:gd name="GluePoint18X" fmla="*/ 2147483647 w 4384"/>
              <a:gd name="GluePoint18Y" fmla="*/ 2147483647 h 4763"/>
              <a:gd name="GluePoint19X" fmla="*/ 2147483647 w 4384"/>
              <a:gd name="GluePoint19Y" fmla="*/ 2147483647 h 4763"/>
              <a:gd name="GluePoint20X" fmla="*/ 2147483647 w 4384"/>
              <a:gd name="GluePoint20Y" fmla="*/ 2147483647 h 4763"/>
              <a:gd name="GluePoint21X" fmla="*/ 2147483647 w 4384"/>
              <a:gd name="GluePoint21Y" fmla="*/ 2147483647 h 4763"/>
              <a:gd name="GluePoint22X" fmla="*/ 2147483647 w 4384"/>
              <a:gd name="GluePoint22Y" fmla="*/ 2147483647 h 4763"/>
              <a:gd name="GluePoint23X" fmla="*/ 2147483647 w 4384"/>
              <a:gd name="GluePoint23Y" fmla="*/ 2147483647 h 4763"/>
              <a:gd name="GluePoint24X" fmla="*/ 2147483647 w 4384"/>
              <a:gd name="GluePoint24Y" fmla="*/ 2147483647 h 4763"/>
              <a:gd name="GluePoint25X" fmla="*/ 2147483647 w 4384"/>
              <a:gd name="GluePoint25Y" fmla="*/ 2147483647 h 4763"/>
              <a:gd name="GluePoint26X" fmla="*/ 2147483647 w 4384"/>
              <a:gd name="GluePoint26Y" fmla="*/ 2147483647 h 4763"/>
              <a:gd name="GluePoint27X" fmla="*/ 2147483647 w 4384"/>
              <a:gd name="GluePoint27Y" fmla="*/ 2147483647 h 4763"/>
              <a:gd name="GluePoint28X" fmla="*/ 2147483647 w 4384"/>
              <a:gd name="GluePoint28Y" fmla="*/ 2147483647 h 4763"/>
              <a:gd name="GluePoint29X" fmla="*/ 2147483647 w 4384"/>
              <a:gd name="GluePoint29Y" fmla="*/ 2147483647 h 4763"/>
              <a:gd name="GluePoint30X" fmla="*/ 2147483647 w 4384"/>
              <a:gd name="GluePoint30Y" fmla="*/ 2147483647 h 4763"/>
              <a:gd name="GluePoint31X" fmla="*/ 2147483647 w 4384"/>
              <a:gd name="GluePoint31Y" fmla="*/ 2147483647 h 4763"/>
              <a:gd name="GluePoint32X" fmla="*/ 2147483647 w 4384"/>
              <a:gd name="GluePoint32Y" fmla="*/ 2147483647 h 4763"/>
              <a:gd name="GluePoint33X" fmla="*/ 2147483647 w 4384"/>
              <a:gd name="GluePoint33Y" fmla="*/ 2147483647 h 4763"/>
              <a:gd name="GluePoint34X" fmla="*/ 2147483647 w 4384"/>
              <a:gd name="GluePoint34Y" fmla="*/ 2147483647 h 4763"/>
              <a:gd name="GluePoint35X" fmla="*/ 2147483647 w 4384"/>
              <a:gd name="GluePoint35Y" fmla="*/ 2147483647 h 4763"/>
              <a:gd name="GluePoint36X" fmla="*/ 2147483647 w 4384"/>
              <a:gd name="GluePoint36Y" fmla="*/ 2147483647 h 4763"/>
              <a:gd name="GluePoint37X" fmla="*/ 2147483647 w 4384"/>
              <a:gd name="GluePoint37Y" fmla="*/ 2147483647 h 4763"/>
              <a:gd name="GluePoint38X" fmla="*/ 2147483647 w 4384"/>
              <a:gd name="GluePoint38Y" fmla="*/ 2147483647 h 4763"/>
              <a:gd name="GluePoint39X" fmla="*/ 2147483647 w 4384"/>
              <a:gd name="GluePoint39Y" fmla="*/ 2147483647 h 4763"/>
              <a:gd name="GluePoint40X" fmla="*/ 2147483647 w 4384"/>
              <a:gd name="GluePoint40Y" fmla="*/ 2147483647 h 4763"/>
              <a:gd name="GluePoint41X" fmla="*/ 2147483647 w 4384"/>
              <a:gd name="GluePoint41Y" fmla="*/ 2147483647 h 4763"/>
              <a:gd name="GluePoint42X" fmla="*/ 2147483647 w 4384"/>
              <a:gd name="GluePoint42Y" fmla="*/ 2147483647 h 4763"/>
              <a:gd name="GluePoint43X" fmla="*/ 2147483647 w 4384"/>
              <a:gd name="GluePoint43Y" fmla="*/ 2147483647 h 4763"/>
              <a:gd name="GluePoint44X" fmla="*/ 2147483647 w 4384"/>
              <a:gd name="GluePoint44Y" fmla="*/ 2147483647 h 4763"/>
              <a:gd name="GluePoint45X" fmla="*/ 2147483647 w 4384"/>
              <a:gd name="GluePoint45Y" fmla="*/ 2147483647 h 4763"/>
              <a:gd name="GluePoint46X" fmla="*/ 2147483647 w 4384"/>
              <a:gd name="GluePoint46Y" fmla="*/ 2147483647 h 4763"/>
              <a:gd name="GluePoint47X" fmla="*/ 2147483647 w 4384"/>
              <a:gd name="GluePoint47Y" fmla="*/ 2147483647 h 4763"/>
              <a:gd name="GluePoint48X" fmla="*/ 2147483647 w 4384"/>
              <a:gd name="GluePoint48Y" fmla="*/ 2147483647 h 4763"/>
              <a:gd name="GluePoint49X" fmla="*/ 2147483647 w 4384"/>
              <a:gd name="GluePoint49Y" fmla="*/ 2147483647 h 4763"/>
              <a:gd name="GluePoint50X" fmla="*/ 2147483647 w 4384"/>
              <a:gd name="GluePoint50Y" fmla="*/ 2147483647 h 4763"/>
              <a:gd name="GluePoint51X" fmla="*/ 2147483647 w 4384"/>
              <a:gd name="GluePoint51Y" fmla="*/ 2147483647 h 4763"/>
              <a:gd name="GluePoint52X" fmla="*/ 2147483647 w 4384"/>
              <a:gd name="GluePoint52Y" fmla="*/ 2147483647 h 4763"/>
              <a:gd name="GluePoint53X" fmla="*/ 2147483647 w 4384"/>
              <a:gd name="GluePoint53Y" fmla="*/ 2147483647 h 4763"/>
              <a:gd name="GluePoint54X" fmla="*/ 2147483647 w 4384"/>
              <a:gd name="GluePoint54Y" fmla="*/ 2147483647 h 4763"/>
              <a:gd name="GluePoint55X" fmla="*/ 2147483647 w 4384"/>
              <a:gd name="GluePoint55Y" fmla="*/ 2147483647 h 4763"/>
              <a:gd name="GluePoint56X" fmla="*/ 2147483647 w 4384"/>
              <a:gd name="GluePoint56Y" fmla="*/ 2147483647 h 4763"/>
              <a:gd name="GluePoint57X" fmla="*/ 2147483647 w 4384"/>
              <a:gd name="GluePoint57Y" fmla="*/ 2147483647 h 4763"/>
              <a:gd name="GluePoint58X" fmla="*/ 2147483647 w 4384"/>
              <a:gd name="GluePoint58Y" fmla="*/ 2147483647 h 4763"/>
              <a:gd name="GluePoint59X" fmla="*/ 2147483647 w 4384"/>
              <a:gd name="GluePoint59Y" fmla="*/ 2147483647 h 4763"/>
              <a:gd name="GluePoint60X" fmla="*/ 2147483647 w 4384"/>
              <a:gd name="GluePoint60Y" fmla="*/ 2147483647 h 4763"/>
              <a:gd name="GluePoint61X" fmla="*/ 2147483647 w 4384"/>
              <a:gd name="GluePoint61Y" fmla="*/ 2147483647 h 4763"/>
              <a:gd name="GluePoint62X" fmla="*/ 2147483647 w 4384"/>
              <a:gd name="GluePoint62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</a:cxnLst>
            <a:rect l="textAreaLeft" t="textAreaTop" r="textAreaRight" b="textAreaBottom"/>
            <a:pathLst>
              <a:path w="4384" h="4763">
                <a:moveTo>
                  <a:pt x="2503" y="1683"/>
                </a:moveTo>
                <a:lnTo>
                  <a:pt x="2061" y="1683"/>
                </a:lnTo>
                <a:lnTo>
                  <a:pt x="2061" y="1575"/>
                </a:lnTo>
                <a:lnTo>
                  <a:pt x="2503" y="1575"/>
                </a:lnTo>
                <a:lnTo>
                  <a:pt x="2503" y="1683"/>
                </a:lnTo>
                <a:close/>
                <a:moveTo>
                  <a:pt x="3662" y="1355"/>
                </a:moveTo>
                <a:lnTo>
                  <a:pt x="3354" y="1355"/>
                </a:lnTo>
                <a:lnTo>
                  <a:pt x="3354" y="1247"/>
                </a:lnTo>
                <a:lnTo>
                  <a:pt x="3662" y="1247"/>
                </a:lnTo>
                <a:lnTo>
                  <a:pt x="3662" y="1355"/>
                </a:lnTo>
                <a:close/>
                <a:moveTo>
                  <a:pt x="3231" y="1355"/>
                </a:moveTo>
                <a:lnTo>
                  <a:pt x="2923" y="1355"/>
                </a:lnTo>
                <a:lnTo>
                  <a:pt x="2923" y="1247"/>
                </a:lnTo>
                <a:lnTo>
                  <a:pt x="3231" y="1247"/>
                </a:lnTo>
                <a:lnTo>
                  <a:pt x="3231" y="1355"/>
                </a:lnTo>
                <a:close/>
                <a:moveTo>
                  <a:pt x="2801" y="1355"/>
                </a:moveTo>
                <a:lnTo>
                  <a:pt x="2491" y="1355"/>
                </a:lnTo>
                <a:lnTo>
                  <a:pt x="2491" y="1247"/>
                </a:lnTo>
                <a:lnTo>
                  <a:pt x="2801" y="1247"/>
                </a:lnTo>
                <a:lnTo>
                  <a:pt x="2801" y="1355"/>
                </a:lnTo>
                <a:close/>
                <a:moveTo>
                  <a:pt x="2370" y="1355"/>
                </a:moveTo>
                <a:lnTo>
                  <a:pt x="2061" y="1355"/>
                </a:lnTo>
                <a:lnTo>
                  <a:pt x="2061" y="1247"/>
                </a:lnTo>
                <a:lnTo>
                  <a:pt x="2370" y="1247"/>
                </a:lnTo>
                <a:lnTo>
                  <a:pt x="2370" y="1355"/>
                </a:lnTo>
                <a:close/>
                <a:moveTo>
                  <a:pt x="3662" y="1025"/>
                </a:moveTo>
                <a:lnTo>
                  <a:pt x="3220" y="1025"/>
                </a:lnTo>
                <a:lnTo>
                  <a:pt x="3220" y="917"/>
                </a:lnTo>
                <a:lnTo>
                  <a:pt x="3662" y="917"/>
                </a:lnTo>
                <a:lnTo>
                  <a:pt x="3662" y="1025"/>
                </a:lnTo>
                <a:close/>
                <a:moveTo>
                  <a:pt x="3083" y="1025"/>
                </a:moveTo>
                <a:lnTo>
                  <a:pt x="2641" y="1025"/>
                </a:lnTo>
                <a:lnTo>
                  <a:pt x="2641" y="917"/>
                </a:lnTo>
                <a:lnTo>
                  <a:pt x="3083" y="917"/>
                </a:lnTo>
                <a:lnTo>
                  <a:pt x="3083" y="1025"/>
                </a:lnTo>
                <a:close/>
                <a:moveTo>
                  <a:pt x="2503" y="1025"/>
                </a:moveTo>
                <a:lnTo>
                  <a:pt x="2061" y="1025"/>
                </a:lnTo>
                <a:lnTo>
                  <a:pt x="2061" y="917"/>
                </a:lnTo>
                <a:lnTo>
                  <a:pt x="2503" y="917"/>
                </a:lnTo>
                <a:lnTo>
                  <a:pt x="2503" y="1025"/>
                </a:lnTo>
                <a:close/>
                <a:moveTo>
                  <a:pt x="2736" y="2897"/>
                </a:moveTo>
                <a:lnTo>
                  <a:pt x="2736" y="2897"/>
                </a:lnTo>
                <a:lnTo>
                  <a:pt x="2729" y="2887"/>
                </a:lnTo>
                <a:lnTo>
                  <a:pt x="2721" y="2877"/>
                </a:lnTo>
                <a:lnTo>
                  <a:pt x="2712" y="2869"/>
                </a:lnTo>
                <a:lnTo>
                  <a:pt x="2701" y="2864"/>
                </a:lnTo>
                <a:lnTo>
                  <a:pt x="2689" y="2860"/>
                </a:lnTo>
                <a:lnTo>
                  <a:pt x="2677" y="2860"/>
                </a:lnTo>
                <a:lnTo>
                  <a:pt x="2665" y="2861"/>
                </a:lnTo>
                <a:lnTo>
                  <a:pt x="2653" y="2864"/>
                </a:lnTo>
                <a:lnTo>
                  <a:pt x="2641" y="2870"/>
                </a:lnTo>
                <a:lnTo>
                  <a:pt x="2631" y="2879"/>
                </a:lnTo>
                <a:lnTo>
                  <a:pt x="2624" y="2888"/>
                </a:lnTo>
                <a:lnTo>
                  <a:pt x="2618" y="2899"/>
                </a:lnTo>
                <a:lnTo>
                  <a:pt x="2615" y="2911"/>
                </a:lnTo>
                <a:lnTo>
                  <a:pt x="2614" y="2923"/>
                </a:lnTo>
                <a:lnTo>
                  <a:pt x="2615" y="2935"/>
                </a:lnTo>
                <a:lnTo>
                  <a:pt x="2619" y="2947"/>
                </a:lnTo>
                <a:lnTo>
                  <a:pt x="2624" y="2959"/>
                </a:lnTo>
                <a:lnTo>
                  <a:pt x="2633" y="2969"/>
                </a:lnTo>
                <a:lnTo>
                  <a:pt x="2642" y="2977"/>
                </a:lnTo>
                <a:lnTo>
                  <a:pt x="2653" y="2982"/>
                </a:lnTo>
                <a:lnTo>
                  <a:pt x="2665" y="2985"/>
                </a:lnTo>
                <a:lnTo>
                  <a:pt x="2677" y="2986"/>
                </a:lnTo>
                <a:lnTo>
                  <a:pt x="2690" y="2985"/>
                </a:lnTo>
                <a:lnTo>
                  <a:pt x="2703" y="2981"/>
                </a:lnTo>
                <a:lnTo>
                  <a:pt x="2713" y="2975"/>
                </a:lnTo>
                <a:lnTo>
                  <a:pt x="2723" y="2967"/>
                </a:lnTo>
                <a:lnTo>
                  <a:pt x="2731" y="2958"/>
                </a:lnTo>
                <a:lnTo>
                  <a:pt x="2736" y="2947"/>
                </a:lnTo>
                <a:lnTo>
                  <a:pt x="2740" y="2935"/>
                </a:lnTo>
                <a:lnTo>
                  <a:pt x="2740" y="2923"/>
                </a:lnTo>
                <a:lnTo>
                  <a:pt x="2740" y="2911"/>
                </a:lnTo>
                <a:lnTo>
                  <a:pt x="2736" y="2897"/>
                </a:lnTo>
                <a:close/>
                <a:moveTo>
                  <a:pt x="2834" y="2856"/>
                </a:moveTo>
                <a:lnTo>
                  <a:pt x="2834" y="2856"/>
                </a:lnTo>
                <a:lnTo>
                  <a:pt x="2841" y="2872"/>
                </a:lnTo>
                <a:lnTo>
                  <a:pt x="2845" y="2889"/>
                </a:lnTo>
                <a:lnTo>
                  <a:pt x="2848" y="2905"/>
                </a:lnTo>
                <a:lnTo>
                  <a:pt x="2849" y="2923"/>
                </a:lnTo>
                <a:lnTo>
                  <a:pt x="2848" y="2939"/>
                </a:lnTo>
                <a:lnTo>
                  <a:pt x="2845" y="2955"/>
                </a:lnTo>
                <a:lnTo>
                  <a:pt x="2841" y="2971"/>
                </a:lnTo>
                <a:lnTo>
                  <a:pt x="2836" y="2987"/>
                </a:lnTo>
                <a:lnTo>
                  <a:pt x="2829" y="3002"/>
                </a:lnTo>
                <a:lnTo>
                  <a:pt x="2821" y="3016"/>
                </a:lnTo>
                <a:lnTo>
                  <a:pt x="2811" y="3029"/>
                </a:lnTo>
                <a:lnTo>
                  <a:pt x="2801" y="3043"/>
                </a:lnTo>
                <a:lnTo>
                  <a:pt x="2789" y="3053"/>
                </a:lnTo>
                <a:lnTo>
                  <a:pt x="2775" y="3064"/>
                </a:lnTo>
                <a:lnTo>
                  <a:pt x="2760" y="3072"/>
                </a:lnTo>
                <a:lnTo>
                  <a:pt x="2744" y="3080"/>
                </a:lnTo>
                <a:lnTo>
                  <a:pt x="2728" y="3087"/>
                </a:lnTo>
                <a:lnTo>
                  <a:pt x="2711" y="3091"/>
                </a:lnTo>
                <a:lnTo>
                  <a:pt x="2694" y="3094"/>
                </a:lnTo>
                <a:lnTo>
                  <a:pt x="2677" y="3094"/>
                </a:lnTo>
                <a:lnTo>
                  <a:pt x="2661" y="3094"/>
                </a:lnTo>
                <a:lnTo>
                  <a:pt x="2645" y="3091"/>
                </a:lnTo>
                <a:lnTo>
                  <a:pt x="2629" y="3087"/>
                </a:lnTo>
                <a:lnTo>
                  <a:pt x="2612" y="3082"/>
                </a:lnTo>
                <a:lnTo>
                  <a:pt x="2598" y="3075"/>
                </a:lnTo>
                <a:lnTo>
                  <a:pt x="2584" y="3067"/>
                </a:lnTo>
                <a:lnTo>
                  <a:pt x="2571" y="3057"/>
                </a:lnTo>
                <a:lnTo>
                  <a:pt x="2559" y="3045"/>
                </a:lnTo>
                <a:lnTo>
                  <a:pt x="2546" y="3033"/>
                </a:lnTo>
                <a:lnTo>
                  <a:pt x="2536" y="3020"/>
                </a:lnTo>
                <a:lnTo>
                  <a:pt x="2528" y="3005"/>
                </a:lnTo>
                <a:lnTo>
                  <a:pt x="2520" y="2990"/>
                </a:lnTo>
                <a:lnTo>
                  <a:pt x="2514" y="2973"/>
                </a:lnTo>
                <a:lnTo>
                  <a:pt x="2509" y="2957"/>
                </a:lnTo>
                <a:lnTo>
                  <a:pt x="2506" y="2940"/>
                </a:lnTo>
                <a:lnTo>
                  <a:pt x="2506" y="2923"/>
                </a:lnTo>
                <a:lnTo>
                  <a:pt x="2506" y="2907"/>
                </a:lnTo>
                <a:lnTo>
                  <a:pt x="2509" y="2891"/>
                </a:lnTo>
                <a:lnTo>
                  <a:pt x="2513" y="2874"/>
                </a:lnTo>
                <a:lnTo>
                  <a:pt x="2518" y="2858"/>
                </a:lnTo>
                <a:lnTo>
                  <a:pt x="2525" y="2844"/>
                </a:lnTo>
                <a:lnTo>
                  <a:pt x="2533" y="2830"/>
                </a:lnTo>
                <a:lnTo>
                  <a:pt x="2544" y="2817"/>
                </a:lnTo>
                <a:lnTo>
                  <a:pt x="2555" y="2803"/>
                </a:lnTo>
                <a:lnTo>
                  <a:pt x="2567" y="2792"/>
                </a:lnTo>
                <a:lnTo>
                  <a:pt x="2580" y="2782"/>
                </a:lnTo>
                <a:lnTo>
                  <a:pt x="2595" y="2772"/>
                </a:lnTo>
                <a:lnTo>
                  <a:pt x="2610" y="2766"/>
                </a:lnTo>
                <a:lnTo>
                  <a:pt x="2627" y="2759"/>
                </a:lnTo>
                <a:lnTo>
                  <a:pt x="2643" y="2755"/>
                </a:lnTo>
                <a:lnTo>
                  <a:pt x="2661" y="2752"/>
                </a:lnTo>
                <a:lnTo>
                  <a:pt x="2677" y="2752"/>
                </a:lnTo>
                <a:lnTo>
                  <a:pt x="2693" y="2752"/>
                </a:lnTo>
                <a:lnTo>
                  <a:pt x="2709" y="2755"/>
                </a:lnTo>
                <a:lnTo>
                  <a:pt x="2725" y="2759"/>
                </a:lnTo>
                <a:lnTo>
                  <a:pt x="2742" y="2764"/>
                </a:lnTo>
                <a:lnTo>
                  <a:pt x="2756" y="2771"/>
                </a:lnTo>
                <a:lnTo>
                  <a:pt x="2771" y="2779"/>
                </a:lnTo>
                <a:lnTo>
                  <a:pt x="2785" y="2788"/>
                </a:lnTo>
                <a:lnTo>
                  <a:pt x="2797" y="2799"/>
                </a:lnTo>
                <a:lnTo>
                  <a:pt x="2807" y="2813"/>
                </a:lnTo>
                <a:lnTo>
                  <a:pt x="2818" y="2826"/>
                </a:lnTo>
                <a:lnTo>
                  <a:pt x="2828" y="2840"/>
                </a:lnTo>
                <a:lnTo>
                  <a:pt x="2834" y="2856"/>
                </a:lnTo>
                <a:close/>
                <a:moveTo>
                  <a:pt x="3211" y="2529"/>
                </a:moveTo>
                <a:lnTo>
                  <a:pt x="3211" y="2529"/>
                </a:lnTo>
                <a:lnTo>
                  <a:pt x="3207" y="2522"/>
                </a:lnTo>
                <a:lnTo>
                  <a:pt x="3203" y="2515"/>
                </a:lnTo>
                <a:lnTo>
                  <a:pt x="3193" y="2503"/>
                </a:lnTo>
                <a:lnTo>
                  <a:pt x="3181" y="2494"/>
                </a:lnTo>
                <a:lnTo>
                  <a:pt x="3168" y="2486"/>
                </a:lnTo>
                <a:lnTo>
                  <a:pt x="3153" y="2482"/>
                </a:lnTo>
                <a:lnTo>
                  <a:pt x="3137" y="2480"/>
                </a:lnTo>
                <a:lnTo>
                  <a:pt x="3122" y="2482"/>
                </a:lnTo>
                <a:lnTo>
                  <a:pt x="3114" y="2484"/>
                </a:lnTo>
                <a:lnTo>
                  <a:pt x="3106" y="2487"/>
                </a:lnTo>
                <a:lnTo>
                  <a:pt x="3099" y="2490"/>
                </a:lnTo>
                <a:lnTo>
                  <a:pt x="3093" y="2495"/>
                </a:lnTo>
                <a:lnTo>
                  <a:pt x="3081" y="2505"/>
                </a:lnTo>
                <a:lnTo>
                  <a:pt x="3071" y="2517"/>
                </a:lnTo>
                <a:lnTo>
                  <a:pt x="3064" y="2530"/>
                </a:lnTo>
                <a:lnTo>
                  <a:pt x="3059" y="2545"/>
                </a:lnTo>
                <a:lnTo>
                  <a:pt x="3058" y="2560"/>
                </a:lnTo>
                <a:lnTo>
                  <a:pt x="3060" y="2576"/>
                </a:lnTo>
                <a:lnTo>
                  <a:pt x="3062" y="2584"/>
                </a:lnTo>
                <a:lnTo>
                  <a:pt x="3064" y="2592"/>
                </a:lnTo>
                <a:lnTo>
                  <a:pt x="3068" y="2599"/>
                </a:lnTo>
                <a:lnTo>
                  <a:pt x="3072" y="2605"/>
                </a:lnTo>
                <a:lnTo>
                  <a:pt x="3082" y="2618"/>
                </a:lnTo>
                <a:lnTo>
                  <a:pt x="3094" y="2627"/>
                </a:lnTo>
                <a:lnTo>
                  <a:pt x="3107" y="2634"/>
                </a:lnTo>
                <a:lnTo>
                  <a:pt x="3122" y="2639"/>
                </a:lnTo>
                <a:lnTo>
                  <a:pt x="3138" y="2640"/>
                </a:lnTo>
                <a:lnTo>
                  <a:pt x="3153" y="2638"/>
                </a:lnTo>
                <a:lnTo>
                  <a:pt x="3161" y="2636"/>
                </a:lnTo>
                <a:lnTo>
                  <a:pt x="3169" y="2634"/>
                </a:lnTo>
                <a:lnTo>
                  <a:pt x="3176" y="2630"/>
                </a:lnTo>
                <a:lnTo>
                  <a:pt x="3183" y="2626"/>
                </a:lnTo>
                <a:lnTo>
                  <a:pt x="3195" y="2616"/>
                </a:lnTo>
                <a:lnTo>
                  <a:pt x="3204" y="2604"/>
                </a:lnTo>
                <a:lnTo>
                  <a:pt x="3212" y="2591"/>
                </a:lnTo>
                <a:lnTo>
                  <a:pt x="3216" y="2576"/>
                </a:lnTo>
                <a:lnTo>
                  <a:pt x="3218" y="2560"/>
                </a:lnTo>
                <a:lnTo>
                  <a:pt x="3216" y="2545"/>
                </a:lnTo>
                <a:lnTo>
                  <a:pt x="3214" y="2537"/>
                </a:lnTo>
                <a:lnTo>
                  <a:pt x="3211" y="2529"/>
                </a:lnTo>
                <a:close/>
                <a:moveTo>
                  <a:pt x="3409" y="2445"/>
                </a:moveTo>
                <a:lnTo>
                  <a:pt x="3409" y="2445"/>
                </a:lnTo>
                <a:lnTo>
                  <a:pt x="3419" y="2474"/>
                </a:lnTo>
                <a:lnTo>
                  <a:pt x="3428" y="2502"/>
                </a:lnTo>
                <a:lnTo>
                  <a:pt x="3432" y="2531"/>
                </a:lnTo>
                <a:lnTo>
                  <a:pt x="3433" y="2560"/>
                </a:lnTo>
                <a:lnTo>
                  <a:pt x="3432" y="2588"/>
                </a:lnTo>
                <a:lnTo>
                  <a:pt x="3428" y="2616"/>
                </a:lnTo>
                <a:lnTo>
                  <a:pt x="3421" y="2644"/>
                </a:lnTo>
                <a:lnTo>
                  <a:pt x="3411" y="2671"/>
                </a:lnTo>
                <a:lnTo>
                  <a:pt x="3399" y="2697"/>
                </a:lnTo>
                <a:lnTo>
                  <a:pt x="3385" y="2721"/>
                </a:lnTo>
                <a:lnTo>
                  <a:pt x="3368" y="2744"/>
                </a:lnTo>
                <a:lnTo>
                  <a:pt x="3350" y="2766"/>
                </a:lnTo>
                <a:lnTo>
                  <a:pt x="3328" y="2786"/>
                </a:lnTo>
                <a:lnTo>
                  <a:pt x="3305" y="2803"/>
                </a:lnTo>
                <a:lnTo>
                  <a:pt x="3280" y="2818"/>
                </a:lnTo>
                <a:lnTo>
                  <a:pt x="3253" y="2831"/>
                </a:lnTo>
                <a:lnTo>
                  <a:pt x="3224" y="2842"/>
                </a:lnTo>
                <a:lnTo>
                  <a:pt x="3196" y="2849"/>
                </a:lnTo>
                <a:lnTo>
                  <a:pt x="3167" y="2854"/>
                </a:lnTo>
                <a:lnTo>
                  <a:pt x="3138" y="2856"/>
                </a:lnTo>
                <a:lnTo>
                  <a:pt x="3110" y="2854"/>
                </a:lnTo>
                <a:lnTo>
                  <a:pt x="3082" y="2850"/>
                </a:lnTo>
                <a:lnTo>
                  <a:pt x="3054" y="2844"/>
                </a:lnTo>
                <a:lnTo>
                  <a:pt x="3027" y="2834"/>
                </a:lnTo>
                <a:lnTo>
                  <a:pt x="3001" y="2822"/>
                </a:lnTo>
                <a:lnTo>
                  <a:pt x="2977" y="2807"/>
                </a:lnTo>
                <a:lnTo>
                  <a:pt x="2954" y="2791"/>
                </a:lnTo>
                <a:lnTo>
                  <a:pt x="2933" y="2772"/>
                </a:lnTo>
                <a:lnTo>
                  <a:pt x="2912" y="2751"/>
                </a:lnTo>
                <a:lnTo>
                  <a:pt x="2895" y="2728"/>
                </a:lnTo>
                <a:lnTo>
                  <a:pt x="2880" y="2702"/>
                </a:lnTo>
                <a:lnTo>
                  <a:pt x="2867" y="2675"/>
                </a:lnTo>
                <a:lnTo>
                  <a:pt x="2856" y="2647"/>
                </a:lnTo>
                <a:lnTo>
                  <a:pt x="2849" y="2619"/>
                </a:lnTo>
                <a:lnTo>
                  <a:pt x="2844" y="2589"/>
                </a:lnTo>
                <a:lnTo>
                  <a:pt x="2842" y="2561"/>
                </a:lnTo>
                <a:lnTo>
                  <a:pt x="2844" y="2531"/>
                </a:lnTo>
                <a:lnTo>
                  <a:pt x="2848" y="2505"/>
                </a:lnTo>
                <a:lnTo>
                  <a:pt x="2855" y="2476"/>
                </a:lnTo>
                <a:lnTo>
                  <a:pt x="2864" y="2449"/>
                </a:lnTo>
                <a:lnTo>
                  <a:pt x="2876" y="2424"/>
                </a:lnTo>
                <a:lnTo>
                  <a:pt x="2891" y="2400"/>
                </a:lnTo>
                <a:lnTo>
                  <a:pt x="2907" y="2377"/>
                </a:lnTo>
                <a:lnTo>
                  <a:pt x="2926" y="2355"/>
                </a:lnTo>
                <a:lnTo>
                  <a:pt x="2947" y="2335"/>
                </a:lnTo>
                <a:lnTo>
                  <a:pt x="2970" y="2318"/>
                </a:lnTo>
                <a:lnTo>
                  <a:pt x="2996" y="2301"/>
                </a:lnTo>
                <a:lnTo>
                  <a:pt x="3023" y="2289"/>
                </a:lnTo>
                <a:lnTo>
                  <a:pt x="3037" y="2283"/>
                </a:lnTo>
                <a:lnTo>
                  <a:pt x="3056" y="2279"/>
                </a:lnTo>
                <a:lnTo>
                  <a:pt x="3093" y="2271"/>
                </a:lnTo>
                <a:lnTo>
                  <a:pt x="3124" y="2265"/>
                </a:lnTo>
                <a:lnTo>
                  <a:pt x="3136" y="2264"/>
                </a:lnTo>
                <a:lnTo>
                  <a:pt x="3169" y="2257"/>
                </a:lnTo>
                <a:lnTo>
                  <a:pt x="3202" y="2249"/>
                </a:lnTo>
                <a:lnTo>
                  <a:pt x="3233" y="2240"/>
                </a:lnTo>
                <a:lnTo>
                  <a:pt x="3261" y="2229"/>
                </a:lnTo>
                <a:lnTo>
                  <a:pt x="3289" y="2215"/>
                </a:lnTo>
                <a:lnTo>
                  <a:pt x="3315" y="2202"/>
                </a:lnTo>
                <a:lnTo>
                  <a:pt x="3340" y="2186"/>
                </a:lnTo>
                <a:lnTo>
                  <a:pt x="3363" y="2168"/>
                </a:lnTo>
                <a:lnTo>
                  <a:pt x="3386" y="2149"/>
                </a:lnTo>
                <a:lnTo>
                  <a:pt x="3406" y="2129"/>
                </a:lnTo>
                <a:lnTo>
                  <a:pt x="3426" y="2106"/>
                </a:lnTo>
                <a:lnTo>
                  <a:pt x="3445" y="2084"/>
                </a:lnTo>
                <a:lnTo>
                  <a:pt x="3464" y="2059"/>
                </a:lnTo>
                <a:lnTo>
                  <a:pt x="3481" y="2032"/>
                </a:lnTo>
                <a:lnTo>
                  <a:pt x="3499" y="2006"/>
                </a:lnTo>
                <a:lnTo>
                  <a:pt x="3515" y="1976"/>
                </a:lnTo>
                <a:lnTo>
                  <a:pt x="3554" y="1984"/>
                </a:lnTo>
                <a:lnTo>
                  <a:pt x="3592" y="1989"/>
                </a:lnTo>
                <a:lnTo>
                  <a:pt x="3629" y="1993"/>
                </a:lnTo>
                <a:lnTo>
                  <a:pt x="3667" y="1996"/>
                </a:lnTo>
                <a:lnTo>
                  <a:pt x="3703" y="1996"/>
                </a:lnTo>
                <a:lnTo>
                  <a:pt x="3740" y="1995"/>
                </a:lnTo>
                <a:lnTo>
                  <a:pt x="3775" y="1992"/>
                </a:lnTo>
                <a:lnTo>
                  <a:pt x="3808" y="1987"/>
                </a:lnTo>
                <a:lnTo>
                  <a:pt x="3842" y="1980"/>
                </a:lnTo>
                <a:lnTo>
                  <a:pt x="3874" y="1972"/>
                </a:lnTo>
                <a:lnTo>
                  <a:pt x="3905" y="1961"/>
                </a:lnTo>
                <a:lnTo>
                  <a:pt x="3935" y="1949"/>
                </a:lnTo>
                <a:lnTo>
                  <a:pt x="3963" y="1936"/>
                </a:lnTo>
                <a:lnTo>
                  <a:pt x="3989" y="1921"/>
                </a:lnTo>
                <a:lnTo>
                  <a:pt x="4014" y="1903"/>
                </a:lnTo>
                <a:lnTo>
                  <a:pt x="4038" y="1884"/>
                </a:lnTo>
                <a:lnTo>
                  <a:pt x="4060" y="1864"/>
                </a:lnTo>
                <a:lnTo>
                  <a:pt x="4080" y="1843"/>
                </a:lnTo>
                <a:lnTo>
                  <a:pt x="4097" y="1819"/>
                </a:lnTo>
                <a:lnTo>
                  <a:pt x="4114" y="1793"/>
                </a:lnTo>
                <a:lnTo>
                  <a:pt x="4128" y="1766"/>
                </a:lnTo>
                <a:lnTo>
                  <a:pt x="4141" y="1738"/>
                </a:lnTo>
                <a:lnTo>
                  <a:pt x="4150" y="1707"/>
                </a:lnTo>
                <a:lnTo>
                  <a:pt x="4158" y="1676"/>
                </a:lnTo>
                <a:lnTo>
                  <a:pt x="4163" y="1642"/>
                </a:lnTo>
                <a:lnTo>
                  <a:pt x="4165" y="1607"/>
                </a:lnTo>
                <a:lnTo>
                  <a:pt x="4165" y="1570"/>
                </a:lnTo>
                <a:lnTo>
                  <a:pt x="4163" y="1532"/>
                </a:lnTo>
                <a:lnTo>
                  <a:pt x="4158" y="1492"/>
                </a:lnTo>
                <a:lnTo>
                  <a:pt x="4149" y="1451"/>
                </a:lnTo>
                <a:lnTo>
                  <a:pt x="4138" y="1408"/>
                </a:lnTo>
                <a:lnTo>
                  <a:pt x="4124" y="1364"/>
                </a:lnTo>
                <a:lnTo>
                  <a:pt x="4134" y="1330"/>
                </a:lnTo>
                <a:lnTo>
                  <a:pt x="4142" y="1297"/>
                </a:lnTo>
                <a:lnTo>
                  <a:pt x="4149" y="1264"/>
                </a:lnTo>
                <a:lnTo>
                  <a:pt x="4154" y="1232"/>
                </a:lnTo>
                <a:lnTo>
                  <a:pt x="4158" y="1200"/>
                </a:lnTo>
                <a:lnTo>
                  <a:pt x="4159" y="1169"/>
                </a:lnTo>
                <a:lnTo>
                  <a:pt x="4161" y="1138"/>
                </a:lnTo>
                <a:lnTo>
                  <a:pt x="4159" y="1107"/>
                </a:lnTo>
                <a:lnTo>
                  <a:pt x="4157" y="1077"/>
                </a:lnTo>
                <a:lnTo>
                  <a:pt x="4154" y="1048"/>
                </a:lnTo>
                <a:lnTo>
                  <a:pt x="4149" y="1018"/>
                </a:lnTo>
                <a:lnTo>
                  <a:pt x="4142" y="990"/>
                </a:lnTo>
                <a:lnTo>
                  <a:pt x="4134" y="962"/>
                </a:lnTo>
                <a:lnTo>
                  <a:pt x="4124" y="935"/>
                </a:lnTo>
                <a:lnTo>
                  <a:pt x="4115" y="908"/>
                </a:lnTo>
                <a:lnTo>
                  <a:pt x="4103" y="881"/>
                </a:lnTo>
                <a:lnTo>
                  <a:pt x="4091" y="855"/>
                </a:lnTo>
                <a:lnTo>
                  <a:pt x="4077" y="830"/>
                </a:lnTo>
                <a:lnTo>
                  <a:pt x="4062" y="806"/>
                </a:lnTo>
                <a:lnTo>
                  <a:pt x="4046" y="782"/>
                </a:lnTo>
                <a:lnTo>
                  <a:pt x="4030" y="757"/>
                </a:lnTo>
                <a:lnTo>
                  <a:pt x="4013" y="734"/>
                </a:lnTo>
                <a:lnTo>
                  <a:pt x="3994" y="712"/>
                </a:lnTo>
                <a:lnTo>
                  <a:pt x="3975" y="690"/>
                </a:lnTo>
                <a:lnTo>
                  <a:pt x="3954" y="669"/>
                </a:lnTo>
                <a:lnTo>
                  <a:pt x="3933" y="648"/>
                </a:lnTo>
                <a:lnTo>
                  <a:pt x="3912" y="628"/>
                </a:lnTo>
                <a:lnTo>
                  <a:pt x="3889" y="609"/>
                </a:lnTo>
                <a:lnTo>
                  <a:pt x="3865" y="590"/>
                </a:lnTo>
                <a:lnTo>
                  <a:pt x="3842" y="572"/>
                </a:lnTo>
                <a:lnTo>
                  <a:pt x="3816" y="554"/>
                </a:lnTo>
                <a:lnTo>
                  <a:pt x="3792" y="538"/>
                </a:lnTo>
                <a:lnTo>
                  <a:pt x="3767" y="522"/>
                </a:lnTo>
                <a:lnTo>
                  <a:pt x="3740" y="507"/>
                </a:lnTo>
                <a:lnTo>
                  <a:pt x="3713" y="492"/>
                </a:lnTo>
                <a:lnTo>
                  <a:pt x="3686" y="478"/>
                </a:lnTo>
                <a:lnTo>
                  <a:pt x="3631" y="452"/>
                </a:lnTo>
                <a:lnTo>
                  <a:pt x="3574" y="429"/>
                </a:lnTo>
                <a:lnTo>
                  <a:pt x="3516" y="409"/>
                </a:lnTo>
                <a:lnTo>
                  <a:pt x="3459" y="391"/>
                </a:lnTo>
                <a:lnTo>
                  <a:pt x="3399" y="378"/>
                </a:lnTo>
                <a:lnTo>
                  <a:pt x="3341" y="367"/>
                </a:lnTo>
                <a:lnTo>
                  <a:pt x="3282" y="359"/>
                </a:lnTo>
                <a:lnTo>
                  <a:pt x="3254" y="356"/>
                </a:lnTo>
                <a:lnTo>
                  <a:pt x="3224" y="355"/>
                </a:lnTo>
                <a:lnTo>
                  <a:pt x="3196" y="354"/>
                </a:lnTo>
                <a:lnTo>
                  <a:pt x="3168" y="354"/>
                </a:lnTo>
                <a:lnTo>
                  <a:pt x="3140" y="355"/>
                </a:lnTo>
                <a:lnTo>
                  <a:pt x="3111" y="356"/>
                </a:lnTo>
                <a:lnTo>
                  <a:pt x="3083" y="359"/>
                </a:lnTo>
                <a:lnTo>
                  <a:pt x="3056" y="362"/>
                </a:lnTo>
                <a:lnTo>
                  <a:pt x="3029" y="366"/>
                </a:lnTo>
                <a:lnTo>
                  <a:pt x="3004" y="371"/>
                </a:lnTo>
                <a:lnTo>
                  <a:pt x="2978" y="378"/>
                </a:lnTo>
                <a:lnTo>
                  <a:pt x="2953" y="385"/>
                </a:lnTo>
                <a:lnTo>
                  <a:pt x="2927" y="393"/>
                </a:lnTo>
                <a:lnTo>
                  <a:pt x="2904" y="401"/>
                </a:lnTo>
                <a:lnTo>
                  <a:pt x="2888" y="386"/>
                </a:lnTo>
                <a:lnTo>
                  <a:pt x="2868" y="370"/>
                </a:lnTo>
                <a:lnTo>
                  <a:pt x="2845" y="355"/>
                </a:lnTo>
                <a:lnTo>
                  <a:pt x="2820" y="340"/>
                </a:lnTo>
                <a:lnTo>
                  <a:pt x="2790" y="326"/>
                </a:lnTo>
                <a:lnTo>
                  <a:pt x="2758" y="312"/>
                </a:lnTo>
                <a:lnTo>
                  <a:pt x="2724" y="299"/>
                </a:lnTo>
                <a:lnTo>
                  <a:pt x="2688" y="287"/>
                </a:lnTo>
                <a:lnTo>
                  <a:pt x="2649" y="276"/>
                </a:lnTo>
                <a:lnTo>
                  <a:pt x="2608" y="265"/>
                </a:lnTo>
                <a:lnTo>
                  <a:pt x="2567" y="256"/>
                </a:lnTo>
                <a:lnTo>
                  <a:pt x="2524" y="249"/>
                </a:lnTo>
                <a:lnTo>
                  <a:pt x="2481" y="242"/>
                </a:lnTo>
                <a:lnTo>
                  <a:pt x="2436" y="238"/>
                </a:lnTo>
                <a:lnTo>
                  <a:pt x="2392" y="235"/>
                </a:lnTo>
                <a:lnTo>
                  <a:pt x="2347" y="235"/>
                </a:lnTo>
                <a:lnTo>
                  <a:pt x="2303" y="237"/>
                </a:lnTo>
                <a:lnTo>
                  <a:pt x="2259" y="239"/>
                </a:lnTo>
                <a:lnTo>
                  <a:pt x="2216" y="246"/>
                </a:lnTo>
                <a:lnTo>
                  <a:pt x="2174" y="254"/>
                </a:lnTo>
                <a:lnTo>
                  <a:pt x="2132" y="265"/>
                </a:lnTo>
                <a:lnTo>
                  <a:pt x="2112" y="272"/>
                </a:lnTo>
                <a:lnTo>
                  <a:pt x="2093" y="280"/>
                </a:lnTo>
                <a:lnTo>
                  <a:pt x="2074" y="288"/>
                </a:lnTo>
                <a:lnTo>
                  <a:pt x="2055" y="296"/>
                </a:lnTo>
                <a:lnTo>
                  <a:pt x="2038" y="305"/>
                </a:lnTo>
                <a:lnTo>
                  <a:pt x="2020" y="316"/>
                </a:lnTo>
                <a:lnTo>
                  <a:pt x="2003" y="327"/>
                </a:lnTo>
                <a:lnTo>
                  <a:pt x="1987" y="339"/>
                </a:lnTo>
                <a:lnTo>
                  <a:pt x="1971" y="352"/>
                </a:lnTo>
                <a:lnTo>
                  <a:pt x="1956" y="366"/>
                </a:lnTo>
                <a:lnTo>
                  <a:pt x="1942" y="379"/>
                </a:lnTo>
                <a:lnTo>
                  <a:pt x="1929" y="395"/>
                </a:lnTo>
                <a:lnTo>
                  <a:pt x="1916" y="412"/>
                </a:lnTo>
                <a:lnTo>
                  <a:pt x="1903" y="429"/>
                </a:lnTo>
                <a:lnTo>
                  <a:pt x="1893" y="447"/>
                </a:lnTo>
                <a:lnTo>
                  <a:pt x="1883" y="465"/>
                </a:lnTo>
                <a:lnTo>
                  <a:pt x="1874" y="486"/>
                </a:lnTo>
                <a:lnTo>
                  <a:pt x="1866" y="507"/>
                </a:lnTo>
                <a:lnTo>
                  <a:pt x="1858" y="529"/>
                </a:lnTo>
                <a:lnTo>
                  <a:pt x="1852" y="551"/>
                </a:lnTo>
                <a:lnTo>
                  <a:pt x="1847" y="576"/>
                </a:lnTo>
                <a:lnTo>
                  <a:pt x="1843" y="601"/>
                </a:lnTo>
                <a:lnTo>
                  <a:pt x="1842" y="619"/>
                </a:lnTo>
                <a:lnTo>
                  <a:pt x="1842" y="636"/>
                </a:lnTo>
                <a:lnTo>
                  <a:pt x="1846" y="673"/>
                </a:lnTo>
                <a:lnTo>
                  <a:pt x="1851" y="708"/>
                </a:lnTo>
                <a:lnTo>
                  <a:pt x="1859" y="742"/>
                </a:lnTo>
                <a:lnTo>
                  <a:pt x="1868" y="777"/>
                </a:lnTo>
                <a:lnTo>
                  <a:pt x="1878" y="811"/>
                </a:lnTo>
                <a:lnTo>
                  <a:pt x="1899" y="880"/>
                </a:lnTo>
                <a:lnTo>
                  <a:pt x="1766" y="889"/>
                </a:lnTo>
                <a:lnTo>
                  <a:pt x="1735" y="896"/>
                </a:lnTo>
                <a:lnTo>
                  <a:pt x="1706" y="903"/>
                </a:lnTo>
                <a:lnTo>
                  <a:pt x="1679" y="911"/>
                </a:lnTo>
                <a:lnTo>
                  <a:pt x="1652" y="920"/>
                </a:lnTo>
                <a:lnTo>
                  <a:pt x="1626" y="931"/>
                </a:lnTo>
                <a:lnTo>
                  <a:pt x="1602" y="942"/>
                </a:lnTo>
                <a:lnTo>
                  <a:pt x="1579" y="954"/>
                </a:lnTo>
                <a:lnTo>
                  <a:pt x="1558" y="966"/>
                </a:lnTo>
                <a:lnTo>
                  <a:pt x="1536" y="979"/>
                </a:lnTo>
                <a:lnTo>
                  <a:pt x="1517" y="994"/>
                </a:lnTo>
                <a:lnTo>
                  <a:pt x="1500" y="1009"/>
                </a:lnTo>
                <a:lnTo>
                  <a:pt x="1484" y="1025"/>
                </a:lnTo>
                <a:lnTo>
                  <a:pt x="1468" y="1041"/>
                </a:lnTo>
                <a:lnTo>
                  <a:pt x="1454" y="1057"/>
                </a:lnTo>
                <a:lnTo>
                  <a:pt x="1441" y="1075"/>
                </a:lnTo>
                <a:lnTo>
                  <a:pt x="1429" y="1092"/>
                </a:lnTo>
                <a:lnTo>
                  <a:pt x="1418" y="1111"/>
                </a:lnTo>
                <a:lnTo>
                  <a:pt x="1408" y="1130"/>
                </a:lnTo>
                <a:lnTo>
                  <a:pt x="1399" y="1149"/>
                </a:lnTo>
                <a:lnTo>
                  <a:pt x="1392" y="1169"/>
                </a:lnTo>
                <a:lnTo>
                  <a:pt x="1386" y="1189"/>
                </a:lnTo>
                <a:lnTo>
                  <a:pt x="1380" y="1209"/>
                </a:lnTo>
                <a:lnTo>
                  <a:pt x="1376" y="1229"/>
                </a:lnTo>
                <a:lnTo>
                  <a:pt x="1373" y="1251"/>
                </a:lnTo>
                <a:lnTo>
                  <a:pt x="1371" y="1271"/>
                </a:lnTo>
                <a:lnTo>
                  <a:pt x="1371" y="1293"/>
                </a:lnTo>
                <a:lnTo>
                  <a:pt x="1371" y="1314"/>
                </a:lnTo>
                <a:lnTo>
                  <a:pt x="1371" y="1334"/>
                </a:lnTo>
                <a:lnTo>
                  <a:pt x="1373" y="1356"/>
                </a:lnTo>
                <a:lnTo>
                  <a:pt x="1376" y="1377"/>
                </a:lnTo>
                <a:lnTo>
                  <a:pt x="1380" y="1399"/>
                </a:lnTo>
                <a:lnTo>
                  <a:pt x="1384" y="1420"/>
                </a:lnTo>
                <a:lnTo>
                  <a:pt x="1391" y="1441"/>
                </a:lnTo>
                <a:lnTo>
                  <a:pt x="1396" y="1462"/>
                </a:lnTo>
                <a:lnTo>
                  <a:pt x="1404" y="1482"/>
                </a:lnTo>
                <a:lnTo>
                  <a:pt x="1412" y="1504"/>
                </a:lnTo>
                <a:lnTo>
                  <a:pt x="1422" y="1524"/>
                </a:lnTo>
                <a:lnTo>
                  <a:pt x="1433" y="1543"/>
                </a:lnTo>
                <a:lnTo>
                  <a:pt x="1443" y="1563"/>
                </a:lnTo>
                <a:lnTo>
                  <a:pt x="1456" y="1582"/>
                </a:lnTo>
                <a:lnTo>
                  <a:pt x="1468" y="1601"/>
                </a:lnTo>
                <a:lnTo>
                  <a:pt x="1481" y="1620"/>
                </a:lnTo>
                <a:lnTo>
                  <a:pt x="1496" y="1638"/>
                </a:lnTo>
                <a:lnTo>
                  <a:pt x="1511" y="1654"/>
                </a:lnTo>
                <a:lnTo>
                  <a:pt x="1525" y="1672"/>
                </a:lnTo>
                <a:lnTo>
                  <a:pt x="1543" y="1688"/>
                </a:lnTo>
                <a:lnTo>
                  <a:pt x="1560" y="1704"/>
                </a:lnTo>
                <a:lnTo>
                  <a:pt x="1578" y="1719"/>
                </a:lnTo>
                <a:lnTo>
                  <a:pt x="1597" y="1734"/>
                </a:lnTo>
                <a:lnTo>
                  <a:pt x="1616" y="1747"/>
                </a:lnTo>
                <a:lnTo>
                  <a:pt x="1636" y="1759"/>
                </a:lnTo>
                <a:lnTo>
                  <a:pt x="1656" y="1771"/>
                </a:lnTo>
                <a:lnTo>
                  <a:pt x="1677" y="1784"/>
                </a:lnTo>
                <a:lnTo>
                  <a:pt x="1699" y="1793"/>
                </a:lnTo>
                <a:lnTo>
                  <a:pt x="1722" y="1802"/>
                </a:lnTo>
                <a:lnTo>
                  <a:pt x="1745" y="1811"/>
                </a:lnTo>
                <a:lnTo>
                  <a:pt x="1769" y="1819"/>
                </a:lnTo>
                <a:lnTo>
                  <a:pt x="1793" y="1825"/>
                </a:lnTo>
                <a:lnTo>
                  <a:pt x="1819" y="1831"/>
                </a:lnTo>
                <a:lnTo>
                  <a:pt x="1843" y="1835"/>
                </a:lnTo>
                <a:lnTo>
                  <a:pt x="1870" y="1837"/>
                </a:lnTo>
                <a:lnTo>
                  <a:pt x="1895" y="1839"/>
                </a:lnTo>
                <a:lnTo>
                  <a:pt x="1924" y="1840"/>
                </a:lnTo>
                <a:lnTo>
                  <a:pt x="1951" y="1839"/>
                </a:lnTo>
                <a:lnTo>
                  <a:pt x="1965" y="1863"/>
                </a:lnTo>
                <a:lnTo>
                  <a:pt x="1981" y="1887"/>
                </a:lnTo>
                <a:lnTo>
                  <a:pt x="1998" y="1910"/>
                </a:lnTo>
                <a:lnTo>
                  <a:pt x="2015" y="1932"/>
                </a:lnTo>
                <a:lnTo>
                  <a:pt x="2034" y="1953"/>
                </a:lnTo>
                <a:lnTo>
                  <a:pt x="2053" y="1975"/>
                </a:lnTo>
                <a:lnTo>
                  <a:pt x="2073" y="1995"/>
                </a:lnTo>
                <a:lnTo>
                  <a:pt x="2094" y="2015"/>
                </a:lnTo>
                <a:lnTo>
                  <a:pt x="2116" y="2034"/>
                </a:lnTo>
                <a:lnTo>
                  <a:pt x="2138" y="2053"/>
                </a:lnTo>
                <a:lnTo>
                  <a:pt x="2160" y="2071"/>
                </a:lnTo>
                <a:lnTo>
                  <a:pt x="2185" y="2089"/>
                </a:lnTo>
                <a:lnTo>
                  <a:pt x="2209" y="2105"/>
                </a:lnTo>
                <a:lnTo>
                  <a:pt x="2233" y="2121"/>
                </a:lnTo>
                <a:lnTo>
                  <a:pt x="2259" y="2137"/>
                </a:lnTo>
                <a:lnTo>
                  <a:pt x="2284" y="2152"/>
                </a:lnTo>
                <a:lnTo>
                  <a:pt x="2310" y="2166"/>
                </a:lnTo>
                <a:lnTo>
                  <a:pt x="2337" y="2179"/>
                </a:lnTo>
                <a:lnTo>
                  <a:pt x="2390" y="2203"/>
                </a:lnTo>
                <a:lnTo>
                  <a:pt x="2446" y="2225"/>
                </a:lnTo>
                <a:lnTo>
                  <a:pt x="2501" y="2244"/>
                </a:lnTo>
                <a:lnTo>
                  <a:pt x="2529" y="2252"/>
                </a:lnTo>
                <a:lnTo>
                  <a:pt x="2557" y="2258"/>
                </a:lnTo>
                <a:lnTo>
                  <a:pt x="2585" y="2265"/>
                </a:lnTo>
                <a:lnTo>
                  <a:pt x="2614" y="2271"/>
                </a:lnTo>
                <a:lnTo>
                  <a:pt x="2642" y="2275"/>
                </a:lnTo>
                <a:lnTo>
                  <a:pt x="2670" y="2279"/>
                </a:lnTo>
                <a:lnTo>
                  <a:pt x="2698" y="2281"/>
                </a:lnTo>
                <a:lnTo>
                  <a:pt x="2727" y="2284"/>
                </a:lnTo>
                <a:lnTo>
                  <a:pt x="2557" y="2478"/>
                </a:lnTo>
                <a:lnTo>
                  <a:pt x="2503" y="2466"/>
                </a:lnTo>
                <a:lnTo>
                  <a:pt x="2448" y="2451"/>
                </a:lnTo>
                <a:lnTo>
                  <a:pt x="2394" y="2433"/>
                </a:lnTo>
                <a:lnTo>
                  <a:pt x="2341" y="2414"/>
                </a:lnTo>
                <a:lnTo>
                  <a:pt x="2288" y="2393"/>
                </a:lnTo>
                <a:lnTo>
                  <a:pt x="2237" y="2369"/>
                </a:lnTo>
                <a:lnTo>
                  <a:pt x="2186" y="2343"/>
                </a:lnTo>
                <a:lnTo>
                  <a:pt x="2138" y="2316"/>
                </a:lnTo>
                <a:lnTo>
                  <a:pt x="2090" y="2288"/>
                </a:lnTo>
                <a:lnTo>
                  <a:pt x="2045" y="2257"/>
                </a:lnTo>
                <a:lnTo>
                  <a:pt x="2002" y="2225"/>
                </a:lnTo>
                <a:lnTo>
                  <a:pt x="1961" y="2191"/>
                </a:lnTo>
                <a:lnTo>
                  <a:pt x="1924" y="2158"/>
                </a:lnTo>
                <a:lnTo>
                  <a:pt x="1889" y="2121"/>
                </a:lnTo>
                <a:lnTo>
                  <a:pt x="1856" y="2085"/>
                </a:lnTo>
                <a:lnTo>
                  <a:pt x="1827" y="2047"/>
                </a:lnTo>
                <a:lnTo>
                  <a:pt x="1789" y="2045"/>
                </a:lnTo>
                <a:lnTo>
                  <a:pt x="1753" y="2041"/>
                </a:lnTo>
                <a:lnTo>
                  <a:pt x="1718" y="2034"/>
                </a:lnTo>
                <a:lnTo>
                  <a:pt x="1684" y="2027"/>
                </a:lnTo>
                <a:lnTo>
                  <a:pt x="1651" y="2018"/>
                </a:lnTo>
                <a:lnTo>
                  <a:pt x="1618" y="2007"/>
                </a:lnTo>
                <a:lnTo>
                  <a:pt x="1587" y="1996"/>
                </a:lnTo>
                <a:lnTo>
                  <a:pt x="1558" y="1983"/>
                </a:lnTo>
                <a:lnTo>
                  <a:pt x="1528" y="1969"/>
                </a:lnTo>
                <a:lnTo>
                  <a:pt x="1500" y="1953"/>
                </a:lnTo>
                <a:lnTo>
                  <a:pt x="1473" y="1937"/>
                </a:lnTo>
                <a:lnTo>
                  <a:pt x="1447" y="1919"/>
                </a:lnTo>
                <a:lnTo>
                  <a:pt x="1422" y="1901"/>
                </a:lnTo>
                <a:lnTo>
                  <a:pt x="1398" y="1882"/>
                </a:lnTo>
                <a:lnTo>
                  <a:pt x="1375" y="1860"/>
                </a:lnTo>
                <a:lnTo>
                  <a:pt x="1353" y="1839"/>
                </a:lnTo>
                <a:lnTo>
                  <a:pt x="1333" y="1817"/>
                </a:lnTo>
                <a:lnTo>
                  <a:pt x="1313" y="1794"/>
                </a:lnTo>
                <a:lnTo>
                  <a:pt x="1294" y="1770"/>
                </a:lnTo>
                <a:lnTo>
                  <a:pt x="1277" y="1746"/>
                </a:lnTo>
                <a:lnTo>
                  <a:pt x="1260" y="1720"/>
                </a:lnTo>
                <a:lnTo>
                  <a:pt x="1246" y="1695"/>
                </a:lnTo>
                <a:lnTo>
                  <a:pt x="1231" y="1669"/>
                </a:lnTo>
                <a:lnTo>
                  <a:pt x="1217" y="1642"/>
                </a:lnTo>
                <a:lnTo>
                  <a:pt x="1205" y="1614"/>
                </a:lnTo>
                <a:lnTo>
                  <a:pt x="1195" y="1587"/>
                </a:lnTo>
                <a:lnTo>
                  <a:pt x="1185" y="1559"/>
                </a:lnTo>
                <a:lnTo>
                  <a:pt x="1176" y="1531"/>
                </a:lnTo>
                <a:lnTo>
                  <a:pt x="1169" y="1501"/>
                </a:lnTo>
                <a:lnTo>
                  <a:pt x="1162" y="1473"/>
                </a:lnTo>
                <a:lnTo>
                  <a:pt x="1157" y="1443"/>
                </a:lnTo>
                <a:lnTo>
                  <a:pt x="1153" y="1414"/>
                </a:lnTo>
                <a:lnTo>
                  <a:pt x="1149" y="1385"/>
                </a:lnTo>
                <a:lnTo>
                  <a:pt x="1147" y="1356"/>
                </a:lnTo>
                <a:lnTo>
                  <a:pt x="1146" y="1326"/>
                </a:lnTo>
                <a:lnTo>
                  <a:pt x="1146" y="1297"/>
                </a:lnTo>
                <a:lnTo>
                  <a:pt x="1147" y="1268"/>
                </a:lnTo>
                <a:lnTo>
                  <a:pt x="1150" y="1239"/>
                </a:lnTo>
                <a:lnTo>
                  <a:pt x="1154" y="1211"/>
                </a:lnTo>
                <a:lnTo>
                  <a:pt x="1158" y="1181"/>
                </a:lnTo>
                <a:lnTo>
                  <a:pt x="1165" y="1153"/>
                </a:lnTo>
                <a:lnTo>
                  <a:pt x="1172" y="1125"/>
                </a:lnTo>
                <a:lnTo>
                  <a:pt x="1180" y="1098"/>
                </a:lnTo>
                <a:lnTo>
                  <a:pt x="1189" y="1071"/>
                </a:lnTo>
                <a:lnTo>
                  <a:pt x="1200" y="1044"/>
                </a:lnTo>
                <a:lnTo>
                  <a:pt x="1212" y="1018"/>
                </a:lnTo>
                <a:lnTo>
                  <a:pt x="1225" y="993"/>
                </a:lnTo>
                <a:lnTo>
                  <a:pt x="1239" y="967"/>
                </a:lnTo>
                <a:lnTo>
                  <a:pt x="1255" y="943"/>
                </a:lnTo>
                <a:lnTo>
                  <a:pt x="1271" y="919"/>
                </a:lnTo>
                <a:lnTo>
                  <a:pt x="1289" y="897"/>
                </a:lnTo>
                <a:lnTo>
                  <a:pt x="1308" y="874"/>
                </a:lnTo>
                <a:lnTo>
                  <a:pt x="1328" y="854"/>
                </a:lnTo>
                <a:lnTo>
                  <a:pt x="1349" y="834"/>
                </a:lnTo>
                <a:lnTo>
                  <a:pt x="1372" y="814"/>
                </a:lnTo>
                <a:lnTo>
                  <a:pt x="1396" y="796"/>
                </a:lnTo>
                <a:lnTo>
                  <a:pt x="1421" y="779"/>
                </a:lnTo>
                <a:lnTo>
                  <a:pt x="1447" y="763"/>
                </a:lnTo>
                <a:lnTo>
                  <a:pt x="1474" y="748"/>
                </a:lnTo>
                <a:lnTo>
                  <a:pt x="1504" y="734"/>
                </a:lnTo>
                <a:lnTo>
                  <a:pt x="1534" y="722"/>
                </a:lnTo>
                <a:lnTo>
                  <a:pt x="1564" y="710"/>
                </a:lnTo>
                <a:lnTo>
                  <a:pt x="1597" y="701"/>
                </a:lnTo>
                <a:lnTo>
                  <a:pt x="1630" y="693"/>
                </a:lnTo>
                <a:lnTo>
                  <a:pt x="1628" y="666"/>
                </a:lnTo>
                <a:lnTo>
                  <a:pt x="1626" y="640"/>
                </a:lnTo>
                <a:lnTo>
                  <a:pt x="1626" y="613"/>
                </a:lnTo>
                <a:lnTo>
                  <a:pt x="1628" y="588"/>
                </a:lnTo>
                <a:lnTo>
                  <a:pt x="1629" y="561"/>
                </a:lnTo>
                <a:lnTo>
                  <a:pt x="1633" y="535"/>
                </a:lnTo>
                <a:lnTo>
                  <a:pt x="1637" y="510"/>
                </a:lnTo>
                <a:lnTo>
                  <a:pt x="1642" y="484"/>
                </a:lnTo>
                <a:lnTo>
                  <a:pt x="1649" y="460"/>
                </a:lnTo>
                <a:lnTo>
                  <a:pt x="1656" y="436"/>
                </a:lnTo>
                <a:lnTo>
                  <a:pt x="1664" y="413"/>
                </a:lnTo>
                <a:lnTo>
                  <a:pt x="1673" y="390"/>
                </a:lnTo>
                <a:lnTo>
                  <a:pt x="1684" y="369"/>
                </a:lnTo>
                <a:lnTo>
                  <a:pt x="1695" y="347"/>
                </a:lnTo>
                <a:lnTo>
                  <a:pt x="1707" y="327"/>
                </a:lnTo>
                <a:lnTo>
                  <a:pt x="1719" y="307"/>
                </a:lnTo>
                <a:lnTo>
                  <a:pt x="1733" y="287"/>
                </a:lnTo>
                <a:lnTo>
                  <a:pt x="1747" y="268"/>
                </a:lnTo>
                <a:lnTo>
                  <a:pt x="1762" y="250"/>
                </a:lnTo>
                <a:lnTo>
                  <a:pt x="1778" y="231"/>
                </a:lnTo>
                <a:lnTo>
                  <a:pt x="1794" y="215"/>
                </a:lnTo>
                <a:lnTo>
                  <a:pt x="1812" y="199"/>
                </a:lnTo>
                <a:lnTo>
                  <a:pt x="1831" y="183"/>
                </a:lnTo>
                <a:lnTo>
                  <a:pt x="1848" y="168"/>
                </a:lnTo>
                <a:lnTo>
                  <a:pt x="1868" y="153"/>
                </a:lnTo>
                <a:lnTo>
                  <a:pt x="1887" y="140"/>
                </a:lnTo>
                <a:lnTo>
                  <a:pt x="1907" y="126"/>
                </a:lnTo>
                <a:lnTo>
                  <a:pt x="1929" y="114"/>
                </a:lnTo>
                <a:lnTo>
                  <a:pt x="1951" y="102"/>
                </a:lnTo>
                <a:lnTo>
                  <a:pt x="1972" y="90"/>
                </a:lnTo>
                <a:lnTo>
                  <a:pt x="2018" y="70"/>
                </a:lnTo>
                <a:lnTo>
                  <a:pt x="2065" y="52"/>
                </a:lnTo>
                <a:lnTo>
                  <a:pt x="2113" y="36"/>
                </a:lnTo>
                <a:lnTo>
                  <a:pt x="2163" y="24"/>
                </a:lnTo>
                <a:lnTo>
                  <a:pt x="2214" y="13"/>
                </a:lnTo>
                <a:lnTo>
                  <a:pt x="2265" y="7"/>
                </a:lnTo>
                <a:lnTo>
                  <a:pt x="2319" y="1"/>
                </a:lnTo>
                <a:lnTo>
                  <a:pt x="2372" y="0"/>
                </a:lnTo>
                <a:lnTo>
                  <a:pt x="2425" y="1"/>
                </a:lnTo>
                <a:lnTo>
                  <a:pt x="2479" y="4"/>
                </a:lnTo>
                <a:lnTo>
                  <a:pt x="2533" y="11"/>
                </a:lnTo>
                <a:lnTo>
                  <a:pt x="2587" y="19"/>
                </a:lnTo>
                <a:lnTo>
                  <a:pt x="2639" y="31"/>
                </a:lnTo>
                <a:lnTo>
                  <a:pt x="2692" y="46"/>
                </a:lnTo>
                <a:lnTo>
                  <a:pt x="2743" y="62"/>
                </a:lnTo>
                <a:lnTo>
                  <a:pt x="2794" y="82"/>
                </a:lnTo>
                <a:lnTo>
                  <a:pt x="2844" y="105"/>
                </a:lnTo>
                <a:lnTo>
                  <a:pt x="2892" y="130"/>
                </a:lnTo>
                <a:lnTo>
                  <a:pt x="2915" y="145"/>
                </a:lnTo>
                <a:lnTo>
                  <a:pt x="2938" y="160"/>
                </a:lnTo>
                <a:lnTo>
                  <a:pt x="2966" y="152"/>
                </a:lnTo>
                <a:lnTo>
                  <a:pt x="2994" y="145"/>
                </a:lnTo>
                <a:lnTo>
                  <a:pt x="3024" y="141"/>
                </a:lnTo>
                <a:lnTo>
                  <a:pt x="3054" y="136"/>
                </a:lnTo>
                <a:lnTo>
                  <a:pt x="3083" y="133"/>
                </a:lnTo>
                <a:lnTo>
                  <a:pt x="3114" y="130"/>
                </a:lnTo>
                <a:lnTo>
                  <a:pt x="3145" y="129"/>
                </a:lnTo>
                <a:lnTo>
                  <a:pt x="3177" y="129"/>
                </a:lnTo>
                <a:lnTo>
                  <a:pt x="3208" y="129"/>
                </a:lnTo>
                <a:lnTo>
                  <a:pt x="3241" y="132"/>
                </a:lnTo>
                <a:lnTo>
                  <a:pt x="3274" y="133"/>
                </a:lnTo>
                <a:lnTo>
                  <a:pt x="3306" y="137"/>
                </a:lnTo>
                <a:lnTo>
                  <a:pt x="3340" y="141"/>
                </a:lnTo>
                <a:lnTo>
                  <a:pt x="3372" y="147"/>
                </a:lnTo>
                <a:lnTo>
                  <a:pt x="3406" y="153"/>
                </a:lnTo>
                <a:lnTo>
                  <a:pt x="3440" y="160"/>
                </a:lnTo>
                <a:lnTo>
                  <a:pt x="3473" y="168"/>
                </a:lnTo>
                <a:lnTo>
                  <a:pt x="3507" y="176"/>
                </a:lnTo>
                <a:lnTo>
                  <a:pt x="3539" y="187"/>
                </a:lnTo>
                <a:lnTo>
                  <a:pt x="3573" y="198"/>
                </a:lnTo>
                <a:lnTo>
                  <a:pt x="3606" y="208"/>
                </a:lnTo>
                <a:lnTo>
                  <a:pt x="3640" y="221"/>
                </a:lnTo>
                <a:lnTo>
                  <a:pt x="3672" y="234"/>
                </a:lnTo>
                <a:lnTo>
                  <a:pt x="3705" y="247"/>
                </a:lnTo>
                <a:lnTo>
                  <a:pt x="3737" y="262"/>
                </a:lnTo>
                <a:lnTo>
                  <a:pt x="3769" y="278"/>
                </a:lnTo>
                <a:lnTo>
                  <a:pt x="3802" y="295"/>
                </a:lnTo>
                <a:lnTo>
                  <a:pt x="3832" y="311"/>
                </a:lnTo>
                <a:lnTo>
                  <a:pt x="3863" y="330"/>
                </a:lnTo>
                <a:lnTo>
                  <a:pt x="3893" y="347"/>
                </a:lnTo>
                <a:lnTo>
                  <a:pt x="3924" y="367"/>
                </a:lnTo>
                <a:lnTo>
                  <a:pt x="3952" y="387"/>
                </a:lnTo>
                <a:lnTo>
                  <a:pt x="3982" y="408"/>
                </a:lnTo>
                <a:lnTo>
                  <a:pt x="4009" y="429"/>
                </a:lnTo>
                <a:lnTo>
                  <a:pt x="4037" y="452"/>
                </a:lnTo>
                <a:lnTo>
                  <a:pt x="4064" y="475"/>
                </a:lnTo>
                <a:lnTo>
                  <a:pt x="4089" y="498"/>
                </a:lnTo>
                <a:lnTo>
                  <a:pt x="4114" y="522"/>
                </a:lnTo>
                <a:lnTo>
                  <a:pt x="4138" y="547"/>
                </a:lnTo>
                <a:lnTo>
                  <a:pt x="4162" y="573"/>
                </a:lnTo>
                <a:lnTo>
                  <a:pt x="4184" y="600"/>
                </a:lnTo>
                <a:lnTo>
                  <a:pt x="4205" y="627"/>
                </a:lnTo>
                <a:lnTo>
                  <a:pt x="4227" y="654"/>
                </a:lnTo>
                <a:lnTo>
                  <a:pt x="4245" y="682"/>
                </a:lnTo>
                <a:lnTo>
                  <a:pt x="4264" y="710"/>
                </a:lnTo>
                <a:lnTo>
                  <a:pt x="4280" y="740"/>
                </a:lnTo>
                <a:lnTo>
                  <a:pt x="4297" y="771"/>
                </a:lnTo>
                <a:lnTo>
                  <a:pt x="4311" y="800"/>
                </a:lnTo>
                <a:lnTo>
                  <a:pt x="4325" y="833"/>
                </a:lnTo>
                <a:lnTo>
                  <a:pt x="4337" y="864"/>
                </a:lnTo>
                <a:lnTo>
                  <a:pt x="4348" y="896"/>
                </a:lnTo>
                <a:lnTo>
                  <a:pt x="4357" y="928"/>
                </a:lnTo>
                <a:lnTo>
                  <a:pt x="4365" y="962"/>
                </a:lnTo>
                <a:lnTo>
                  <a:pt x="4372" y="995"/>
                </a:lnTo>
                <a:lnTo>
                  <a:pt x="4377" y="1030"/>
                </a:lnTo>
                <a:lnTo>
                  <a:pt x="4381" y="1065"/>
                </a:lnTo>
                <a:lnTo>
                  <a:pt x="4383" y="1100"/>
                </a:lnTo>
                <a:lnTo>
                  <a:pt x="4384" y="1137"/>
                </a:lnTo>
                <a:lnTo>
                  <a:pt x="4383" y="1173"/>
                </a:lnTo>
                <a:lnTo>
                  <a:pt x="4380" y="1209"/>
                </a:lnTo>
                <a:lnTo>
                  <a:pt x="4375" y="1247"/>
                </a:lnTo>
                <a:lnTo>
                  <a:pt x="4368" y="1285"/>
                </a:lnTo>
                <a:lnTo>
                  <a:pt x="4360" y="1324"/>
                </a:lnTo>
                <a:lnTo>
                  <a:pt x="4350" y="1361"/>
                </a:lnTo>
                <a:lnTo>
                  <a:pt x="4362" y="1408"/>
                </a:lnTo>
                <a:lnTo>
                  <a:pt x="4372" y="1455"/>
                </a:lnTo>
                <a:lnTo>
                  <a:pt x="4379" y="1501"/>
                </a:lnTo>
                <a:lnTo>
                  <a:pt x="4383" y="1546"/>
                </a:lnTo>
                <a:lnTo>
                  <a:pt x="4383" y="1590"/>
                </a:lnTo>
                <a:lnTo>
                  <a:pt x="4381" y="1634"/>
                </a:lnTo>
                <a:lnTo>
                  <a:pt x="4376" y="1676"/>
                </a:lnTo>
                <a:lnTo>
                  <a:pt x="4369" y="1718"/>
                </a:lnTo>
                <a:lnTo>
                  <a:pt x="4360" y="1757"/>
                </a:lnTo>
                <a:lnTo>
                  <a:pt x="4346" y="1796"/>
                </a:lnTo>
                <a:lnTo>
                  <a:pt x="4332" y="1833"/>
                </a:lnTo>
                <a:lnTo>
                  <a:pt x="4315" y="1870"/>
                </a:lnTo>
                <a:lnTo>
                  <a:pt x="4295" y="1905"/>
                </a:lnTo>
                <a:lnTo>
                  <a:pt x="4275" y="1938"/>
                </a:lnTo>
                <a:lnTo>
                  <a:pt x="4251" y="1971"/>
                </a:lnTo>
                <a:lnTo>
                  <a:pt x="4225" y="2002"/>
                </a:lnTo>
                <a:lnTo>
                  <a:pt x="4198" y="2030"/>
                </a:lnTo>
                <a:lnTo>
                  <a:pt x="4169" y="2057"/>
                </a:lnTo>
                <a:lnTo>
                  <a:pt x="4139" y="2082"/>
                </a:lnTo>
                <a:lnTo>
                  <a:pt x="4107" y="2105"/>
                </a:lnTo>
                <a:lnTo>
                  <a:pt x="4072" y="2127"/>
                </a:lnTo>
                <a:lnTo>
                  <a:pt x="4037" y="2147"/>
                </a:lnTo>
                <a:lnTo>
                  <a:pt x="4001" y="2164"/>
                </a:lnTo>
                <a:lnTo>
                  <a:pt x="3963" y="2179"/>
                </a:lnTo>
                <a:lnTo>
                  <a:pt x="3923" y="2193"/>
                </a:lnTo>
                <a:lnTo>
                  <a:pt x="3884" y="2203"/>
                </a:lnTo>
                <a:lnTo>
                  <a:pt x="3842" y="2211"/>
                </a:lnTo>
                <a:lnTo>
                  <a:pt x="3799" y="2218"/>
                </a:lnTo>
                <a:lnTo>
                  <a:pt x="3756" y="2221"/>
                </a:lnTo>
                <a:lnTo>
                  <a:pt x="3713" y="2222"/>
                </a:lnTo>
                <a:lnTo>
                  <a:pt x="3667" y="2221"/>
                </a:lnTo>
                <a:lnTo>
                  <a:pt x="3623" y="2217"/>
                </a:lnTo>
                <a:lnTo>
                  <a:pt x="3598" y="2245"/>
                </a:lnTo>
                <a:lnTo>
                  <a:pt x="3573" y="2273"/>
                </a:lnTo>
                <a:lnTo>
                  <a:pt x="3546" y="2299"/>
                </a:lnTo>
                <a:lnTo>
                  <a:pt x="3516" y="2323"/>
                </a:lnTo>
                <a:lnTo>
                  <a:pt x="3485" y="2346"/>
                </a:lnTo>
                <a:lnTo>
                  <a:pt x="3454" y="2367"/>
                </a:lnTo>
                <a:lnTo>
                  <a:pt x="3422" y="2386"/>
                </a:lnTo>
                <a:lnTo>
                  <a:pt x="3389" y="2405"/>
                </a:lnTo>
                <a:lnTo>
                  <a:pt x="3399" y="2424"/>
                </a:lnTo>
                <a:lnTo>
                  <a:pt x="3409" y="2445"/>
                </a:lnTo>
                <a:close/>
                <a:moveTo>
                  <a:pt x="3083" y="1683"/>
                </a:moveTo>
                <a:lnTo>
                  <a:pt x="2641" y="1683"/>
                </a:lnTo>
                <a:lnTo>
                  <a:pt x="2641" y="1575"/>
                </a:lnTo>
                <a:lnTo>
                  <a:pt x="3083" y="1575"/>
                </a:lnTo>
                <a:lnTo>
                  <a:pt x="3083" y="1683"/>
                </a:lnTo>
                <a:close/>
                <a:moveTo>
                  <a:pt x="0" y="3109"/>
                </a:moveTo>
                <a:lnTo>
                  <a:pt x="0" y="3109"/>
                </a:lnTo>
                <a:lnTo>
                  <a:pt x="0" y="3098"/>
                </a:lnTo>
                <a:lnTo>
                  <a:pt x="1" y="3088"/>
                </a:lnTo>
                <a:lnTo>
                  <a:pt x="4" y="3079"/>
                </a:lnTo>
                <a:lnTo>
                  <a:pt x="8" y="3070"/>
                </a:lnTo>
                <a:lnTo>
                  <a:pt x="12" y="3061"/>
                </a:lnTo>
                <a:lnTo>
                  <a:pt x="16" y="3053"/>
                </a:lnTo>
                <a:lnTo>
                  <a:pt x="23" y="3045"/>
                </a:lnTo>
                <a:lnTo>
                  <a:pt x="28" y="3039"/>
                </a:lnTo>
                <a:lnTo>
                  <a:pt x="36" y="3032"/>
                </a:lnTo>
                <a:lnTo>
                  <a:pt x="43" y="3026"/>
                </a:lnTo>
                <a:lnTo>
                  <a:pt x="51" y="3021"/>
                </a:lnTo>
                <a:lnTo>
                  <a:pt x="61" y="3017"/>
                </a:lnTo>
                <a:lnTo>
                  <a:pt x="69" y="3014"/>
                </a:lnTo>
                <a:lnTo>
                  <a:pt x="78" y="3012"/>
                </a:lnTo>
                <a:lnTo>
                  <a:pt x="89" y="3010"/>
                </a:lnTo>
                <a:lnTo>
                  <a:pt x="98" y="3009"/>
                </a:lnTo>
                <a:lnTo>
                  <a:pt x="700" y="3009"/>
                </a:lnTo>
                <a:lnTo>
                  <a:pt x="700" y="4763"/>
                </a:lnTo>
                <a:lnTo>
                  <a:pt x="309" y="4763"/>
                </a:lnTo>
                <a:lnTo>
                  <a:pt x="0" y="3109"/>
                </a:lnTo>
                <a:close/>
                <a:moveTo>
                  <a:pt x="862" y="3009"/>
                </a:moveTo>
                <a:lnTo>
                  <a:pt x="862" y="3009"/>
                </a:lnTo>
                <a:lnTo>
                  <a:pt x="904" y="2973"/>
                </a:lnTo>
                <a:lnTo>
                  <a:pt x="946" y="2939"/>
                </a:lnTo>
                <a:lnTo>
                  <a:pt x="969" y="2923"/>
                </a:lnTo>
                <a:lnTo>
                  <a:pt x="990" y="2908"/>
                </a:lnTo>
                <a:lnTo>
                  <a:pt x="1013" y="2893"/>
                </a:lnTo>
                <a:lnTo>
                  <a:pt x="1034" y="2880"/>
                </a:lnTo>
                <a:lnTo>
                  <a:pt x="1059" y="2866"/>
                </a:lnTo>
                <a:lnTo>
                  <a:pt x="1082" y="2854"/>
                </a:lnTo>
                <a:lnTo>
                  <a:pt x="1106" y="2844"/>
                </a:lnTo>
                <a:lnTo>
                  <a:pt x="1129" y="2833"/>
                </a:lnTo>
                <a:lnTo>
                  <a:pt x="1154" y="2823"/>
                </a:lnTo>
                <a:lnTo>
                  <a:pt x="1178" y="2814"/>
                </a:lnTo>
                <a:lnTo>
                  <a:pt x="1204" y="2806"/>
                </a:lnTo>
                <a:lnTo>
                  <a:pt x="1230" y="2799"/>
                </a:lnTo>
                <a:lnTo>
                  <a:pt x="1255" y="2792"/>
                </a:lnTo>
                <a:lnTo>
                  <a:pt x="1281" y="2786"/>
                </a:lnTo>
                <a:lnTo>
                  <a:pt x="1308" y="2780"/>
                </a:lnTo>
                <a:lnTo>
                  <a:pt x="1334" y="2776"/>
                </a:lnTo>
                <a:lnTo>
                  <a:pt x="1361" y="2774"/>
                </a:lnTo>
                <a:lnTo>
                  <a:pt x="1390" y="2771"/>
                </a:lnTo>
                <a:lnTo>
                  <a:pt x="1418" y="2768"/>
                </a:lnTo>
                <a:lnTo>
                  <a:pt x="1446" y="2767"/>
                </a:lnTo>
                <a:lnTo>
                  <a:pt x="1504" y="2768"/>
                </a:lnTo>
                <a:lnTo>
                  <a:pt x="1563" y="2771"/>
                </a:lnTo>
                <a:lnTo>
                  <a:pt x="1624" y="2778"/>
                </a:lnTo>
                <a:lnTo>
                  <a:pt x="1687" y="2787"/>
                </a:lnTo>
                <a:lnTo>
                  <a:pt x="2183" y="2628"/>
                </a:lnTo>
                <a:lnTo>
                  <a:pt x="2201" y="2658"/>
                </a:lnTo>
                <a:lnTo>
                  <a:pt x="2218" y="2688"/>
                </a:lnTo>
                <a:lnTo>
                  <a:pt x="2233" y="2717"/>
                </a:lnTo>
                <a:lnTo>
                  <a:pt x="2246" y="2745"/>
                </a:lnTo>
                <a:lnTo>
                  <a:pt x="2257" y="2775"/>
                </a:lnTo>
                <a:lnTo>
                  <a:pt x="2268" y="2803"/>
                </a:lnTo>
                <a:lnTo>
                  <a:pt x="2276" y="2830"/>
                </a:lnTo>
                <a:lnTo>
                  <a:pt x="2281" y="2858"/>
                </a:lnTo>
                <a:lnTo>
                  <a:pt x="2287" y="2885"/>
                </a:lnTo>
                <a:lnTo>
                  <a:pt x="2290" y="2912"/>
                </a:lnTo>
                <a:lnTo>
                  <a:pt x="2291" y="2938"/>
                </a:lnTo>
                <a:lnTo>
                  <a:pt x="2291" y="2963"/>
                </a:lnTo>
                <a:lnTo>
                  <a:pt x="2288" y="2989"/>
                </a:lnTo>
                <a:lnTo>
                  <a:pt x="2285" y="3014"/>
                </a:lnTo>
                <a:lnTo>
                  <a:pt x="2280" y="3039"/>
                </a:lnTo>
                <a:lnTo>
                  <a:pt x="2273" y="3063"/>
                </a:lnTo>
                <a:lnTo>
                  <a:pt x="2265" y="3087"/>
                </a:lnTo>
                <a:lnTo>
                  <a:pt x="2256" y="3110"/>
                </a:lnTo>
                <a:lnTo>
                  <a:pt x="2244" y="3134"/>
                </a:lnTo>
                <a:lnTo>
                  <a:pt x="2232" y="3156"/>
                </a:lnTo>
                <a:lnTo>
                  <a:pt x="2217" y="3178"/>
                </a:lnTo>
                <a:lnTo>
                  <a:pt x="2202" y="3200"/>
                </a:lnTo>
                <a:lnTo>
                  <a:pt x="2185" y="3222"/>
                </a:lnTo>
                <a:lnTo>
                  <a:pt x="2166" y="3243"/>
                </a:lnTo>
                <a:lnTo>
                  <a:pt x="2146" y="3263"/>
                </a:lnTo>
                <a:lnTo>
                  <a:pt x="2125" y="3283"/>
                </a:lnTo>
                <a:lnTo>
                  <a:pt x="2103" y="3304"/>
                </a:lnTo>
                <a:lnTo>
                  <a:pt x="2078" y="3322"/>
                </a:lnTo>
                <a:lnTo>
                  <a:pt x="2053" y="3341"/>
                </a:lnTo>
                <a:lnTo>
                  <a:pt x="2026" y="3360"/>
                </a:lnTo>
                <a:lnTo>
                  <a:pt x="1998" y="3378"/>
                </a:lnTo>
                <a:lnTo>
                  <a:pt x="1968" y="3396"/>
                </a:lnTo>
                <a:lnTo>
                  <a:pt x="2002" y="3445"/>
                </a:lnTo>
                <a:lnTo>
                  <a:pt x="2646" y="3445"/>
                </a:lnTo>
                <a:lnTo>
                  <a:pt x="3008" y="3326"/>
                </a:lnTo>
                <a:lnTo>
                  <a:pt x="3359" y="3211"/>
                </a:lnTo>
                <a:lnTo>
                  <a:pt x="3391" y="3201"/>
                </a:lnTo>
                <a:lnTo>
                  <a:pt x="3424" y="3193"/>
                </a:lnTo>
                <a:lnTo>
                  <a:pt x="3454" y="3188"/>
                </a:lnTo>
                <a:lnTo>
                  <a:pt x="3483" y="3184"/>
                </a:lnTo>
                <a:lnTo>
                  <a:pt x="3511" y="3183"/>
                </a:lnTo>
                <a:lnTo>
                  <a:pt x="3538" y="3184"/>
                </a:lnTo>
                <a:lnTo>
                  <a:pt x="3563" y="3185"/>
                </a:lnTo>
                <a:lnTo>
                  <a:pt x="3586" y="3189"/>
                </a:lnTo>
                <a:lnTo>
                  <a:pt x="3609" y="3196"/>
                </a:lnTo>
                <a:lnTo>
                  <a:pt x="3631" y="3203"/>
                </a:lnTo>
                <a:lnTo>
                  <a:pt x="3650" y="3212"/>
                </a:lnTo>
                <a:lnTo>
                  <a:pt x="3667" y="3222"/>
                </a:lnTo>
                <a:lnTo>
                  <a:pt x="3684" y="3232"/>
                </a:lnTo>
                <a:lnTo>
                  <a:pt x="3699" y="3246"/>
                </a:lnTo>
                <a:lnTo>
                  <a:pt x="3711" y="3259"/>
                </a:lnTo>
                <a:lnTo>
                  <a:pt x="3724" y="3274"/>
                </a:lnTo>
                <a:lnTo>
                  <a:pt x="3733" y="3289"/>
                </a:lnTo>
                <a:lnTo>
                  <a:pt x="3741" y="3305"/>
                </a:lnTo>
                <a:lnTo>
                  <a:pt x="3748" y="3322"/>
                </a:lnTo>
                <a:lnTo>
                  <a:pt x="3753" y="3340"/>
                </a:lnTo>
                <a:lnTo>
                  <a:pt x="3756" y="3357"/>
                </a:lnTo>
                <a:lnTo>
                  <a:pt x="3757" y="3376"/>
                </a:lnTo>
                <a:lnTo>
                  <a:pt x="3756" y="3395"/>
                </a:lnTo>
                <a:lnTo>
                  <a:pt x="3753" y="3415"/>
                </a:lnTo>
                <a:lnTo>
                  <a:pt x="3749" y="3434"/>
                </a:lnTo>
                <a:lnTo>
                  <a:pt x="3742" y="3453"/>
                </a:lnTo>
                <a:lnTo>
                  <a:pt x="3734" y="3473"/>
                </a:lnTo>
                <a:lnTo>
                  <a:pt x="3724" y="3492"/>
                </a:lnTo>
                <a:lnTo>
                  <a:pt x="3711" y="3512"/>
                </a:lnTo>
                <a:lnTo>
                  <a:pt x="3697" y="3531"/>
                </a:lnTo>
                <a:lnTo>
                  <a:pt x="3680" y="3550"/>
                </a:lnTo>
                <a:lnTo>
                  <a:pt x="3662" y="3567"/>
                </a:lnTo>
                <a:lnTo>
                  <a:pt x="3043" y="4128"/>
                </a:lnTo>
                <a:lnTo>
                  <a:pt x="3007" y="4159"/>
                </a:lnTo>
                <a:lnTo>
                  <a:pt x="2970" y="4186"/>
                </a:lnTo>
                <a:lnTo>
                  <a:pt x="2933" y="4212"/>
                </a:lnTo>
                <a:lnTo>
                  <a:pt x="2895" y="4234"/>
                </a:lnTo>
                <a:lnTo>
                  <a:pt x="2856" y="4256"/>
                </a:lnTo>
                <a:lnTo>
                  <a:pt x="2815" y="4273"/>
                </a:lnTo>
                <a:lnTo>
                  <a:pt x="2775" y="4290"/>
                </a:lnTo>
                <a:lnTo>
                  <a:pt x="2736" y="4304"/>
                </a:lnTo>
                <a:lnTo>
                  <a:pt x="2696" y="4316"/>
                </a:lnTo>
                <a:lnTo>
                  <a:pt x="2655" y="4327"/>
                </a:lnTo>
                <a:lnTo>
                  <a:pt x="2615" y="4335"/>
                </a:lnTo>
                <a:lnTo>
                  <a:pt x="2576" y="4342"/>
                </a:lnTo>
                <a:lnTo>
                  <a:pt x="2537" y="4347"/>
                </a:lnTo>
                <a:lnTo>
                  <a:pt x="2499" y="4350"/>
                </a:lnTo>
                <a:lnTo>
                  <a:pt x="2463" y="4351"/>
                </a:lnTo>
                <a:lnTo>
                  <a:pt x="2427" y="4353"/>
                </a:lnTo>
                <a:lnTo>
                  <a:pt x="857" y="4341"/>
                </a:lnTo>
                <a:lnTo>
                  <a:pt x="857" y="4125"/>
                </a:lnTo>
                <a:lnTo>
                  <a:pt x="2407" y="4147"/>
                </a:lnTo>
                <a:lnTo>
                  <a:pt x="2446" y="4147"/>
                </a:lnTo>
                <a:lnTo>
                  <a:pt x="2483" y="4144"/>
                </a:lnTo>
                <a:lnTo>
                  <a:pt x="2521" y="4139"/>
                </a:lnTo>
                <a:lnTo>
                  <a:pt x="2557" y="4132"/>
                </a:lnTo>
                <a:lnTo>
                  <a:pt x="2592" y="4124"/>
                </a:lnTo>
                <a:lnTo>
                  <a:pt x="2627" y="4115"/>
                </a:lnTo>
                <a:lnTo>
                  <a:pt x="2661" y="4104"/>
                </a:lnTo>
                <a:lnTo>
                  <a:pt x="2692" y="4092"/>
                </a:lnTo>
                <a:lnTo>
                  <a:pt x="2724" y="4078"/>
                </a:lnTo>
                <a:lnTo>
                  <a:pt x="2754" y="4064"/>
                </a:lnTo>
                <a:lnTo>
                  <a:pt x="2782" y="4049"/>
                </a:lnTo>
                <a:lnTo>
                  <a:pt x="2809" y="4033"/>
                </a:lnTo>
                <a:lnTo>
                  <a:pt x="2834" y="4016"/>
                </a:lnTo>
                <a:lnTo>
                  <a:pt x="2859" y="3999"/>
                </a:lnTo>
                <a:lnTo>
                  <a:pt x="2881" y="3981"/>
                </a:lnTo>
                <a:lnTo>
                  <a:pt x="2903" y="3964"/>
                </a:lnTo>
                <a:lnTo>
                  <a:pt x="3530" y="3433"/>
                </a:lnTo>
                <a:lnTo>
                  <a:pt x="3535" y="3427"/>
                </a:lnTo>
                <a:lnTo>
                  <a:pt x="3541" y="3421"/>
                </a:lnTo>
                <a:lnTo>
                  <a:pt x="3543" y="3414"/>
                </a:lnTo>
                <a:lnTo>
                  <a:pt x="3546" y="3406"/>
                </a:lnTo>
                <a:lnTo>
                  <a:pt x="3546" y="3399"/>
                </a:lnTo>
                <a:lnTo>
                  <a:pt x="3546" y="3392"/>
                </a:lnTo>
                <a:lnTo>
                  <a:pt x="3543" y="3386"/>
                </a:lnTo>
                <a:lnTo>
                  <a:pt x="3541" y="3379"/>
                </a:lnTo>
                <a:lnTo>
                  <a:pt x="3535" y="3374"/>
                </a:lnTo>
                <a:lnTo>
                  <a:pt x="3530" y="3368"/>
                </a:lnTo>
                <a:lnTo>
                  <a:pt x="3522" y="3365"/>
                </a:lnTo>
                <a:lnTo>
                  <a:pt x="3512" y="3363"/>
                </a:lnTo>
                <a:lnTo>
                  <a:pt x="3503" y="3361"/>
                </a:lnTo>
                <a:lnTo>
                  <a:pt x="3491" y="3363"/>
                </a:lnTo>
                <a:lnTo>
                  <a:pt x="3477" y="3365"/>
                </a:lnTo>
                <a:lnTo>
                  <a:pt x="3463" y="3369"/>
                </a:lnTo>
                <a:lnTo>
                  <a:pt x="2685" y="3660"/>
                </a:lnTo>
                <a:lnTo>
                  <a:pt x="1893" y="3660"/>
                </a:lnTo>
                <a:lnTo>
                  <a:pt x="1889" y="3663"/>
                </a:lnTo>
                <a:lnTo>
                  <a:pt x="1647" y="3304"/>
                </a:lnTo>
                <a:lnTo>
                  <a:pt x="1714" y="3277"/>
                </a:lnTo>
                <a:lnTo>
                  <a:pt x="1750" y="3261"/>
                </a:lnTo>
                <a:lnTo>
                  <a:pt x="1789" y="3243"/>
                </a:lnTo>
                <a:lnTo>
                  <a:pt x="1827" y="3224"/>
                </a:lnTo>
                <a:lnTo>
                  <a:pt x="1866" y="3204"/>
                </a:lnTo>
                <a:lnTo>
                  <a:pt x="1902" y="3181"/>
                </a:lnTo>
                <a:lnTo>
                  <a:pt x="1938" y="3157"/>
                </a:lnTo>
                <a:lnTo>
                  <a:pt x="1956" y="3143"/>
                </a:lnTo>
                <a:lnTo>
                  <a:pt x="1972" y="3131"/>
                </a:lnTo>
                <a:lnTo>
                  <a:pt x="1987" y="3117"/>
                </a:lnTo>
                <a:lnTo>
                  <a:pt x="2002" y="3103"/>
                </a:lnTo>
                <a:lnTo>
                  <a:pt x="2015" y="3088"/>
                </a:lnTo>
                <a:lnTo>
                  <a:pt x="2029" y="3072"/>
                </a:lnTo>
                <a:lnTo>
                  <a:pt x="2039" y="3056"/>
                </a:lnTo>
                <a:lnTo>
                  <a:pt x="2050" y="3040"/>
                </a:lnTo>
                <a:lnTo>
                  <a:pt x="2058" y="3024"/>
                </a:lnTo>
                <a:lnTo>
                  <a:pt x="2066" y="3006"/>
                </a:lnTo>
                <a:lnTo>
                  <a:pt x="2072" y="2987"/>
                </a:lnTo>
                <a:lnTo>
                  <a:pt x="2077" y="2969"/>
                </a:lnTo>
                <a:lnTo>
                  <a:pt x="2080" y="2950"/>
                </a:lnTo>
                <a:lnTo>
                  <a:pt x="2080" y="2930"/>
                </a:lnTo>
                <a:lnTo>
                  <a:pt x="2080" y="2909"/>
                </a:lnTo>
                <a:lnTo>
                  <a:pt x="2076" y="2888"/>
                </a:lnTo>
                <a:lnTo>
                  <a:pt x="1699" y="3009"/>
                </a:lnTo>
                <a:lnTo>
                  <a:pt x="1664" y="3002"/>
                </a:lnTo>
                <a:lnTo>
                  <a:pt x="1630" y="2997"/>
                </a:lnTo>
                <a:lnTo>
                  <a:pt x="1597" y="2993"/>
                </a:lnTo>
                <a:lnTo>
                  <a:pt x="1564" y="2989"/>
                </a:lnTo>
                <a:lnTo>
                  <a:pt x="1532" y="2986"/>
                </a:lnTo>
                <a:lnTo>
                  <a:pt x="1501" y="2985"/>
                </a:lnTo>
                <a:lnTo>
                  <a:pt x="1470" y="2983"/>
                </a:lnTo>
                <a:lnTo>
                  <a:pt x="1439" y="2985"/>
                </a:lnTo>
                <a:lnTo>
                  <a:pt x="1410" y="2986"/>
                </a:lnTo>
                <a:lnTo>
                  <a:pt x="1382" y="2989"/>
                </a:lnTo>
                <a:lnTo>
                  <a:pt x="1353" y="2993"/>
                </a:lnTo>
                <a:lnTo>
                  <a:pt x="1325" y="2998"/>
                </a:lnTo>
                <a:lnTo>
                  <a:pt x="1298" y="3004"/>
                </a:lnTo>
                <a:lnTo>
                  <a:pt x="1271" y="3010"/>
                </a:lnTo>
                <a:lnTo>
                  <a:pt x="1244" y="3020"/>
                </a:lnTo>
                <a:lnTo>
                  <a:pt x="1219" y="3029"/>
                </a:lnTo>
                <a:lnTo>
                  <a:pt x="1195" y="3040"/>
                </a:lnTo>
                <a:lnTo>
                  <a:pt x="1169" y="3051"/>
                </a:lnTo>
                <a:lnTo>
                  <a:pt x="1145" y="3064"/>
                </a:lnTo>
                <a:lnTo>
                  <a:pt x="1121" y="3079"/>
                </a:lnTo>
                <a:lnTo>
                  <a:pt x="1098" y="3094"/>
                </a:lnTo>
                <a:lnTo>
                  <a:pt x="1075" y="3111"/>
                </a:lnTo>
                <a:lnTo>
                  <a:pt x="1052" y="3129"/>
                </a:lnTo>
                <a:lnTo>
                  <a:pt x="1029" y="3148"/>
                </a:lnTo>
                <a:lnTo>
                  <a:pt x="1008" y="3168"/>
                </a:lnTo>
                <a:lnTo>
                  <a:pt x="986" y="3191"/>
                </a:lnTo>
                <a:lnTo>
                  <a:pt x="965" y="3213"/>
                </a:lnTo>
                <a:lnTo>
                  <a:pt x="944" y="3238"/>
                </a:lnTo>
                <a:lnTo>
                  <a:pt x="923" y="3263"/>
                </a:lnTo>
                <a:lnTo>
                  <a:pt x="903" y="3290"/>
                </a:lnTo>
                <a:lnTo>
                  <a:pt x="882" y="3318"/>
                </a:lnTo>
                <a:lnTo>
                  <a:pt x="864" y="3348"/>
                </a:lnTo>
                <a:lnTo>
                  <a:pt x="861" y="3347"/>
                </a:lnTo>
                <a:lnTo>
                  <a:pt x="862" y="3009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8" name="Google Shape;405;p42"/>
          <p:cNvSpPr/>
          <p:nvPr/>
        </p:nvSpPr>
        <p:spPr>
          <a:xfrm>
            <a:off x="9972720" y="1230840"/>
            <a:ext cx="1979640" cy="1604160"/>
          </a:xfrm>
          <a:prstGeom prst="rect">
            <a:avLst/>
          </a:prstGeom>
          <a:noFill/>
          <a:ln w="0">
            <a:solidFill>
              <a:srgbClr val="000000"/>
            </a:solidFill>
            <a:prstDash val="lgDashDotDot"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6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Caso o split payment não seja implementado, o crédito estará vinculado ao destaque em nota.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Split Payment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1" name="Conector reto 9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pic>
        <p:nvPicPr>
          <p:cNvPr id="362" name="Imagem 10"/>
          <p:cNvPicPr/>
          <p:nvPr/>
        </p:nvPicPr>
        <p:blipFill>
          <a:blip r:embed="rId2"/>
          <a:stretch/>
        </p:blipFill>
        <p:spPr>
          <a:xfrm>
            <a:off x="2011320" y="978840"/>
            <a:ext cx="7827480" cy="469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4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Split Payment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5" name="Conector reto 9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sp>
        <p:nvSpPr>
          <p:cNvPr id="366" name="Retângulo: Cantos Arredondados 21"/>
          <p:cNvSpPr/>
          <p:nvPr/>
        </p:nvSpPr>
        <p:spPr>
          <a:xfrm>
            <a:off x="9282240" y="4620600"/>
            <a:ext cx="2818080" cy="956520"/>
          </a:xfrm>
          <a:prstGeom prst="roundRect">
            <a:avLst>
              <a:gd name="adj" fmla="val 16667"/>
            </a:avLst>
          </a:prstGeom>
          <a:solidFill>
            <a:srgbClr val="1a341b"/>
          </a:solidFill>
          <a:ln>
            <a:solidFill>
              <a:srgbClr val="0f47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1a341b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Split superinteligente (definitivo)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Split inteligente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Split simplificado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CaixaDeTexto 24"/>
          <p:cNvSpPr/>
          <p:nvPr/>
        </p:nvSpPr>
        <p:spPr>
          <a:xfrm>
            <a:off x="919080" y="3039120"/>
            <a:ext cx="1337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Atacadista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8" name="Tabela 4"/>
          <p:cNvGraphicFramePr/>
          <p:nvPr/>
        </p:nvGraphicFramePr>
        <p:xfrm>
          <a:off x="732600" y="3492720"/>
          <a:ext cx="1711080" cy="2044080"/>
        </p:xfrm>
        <a:graphic>
          <a:graphicData uri="http://schemas.openxmlformats.org/drawingml/2006/table">
            <a:tbl>
              <a:tblPr/>
              <a:tblGrid>
                <a:gridCol w="1711080"/>
              </a:tblGrid>
              <a:tr h="9619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FORNECEDOR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DÉBITO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550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R$ 28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369" name="Conector de Seta Reta 6"/>
          <p:cNvCxnSpPr>
            <a:stCxn id="367" idx="3"/>
          </p:cNvCxnSpPr>
          <p:nvPr/>
        </p:nvCxnSpPr>
        <p:spPr>
          <a:xfrm flipV="1">
            <a:off x="2256840" y="3214440"/>
            <a:ext cx="3397320" cy="972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370" name="CaixaDeTexto 30"/>
          <p:cNvSpPr/>
          <p:nvPr/>
        </p:nvSpPr>
        <p:spPr>
          <a:xfrm>
            <a:off x="2649960" y="3214800"/>
            <a:ext cx="21729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Bem ou serviço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(100 + 28% IVA = 128)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1" name="Conector de Seta Reta 36"/>
          <p:cNvCxnSpPr/>
          <p:nvPr/>
        </p:nvCxnSpPr>
        <p:spPr>
          <a:xfrm flipV="1">
            <a:off x="5653800" y="1888200"/>
            <a:ext cx="360" cy="1081440"/>
          </a:xfrm>
          <a:prstGeom prst="straightConnector1">
            <a:avLst/>
          </a:prstGeom>
          <a:ln>
            <a:solidFill>
              <a:srgbClr val="ff0000"/>
            </a:solidFill>
            <a:prstDash val="lgDashDotDot"/>
            <a:tailEnd len="med" type="triangle" w="med"/>
          </a:ln>
        </p:spPr>
      </p:cxnSp>
      <p:sp>
        <p:nvSpPr>
          <p:cNvPr id="372" name="CaixaDeTexto 37"/>
          <p:cNvSpPr/>
          <p:nvPr/>
        </p:nvSpPr>
        <p:spPr>
          <a:xfrm>
            <a:off x="5139360" y="1053360"/>
            <a:ext cx="20998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Comitê GESTOR do IBS e CBS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CaixaDeTexto 38"/>
          <p:cNvSpPr/>
          <p:nvPr/>
        </p:nvSpPr>
        <p:spPr>
          <a:xfrm>
            <a:off x="2751120" y="2596680"/>
            <a:ext cx="2172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Pagamento: </a:t>
            </a:r>
            <a:r>
              <a:rPr lang="pt-BR" sz="14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100$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CaixaDeTexto 39"/>
          <p:cNvSpPr/>
          <p:nvPr/>
        </p:nvSpPr>
        <p:spPr>
          <a:xfrm>
            <a:off x="3818160" y="2005200"/>
            <a:ext cx="2172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Split 1: </a:t>
            </a:r>
            <a:r>
              <a:rPr lang="pt-BR" sz="14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R$ 28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5" name="Conector de Seta Reta 43"/>
          <p:cNvCxnSpPr/>
          <p:nvPr/>
        </p:nvCxnSpPr>
        <p:spPr>
          <a:xfrm flipH="1">
            <a:off x="2257200" y="2991600"/>
            <a:ext cx="3396960" cy="360"/>
          </a:xfrm>
          <a:prstGeom prst="straightConnector1">
            <a:avLst/>
          </a:prstGeom>
          <a:ln>
            <a:solidFill>
              <a:srgbClr val="ff0000"/>
            </a:solidFill>
            <a:prstDash val="lgDashDotDot"/>
            <a:tailEnd len="med" type="triangle" w="med"/>
          </a:ln>
        </p:spPr>
      </p:cxnSp>
      <p:sp>
        <p:nvSpPr>
          <p:cNvPr id="376" name="CaixaDeTexto 31"/>
          <p:cNvSpPr/>
          <p:nvPr/>
        </p:nvSpPr>
        <p:spPr>
          <a:xfrm>
            <a:off x="5760" y="2025720"/>
            <a:ext cx="15577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Consulta: </a:t>
            </a:r>
            <a:r>
              <a:rPr lang="pt-BR" sz="1200" b="0" u="sng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para esta operação,</a:t>
            </a:r>
            <a:r>
              <a:rPr lang="pt-BR" sz="12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 há créditos?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7" name="Conector de Seta Reta 10"/>
          <p:cNvCxnSpPr/>
          <p:nvPr/>
        </p:nvCxnSpPr>
        <p:spPr>
          <a:xfrm flipH="1" flipV="1">
            <a:off x="1478160" y="1661040"/>
            <a:ext cx="17280" cy="1243800"/>
          </a:xfrm>
          <a:prstGeom prst="straightConnector1">
            <a:avLst/>
          </a:prstGeom>
          <a:ln>
            <a:solidFill>
              <a:srgbClr val="a07853"/>
            </a:solidFill>
            <a:prstDash val="lgDashDot"/>
            <a:tailEnd len="med" type="triangle" w="med"/>
          </a:ln>
        </p:spPr>
      </p:cxnSp>
      <p:cxnSp>
        <p:nvCxnSpPr>
          <p:cNvPr id="378" name="Conector de Seta Reta 34"/>
          <p:cNvCxnSpPr/>
          <p:nvPr/>
        </p:nvCxnSpPr>
        <p:spPr>
          <a:xfrm flipH="1">
            <a:off x="1665360" y="1584720"/>
            <a:ext cx="3441960" cy="1269720"/>
          </a:xfrm>
          <a:prstGeom prst="straightConnector1">
            <a:avLst/>
          </a:prstGeom>
          <a:ln>
            <a:solidFill>
              <a:srgbClr val="a07853"/>
            </a:solidFill>
            <a:prstDash val="lgDashDot"/>
            <a:tailEnd len="med" type="triangle" w="med"/>
          </a:ln>
        </p:spPr>
      </p:cxnSp>
      <p:sp>
        <p:nvSpPr>
          <p:cNvPr id="379" name="CaixaDeTexto 42"/>
          <p:cNvSpPr/>
          <p:nvPr/>
        </p:nvSpPr>
        <p:spPr>
          <a:xfrm>
            <a:off x="1288800" y="2073240"/>
            <a:ext cx="1557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Resposta: </a:t>
            </a:r>
            <a:r>
              <a:rPr lang="pt-BR" sz="12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Não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CaixaDeTexto 44"/>
          <p:cNvSpPr/>
          <p:nvPr/>
        </p:nvSpPr>
        <p:spPr>
          <a:xfrm>
            <a:off x="513720" y="996840"/>
            <a:ext cx="20998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Meio de pagamento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1" name="Conector de Seta Reta 46"/>
          <p:cNvCxnSpPr/>
          <p:nvPr/>
        </p:nvCxnSpPr>
        <p:spPr>
          <a:xfrm>
            <a:off x="2342880" y="1305720"/>
            <a:ext cx="2796840" cy="360"/>
          </a:xfrm>
          <a:prstGeom prst="straightConnector1">
            <a:avLst/>
          </a:prstGeom>
          <a:ln>
            <a:solidFill>
              <a:srgbClr val="a07853"/>
            </a:solidFill>
            <a:prstDash val="lgDashDot"/>
            <a:tailEnd len="med" type="triangle" w="med"/>
          </a:ln>
        </p:spPr>
      </p:cxnSp>
      <p:sp>
        <p:nvSpPr>
          <p:cNvPr id="382" name="CaixaDeTexto 47"/>
          <p:cNvSpPr/>
          <p:nvPr/>
        </p:nvSpPr>
        <p:spPr>
          <a:xfrm>
            <a:off x="5520600" y="3039480"/>
            <a:ext cx="1337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Varejista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3" name="Tabela 4"/>
          <p:cNvGraphicFramePr/>
          <p:nvPr/>
        </p:nvGraphicFramePr>
        <p:xfrm>
          <a:off x="4791240" y="3493440"/>
          <a:ext cx="2742840" cy="1921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9619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ADQUIRENTE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ptos"/>
                        </a:rPr>
                        <a:t>CRÉDITO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FORNECEDOR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DÉBITO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550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ptos"/>
                        </a:rPr>
                        <a:t>R$ 28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pt-BR" sz="16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R$ 42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84" name="CaixaDeTexto 53"/>
          <p:cNvSpPr/>
          <p:nvPr/>
        </p:nvSpPr>
        <p:spPr>
          <a:xfrm>
            <a:off x="9958320" y="2991960"/>
            <a:ext cx="20998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Consumidor Final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CaixaDeTexto 57"/>
          <p:cNvSpPr/>
          <p:nvPr/>
        </p:nvSpPr>
        <p:spPr>
          <a:xfrm>
            <a:off x="9958320" y="3294720"/>
            <a:ext cx="20998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(Não há crédito)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6" name="Conector de Seta Reta 58"/>
          <p:cNvCxnSpPr/>
          <p:nvPr/>
        </p:nvCxnSpPr>
        <p:spPr>
          <a:xfrm flipV="1">
            <a:off x="6905520" y="3223440"/>
            <a:ext cx="3168360" cy="972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387" name="CaixaDeTexto 59"/>
          <p:cNvSpPr/>
          <p:nvPr/>
        </p:nvSpPr>
        <p:spPr>
          <a:xfrm>
            <a:off x="7579080" y="3201480"/>
            <a:ext cx="21729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Bem ou serviço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(150 + 28% IVA = 192)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CaixaDeTexto 60"/>
          <p:cNvSpPr/>
          <p:nvPr/>
        </p:nvSpPr>
        <p:spPr>
          <a:xfrm>
            <a:off x="9710640" y="942120"/>
            <a:ext cx="20998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Meio de pagamento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CaixaDeTexto 61"/>
          <p:cNvSpPr/>
          <p:nvPr/>
        </p:nvSpPr>
        <p:spPr>
          <a:xfrm>
            <a:off x="10733760" y="1896480"/>
            <a:ext cx="15577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Consulta: </a:t>
            </a:r>
            <a:r>
              <a:rPr lang="pt-BR" sz="1200" b="0" u="sng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para esta operação,</a:t>
            </a:r>
            <a:r>
              <a:rPr lang="pt-BR" sz="12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 há créditos?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0" name="Conector de Seta Reta 62"/>
          <p:cNvCxnSpPr/>
          <p:nvPr/>
        </p:nvCxnSpPr>
        <p:spPr>
          <a:xfrm flipH="1" flipV="1">
            <a:off x="10777320" y="1699560"/>
            <a:ext cx="17280" cy="1243800"/>
          </a:xfrm>
          <a:prstGeom prst="straightConnector1">
            <a:avLst/>
          </a:prstGeom>
          <a:ln>
            <a:solidFill>
              <a:srgbClr val="a07853"/>
            </a:solidFill>
            <a:prstDash val="lgDashDot"/>
            <a:tailEnd len="med" type="triangle" w="med"/>
          </a:ln>
        </p:spPr>
      </p:cxnSp>
      <p:sp>
        <p:nvSpPr>
          <p:cNvPr id="391" name="CaixaDeTexto 63"/>
          <p:cNvSpPr/>
          <p:nvPr/>
        </p:nvSpPr>
        <p:spPr>
          <a:xfrm>
            <a:off x="9370800" y="2005200"/>
            <a:ext cx="15577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Resposta: </a:t>
            </a:r>
            <a:r>
              <a:rPr lang="pt-BR" sz="12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Sim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Quanto:</a:t>
            </a:r>
            <a:r>
              <a:rPr lang="pt-BR" sz="12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 28$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2" name="Conector de Seta Reta 64"/>
          <p:cNvCxnSpPr/>
          <p:nvPr/>
        </p:nvCxnSpPr>
        <p:spPr>
          <a:xfrm flipH="1">
            <a:off x="7266600" y="1273680"/>
            <a:ext cx="2807280" cy="360"/>
          </a:xfrm>
          <a:prstGeom prst="straightConnector1">
            <a:avLst/>
          </a:prstGeom>
          <a:ln>
            <a:solidFill>
              <a:srgbClr val="a07853"/>
            </a:solidFill>
            <a:prstDash val="lgDashDot"/>
            <a:tailEnd len="med" type="triangle" w="med"/>
          </a:ln>
        </p:spPr>
      </p:cxnSp>
      <p:cxnSp>
        <p:nvCxnSpPr>
          <p:cNvPr id="393" name="Conector de Seta Reta 65"/>
          <p:cNvCxnSpPr/>
          <p:nvPr/>
        </p:nvCxnSpPr>
        <p:spPr>
          <a:xfrm>
            <a:off x="7230240" y="1490760"/>
            <a:ext cx="3329640" cy="1346760"/>
          </a:xfrm>
          <a:prstGeom prst="straightConnector1">
            <a:avLst/>
          </a:prstGeom>
          <a:ln>
            <a:solidFill>
              <a:srgbClr val="a07853"/>
            </a:solidFill>
            <a:prstDash val="lgDashDot"/>
            <a:tailEnd len="med" type="triangle" w="med"/>
          </a:ln>
        </p:spPr>
      </p:cxnSp>
      <p:cxnSp>
        <p:nvCxnSpPr>
          <p:cNvPr id="394" name="Conector de Seta Reta 66"/>
          <p:cNvCxnSpPr/>
          <p:nvPr/>
        </p:nvCxnSpPr>
        <p:spPr>
          <a:xfrm flipH="1" flipV="1">
            <a:off x="7153200" y="1643040"/>
            <a:ext cx="3063240" cy="1272600"/>
          </a:xfrm>
          <a:prstGeom prst="straightConnector1">
            <a:avLst/>
          </a:prstGeom>
          <a:ln>
            <a:solidFill>
              <a:srgbClr val="ff0000"/>
            </a:solidFill>
            <a:prstDash val="lgDashDotDot"/>
            <a:tailEnd len="med" type="triangle" w="med"/>
          </a:ln>
        </p:spPr>
      </p:cxnSp>
      <p:cxnSp>
        <p:nvCxnSpPr>
          <p:cNvPr id="395" name="Conector de Seta Reta 67"/>
          <p:cNvCxnSpPr/>
          <p:nvPr/>
        </p:nvCxnSpPr>
        <p:spPr>
          <a:xfrm flipH="1">
            <a:off x="6819840" y="2943360"/>
            <a:ext cx="3396600" cy="360"/>
          </a:xfrm>
          <a:prstGeom prst="straightConnector1">
            <a:avLst/>
          </a:prstGeom>
          <a:ln>
            <a:solidFill>
              <a:srgbClr val="ff0000"/>
            </a:solidFill>
            <a:prstDash val="lgDashDotDot"/>
            <a:tailEnd len="med" type="triangle" w="med"/>
          </a:ln>
        </p:spPr>
      </p:cxnSp>
      <p:sp>
        <p:nvSpPr>
          <p:cNvPr id="396" name="CaixaDeTexto 68"/>
          <p:cNvSpPr/>
          <p:nvPr/>
        </p:nvSpPr>
        <p:spPr>
          <a:xfrm>
            <a:off x="6037920" y="1944000"/>
            <a:ext cx="27072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Split 2: </a:t>
            </a:r>
            <a:r>
              <a:rPr lang="pt-BR" sz="14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R$ 14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CaixaDeTexto 69"/>
          <p:cNvSpPr/>
          <p:nvPr/>
        </p:nvSpPr>
        <p:spPr>
          <a:xfrm>
            <a:off x="6264000" y="2574000"/>
            <a:ext cx="27072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Pagamento: </a:t>
            </a:r>
            <a:r>
              <a:rPr lang="pt-BR" sz="14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R$ 178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CaixaDeTexto 71"/>
          <p:cNvSpPr/>
          <p:nvPr/>
        </p:nvSpPr>
        <p:spPr>
          <a:xfrm>
            <a:off x="9958320" y="3866040"/>
            <a:ext cx="20998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Total do IVA na cadeia: R$ 42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5" dur="indefinite" restart="never" nodeType="tmRoot">
          <p:childTnLst>
            <p:seq>
              <p:cTn id="116" dur="indefinite" nodeType="mainSeq">
                <p:childTnLst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9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4" dur="5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5" dur="5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0" dur="5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1" dur="5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4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9" dur="50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0" dur="50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5" dur="50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6" dur="50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1" dur="50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2" dur="50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7" dur="5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8" dur="5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1" dur="500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2" dur="500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7" dur="500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8" dur="500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1" dur="5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2" dur="5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7"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88" dur="1000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9" dur="1000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2"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93" dur="1000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4" dur="1000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9" dur="5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0" dur="5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3" dur="5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4" dur="5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7" dur="5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8" dur="5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1" dur="500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2" dur="500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5" dur="50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6" dur="50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1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2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5" dur="50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6" dur="50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9" dur="500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0" dur="500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5" dur="5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6" dur="5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9" dur="500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0" dur="500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5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8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1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4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9" dur="5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0" dur="5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Split Payment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1" name="Conector reto 9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sp>
        <p:nvSpPr>
          <p:cNvPr id="402" name="Retângulo: Cantos Arredondados 21"/>
          <p:cNvSpPr/>
          <p:nvPr/>
        </p:nvSpPr>
        <p:spPr>
          <a:xfrm>
            <a:off x="248760" y="1247760"/>
            <a:ext cx="2818080" cy="956520"/>
          </a:xfrm>
          <a:prstGeom prst="roundRect">
            <a:avLst>
              <a:gd name="adj" fmla="val 16667"/>
            </a:avLst>
          </a:prstGeom>
          <a:solidFill>
            <a:srgbClr val="1a341b"/>
          </a:solidFill>
          <a:ln>
            <a:solidFill>
              <a:srgbClr val="0f47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Split superinteligente (definitivo)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Split inteligente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Split simplificado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CaixaDeTexto 24"/>
          <p:cNvSpPr/>
          <p:nvPr/>
        </p:nvSpPr>
        <p:spPr>
          <a:xfrm>
            <a:off x="919080" y="3039120"/>
            <a:ext cx="1337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Atacadista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4" name="Tabela 4"/>
          <p:cNvGraphicFramePr/>
          <p:nvPr/>
        </p:nvGraphicFramePr>
        <p:xfrm>
          <a:off x="732600" y="3492720"/>
          <a:ext cx="1711080" cy="2044080"/>
        </p:xfrm>
        <a:graphic>
          <a:graphicData uri="http://schemas.openxmlformats.org/drawingml/2006/table">
            <a:tbl>
              <a:tblPr/>
              <a:tblGrid>
                <a:gridCol w="1711080"/>
              </a:tblGrid>
              <a:tr h="9619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FORNECEDOR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DÉBITO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550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R$ 28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5" name="CaixaDeTexto 26"/>
          <p:cNvSpPr/>
          <p:nvPr/>
        </p:nvSpPr>
        <p:spPr>
          <a:xfrm>
            <a:off x="5653800" y="3030120"/>
            <a:ext cx="1337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Varejista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CaixaDeTexto 27"/>
          <p:cNvSpPr/>
          <p:nvPr/>
        </p:nvSpPr>
        <p:spPr>
          <a:xfrm>
            <a:off x="9977400" y="2991960"/>
            <a:ext cx="20998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Consumidor Final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7" name="Tabela 4"/>
          <p:cNvGraphicFramePr/>
          <p:nvPr/>
        </p:nvGraphicFramePr>
        <p:xfrm>
          <a:off x="4924440" y="3483720"/>
          <a:ext cx="2742840" cy="1921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9619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ADQUIRENTE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ptos"/>
                        </a:rPr>
                        <a:t>CRÉDITO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FORNECEDOR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DÉBITO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550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ptos"/>
                        </a:rPr>
                        <a:t>R$ 28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pt-BR" sz="16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R$ 42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8" name="CaixaDeTexto 29"/>
          <p:cNvSpPr/>
          <p:nvPr/>
        </p:nvSpPr>
        <p:spPr>
          <a:xfrm>
            <a:off x="9977400" y="3294720"/>
            <a:ext cx="20998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(Não há crédito)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9" name="Conector de Seta Reta 6"/>
          <p:cNvCxnSpPr>
            <a:stCxn id="403" idx="3"/>
            <a:endCxn id="405" idx="1"/>
          </p:cNvCxnSpPr>
          <p:nvPr/>
        </p:nvCxnSpPr>
        <p:spPr>
          <a:xfrm flipV="1">
            <a:off x="2256840" y="3214800"/>
            <a:ext cx="3397320" cy="936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410" name="CaixaDeTexto 30"/>
          <p:cNvSpPr/>
          <p:nvPr/>
        </p:nvSpPr>
        <p:spPr>
          <a:xfrm>
            <a:off x="2649960" y="3214800"/>
            <a:ext cx="21729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Bem ou serviço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(100 + 28% IVA = 128)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1" name="Conector de Seta Reta 36"/>
          <p:cNvCxnSpPr/>
          <p:nvPr/>
        </p:nvCxnSpPr>
        <p:spPr>
          <a:xfrm flipV="1">
            <a:off x="5653800" y="1888200"/>
            <a:ext cx="360" cy="1081440"/>
          </a:xfrm>
          <a:prstGeom prst="straightConnector1">
            <a:avLst/>
          </a:prstGeom>
          <a:ln>
            <a:solidFill>
              <a:srgbClr val="ff0000"/>
            </a:solidFill>
            <a:prstDash val="lgDashDotDot"/>
            <a:tailEnd len="med" type="triangle" w="med"/>
          </a:ln>
        </p:spPr>
      </p:cxnSp>
      <p:sp>
        <p:nvSpPr>
          <p:cNvPr id="412" name="CaixaDeTexto 37"/>
          <p:cNvSpPr/>
          <p:nvPr/>
        </p:nvSpPr>
        <p:spPr>
          <a:xfrm>
            <a:off x="5272920" y="1167840"/>
            <a:ext cx="20998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Comitê GESTOR do IBS e CBS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CaixaDeTexto 38"/>
          <p:cNvSpPr/>
          <p:nvPr/>
        </p:nvSpPr>
        <p:spPr>
          <a:xfrm>
            <a:off x="2751120" y="2596680"/>
            <a:ext cx="2172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Pagamento: </a:t>
            </a: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100$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CaixaDeTexto 39"/>
          <p:cNvSpPr/>
          <p:nvPr/>
        </p:nvSpPr>
        <p:spPr>
          <a:xfrm>
            <a:off x="3818160" y="2005200"/>
            <a:ext cx="2172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Split 1: </a:t>
            </a: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R$ 28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5" name="Conector de Seta Reta 40"/>
          <p:cNvCxnSpPr/>
          <p:nvPr/>
        </p:nvCxnSpPr>
        <p:spPr>
          <a:xfrm flipV="1">
            <a:off x="6924600" y="3223440"/>
            <a:ext cx="3168360" cy="972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416" name="CaixaDeTexto 41"/>
          <p:cNvSpPr/>
          <p:nvPr/>
        </p:nvSpPr>
        <p:spPr>
          <a:xfrm>
            <a:off x="7598160" y="3201480"/>
            <a:ext cx="21729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Bem ou serviço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(150 + 28% IVA = 192)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7" name="Conector de Seta Reta 43"/>
          <p:cNvCxnSpPr/>
          <p:nvPr/>
        </p:nvCxnSpPr>
        <p:spPr>
          <a:xfrm flipH="1">
            <a:off x="2257200" y="2969280"/>
            <a:ext cx="3396960" cy="22680"/>
          </a:xfrm>
          <a:prstGeom prst="straightConnector1">
            <a:avLst/>
          </a:prstGeom>
          <a:ln>
            <a:solidFill>
              <a:srgbClr val="ff0000"/>
            </a:solidFill>
            <a:prstDash val="lgDashDotDot"/>
            <a:tailEnd len="med" type="triangle" w="med"/>
          </a:ln>
        </p:spPr>
      </p:cxnSp>
      <p:cxnSp>
        <p:nvCxnSpPr>
          <p:cNvPr id="418" name="Conector de Seta Reta 45"/>
          <p:cNvCxnSpPr/>
          <p:nvPr/>
        </p:nvCxnSpPr>
        <p:spPr>
          <a:xfrm>
            <a:off x="6819840" y="1878480"/>
            <a:ext cx="360" cy="1081440"/>
          </a:xfrm>
          <a:prstGeom prst="straightConnector1">
            <a:avLst/>
          </a:prstGeom>
          <a:ln>
            <a:solidFill>
              <a:srgbClr val="00b050"/>
            </a:solidFill>
            <a:prstDash val="lgDashDotDot"/>
            <a:tailEnd len="med" type="triangle" w="med"/>
          </a:ln>
        </p:spPr>
      </p:cxnSp>
      <p:cxnSp>
        <p:nvCxnSpPr>
          <p:cNvPr id="419" name="Conector de Seta Reta 48"/>
          <p:cNvCxnSpPr/>
          <p:nvPr/>
        </p:nvCxnSpPr>
        <p:spPr>
          <a:xfrm flipH="1">
            <a:off x="6819840" y="2943360"/>
            <a:ext cx="3396600" cy="360"/>
          </a:xfrm>
          <a:prstGeom prst="straightConnector1">
            <a:avLst/>
          </a:prstGeom>
          <a:ln>
            <a:solidFill>
              <a:srgbClr val="ff0000"/>
            </a:solidFill>
            <a:prstDash val="lgDashDotDot"/>
            <a:tailEnd len="med" type="triangle" w="med"/>
          </a:ln>
        </p:spPr>
      </p:cxnSp>
      <p:sp>
        <p:nvSpPr>
          <p:cNvPr id="420" name="CaixaDeTexto 49"/>
          <p:cNvSpPr/>
          <p:nvPr/>
        </p:nvSpPr>
        <p:spPr>
          <a:xfrm>
            <a:off x="7422120" y="2565720"/>
            <a:ext cx="2172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Pagamento: </a:t>
            </a: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150$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CaixaDeTexto 50"/>
          <p:cNvSpPr/>
          <p:nvPr/>
        </p:nvSpPr>
        <p:spPr>
          <a:xfrm>
            <a:off x="8093880" y="1976400"/>
            <a:ext cx="27072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Split 2: </a:t>
            </a: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R$ 42 </a:t>
            </a: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sem consulta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2" name="Conector de Seta Reta 51"/>
          <p:cNvCxnSpPr/>
          <p:nvPr/>
        </p:nvCxnSpPr>
        <p:spPr>
          <a:xfrm flipH="1" flipV="1">
            <a:off x="6991920" y="1888200"/>
            <a:ext cx="3224520" cy="1027440"/>
          </a:xfrm>
          <a:prstGeom prst="straightConnector1">
            <a:avLst/>
          </a:prstGeom>
          <a:ln>
            <a:solidFill>
              <a:srgbClr val="ff0000"/>
            </a:solidFill>
            <a:prstDash val="lgDashDotDot"/>
            <a:tailEnd len="med" type="triangle" w="med"/>
          </a:ln>
        </p:spPr>
      </p:cxnSp>
      <p:sp>
        <p:nvSpPr>
          <p:cNvPr id="423" name="CaixaDeTexto 54"/>
          <p:cNvSpPr/>
          <p:nvPr/>
        </p:nvSpPr>
        <p:spPr>
          <a:xfrm>
            <a:off x="5675400" y="2027880"/>
            <a:ext cx="114408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R$ 28</a:t>
            </a:r>
            <a:br>
              <a:rPr sz="1400"/>
            </a:b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(Devolução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em 3 dias)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CaixaDeTexto 55"/>
          <p:cNvSpPr/>
          <p:nvPr/>
        </p:nvSpPr>
        <p:spPr>
          <a:xfrm>
            <a:off x="9959760" y="4044960"/>
            <a:ext cx="20998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Total do IVA na cadeia: R$ 42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1" dur="indefinite" restart="never" nodeType="tmRoot">
          <p:childTnLst>
            <p:seq>
              <p:cTn id="262" dur="indefinite" nodeType="mainSeq">
                <p:childTnLst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7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2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5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8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1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6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6" presetClass="entr" fill="hold" nodeType="click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91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94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97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300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5" dur="5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6" dur="5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9" dur="500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0" dur="500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1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3" dur="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4" dur="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5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7" dur="5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8" dur="5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3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8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1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4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7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2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5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0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Split Payment – Variação em compras a prazo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7" name="Conector reto 9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sp>
        <p:nvSpPr>
          <p:cNvPr id="428" name="Retângulo: Cantos Arredondados 21"/>
          <p:cNvSpPr/>
          <p:nvPr/>
        </p:nvSpPr>
        <p:spPr>
          <a:xfrm>
            <a:off x="248760" y="1247760"/>
            <a:ext cx="2818080" cy="956520"/>
          </a:xfrm>
          <a:prstGeom prst="roundRect">
            <a:avLst>
              <a:gd name="adj" fmla="val 16667"/>
            </a:avLst>
          </a:prstGeom>
          <a:solidFill>
            <a:srgbClr val="1a341b"/>
          </a:solidFill>
          <a:ln>
            <a:solidFill>
              <a:srgbClr val="0f47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Split superinteligente (definitivo)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Split inteligente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Split simplificado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CaixaDeTexto 24"/>
          <p:cNvSpPr/>
          <p:nvPr/>
        </p:nvSpPr>
        <p:spPr>
          <a:xfrm>
            <a:off x="919080" y="3039120"/>
            <a:ext cx="1337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Atacadista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30" name="Tabela 4"/>
          <p:cNvGraphicFramePr/>
          <p:nvPr/>
        </p:nvGraphicFramePr>
        <p:xfrm>
          <a:off x="732600" y="3492720"/>
          <a:ext cx="1711080" cy="2103840"/>
        </p:xfrm>
        <a:graphic>
          <a:graphicData uri="http://schemas.openxmlformats.org/drawingml/2006/table">
            <a:tbl>
              <a:tblPr/>
              <a:tblGrid>
                <a:gridCol w="1711080"/>
              </a:tblGrid>
              <a:tr h="9619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FORNECEDOR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DÉBITO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550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R$ 28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(a ser pago)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31" name="CaixaDeTexto 26"/>
          <p:cNvSpPr/>
          <p:nvPr/>
        </p:nvSpPr>
        <p:spPr>
          <a:xfrm>
            <a:off x="5653800" y="3030120"/>
            <a:ext cx="1337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Varejista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CaixaDeTexto 27"/>
          <p:cNvSpPr/>
          <p:nvPr/>
        </p:nvSpPr>
        <p:spPr>
          <a:xfrm>
            <a:off x="9977400" y="2991960"/>
            <a:ext cx="20998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Consumidor Final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33" name="Tabela 4"/>
          <p:cNvGraphicFramePr/>
          <p:nvPr/>
        </p:nvGraphicFramePr>
        <p:xfrm>
          <a:off x="4924440" y="3483720"/>
          <a:ext cx="2742840" cy="23770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9619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ADQUIRENTE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ptos"/>
                        </a:rPr>
                        <a:t>CRÉDITO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FORNECEDOR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DÉBITO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550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ptos"/>
                        </a:rPr>
                        <a:t>R$ 0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ptos"/>
                        </a:rPr>
                        <a:t>(não houve pagamento)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pt-BR" sz="16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R$ 42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34" name="CaixaDeTexto 29"/>
          <p:cNvSpPr/>
          <p:nvPr/>
        </p:nvSpPr>
        <p:spPr>
          <a:xfrm>
            <a:off x="9977400" y="3294720"/>
            <a:ext cx="20998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(Não há crédito)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5" name="Conector de Seta Reta 6"/>
          <p:cNvCxnSpPr>
            <a:stCxn id="429" idx="3"/>
            <a:endCxn id="431" idx="1"/>
          </p:cNvCxnSpPr>
          <p:nvPr/>
        </p:nvCxnSpPr>
        <p:spPr>
          <a:xfrm flipV="1">
            <a:off x="2256840" y="3214800"/>
            <a:ext cx="3397320" cy="936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436" name="CaixaDeTexto 30"/>
          <p:cNvSpPr/>
          <p:nvPr/>
        </p:nvSpPr>
        <p:spPr>
          <a:xfrm>
            <a:off x="2649960" y="3214800"/>
            <a:ext cx="217296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Bem ou serviço a prazo de 90 dias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(100 + 28% IVA = 128)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CaixaDeTexto 37"/>
          <p:cNvSpPr/>
          <p:nvPr/>
        </p:nvSpPr>
        <p:spPr>
          <a:xfrm>
            <a:off x="5272920" y="1167840"/>
            <a:ext cx="20998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Comitê GESTOR do IBS e CBS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CaixaDeTexto 38"/>
          <p:cNvSpPr/>
          <p:nvPr/>
        </p:nvSpPr>
        <p:spPr>
          <a:xfrm>
            <a:off x="2751120" y="2596680"/>
            <a:ext cx="2172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Pagamento: </a:t>
            </a: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0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9" name="Conector de Seta Reta 40"/>
          <p:cNvCxnSpPr/>
          <p:nvPr/>
        </p:nvCxnSpPr>
        <p:spPr>
          <a:xfrm flipV="1">
            <a:off x="6924600" y="3223440"/>
            <a:ext cx="3168360" cy="972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440" name="CaixaDeTexto 41"/>
          <p:cNvSpPr/>
          <p:nvPr/>
        </p:nvSpPr>
        <p:spPr>
          <a:xfrm>
            <a:off x="7598160" y="3201480"/>
            <a:ext cx="21729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Bem ou serviço à vista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(150 + 28% IVA = 192)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1" name="Conector de Seta Reta 43"/>
          <p:cNvCxnSpPr/>
          <p:nvPr/>
        </p:nvCxnSpPr>
        <p:spPr>
          <a:xfrm flipH="1">
            <a:off x="2257200" y="2991600"/>
            <a:ext cx="3396960" cy="360"/>
          </a:xfrm>
          <a:prstGeom prst="straightConnector1">
            <a:avLst/>
          </a:prstGeom>
          <a:ln>
            <a:solidFill>
              <a:srgbClr val="ff0000"/>
            </a:solidFill>
            <a:prstDash val="lgDashDotDot"/>
            <a:tailEnd len="med" type="triangle" w="med"/>
          </a:ln>
        </p:spPr>
      </p:cxnSp>
      <p:cxnSp>
        <p:nvCxnSpPr>
          <p:cNvPr id="442" name="Conector de Seta Reta 48"/>
          <p:cNvCxnSpPr/>
          <p:nvPr/>
        </p:nvCxnSpPr>
        <p:spPr>
          <a:xfrm flipH="1">
            <a:off x="6819840" y="2943360"/>
            <a:ext cx="3396600" cy="360"/>
          </a:xfrm>
          <a:prstGeom prst="straightConnector1">
            <a:avLst/>
          </a:prstGeom>
          <a:ln>
            <a:solidFill>
              <a:srgbClr val="ff0000"/>
            </a:solidFill>
            <a:prstDash val="lgDashDotDot"/>
            <a:tailEnd len="med" type="triangle" w="med"/>
          </a:ln>
        </p:spPr>
      </p:cxnSp>
      <p:sp>
        <p:nvSpPr>
          <p:cNvPr id="443" name="CaixaDeTexto 49"/>
          <p:cNvSpPr/>
          <p:nvPr/>
        </p:nvSpPr>
        <p:spPr>
          <a:xfrm>
            <a:off x="7355160" y="2565720"/>
            <a:ext cx="2172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Pagamento: </a:t>
            </a: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150$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CaixaDeTexto 50"/>
          <p:cNvSpPr/>
          <p:nvPr/>
        </p:nvSpPr>
        <p:spPr>
          <a:xfrm>
            <a:off x="8198640" y="1976400"/>
            <a:ext cx="27072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Split 2: </a:t>
            </a: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R$ 42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5" name="Conector de Seta Reta 51"/>
          <p:cNvCxnSpPr/>
          <p:nvPr/>
        </p:nvCxnSpPr>
        <p:spPr>
          <a:xfrm flipH="1" flipV="1">
            <a:off x="6991920" y="1888200"/>
            <a:ext cx="3224520" cy="1027440"/>
          </a:xfrm>
          <a:prstGeom prst="straightConnector1">
            <a:avLst/>
          </a:prstGeom>
          <a:ln>
            <a:solidFill>
              <a:srgbClr val="ff0000"/>
            </a:solidFill>
            <a:prstDash val="lgDashDotDot"/>
            <a:tailEnd len="med" type="triangle" w="med"/>
          </a:ln>
        </p:spPr>
      </p:cxnSp>
      <p:sp>
        <p:nvSpPr>
          <p:cNvPr id="446" name="CaixaDeTexto 55"/>
          <p:cNvSpPr/>
          <p:nvPr/>
        </p:nvSpPr>
        <p:spPr>
          <a:xfrm>
            <a:off x="9959760" y="4044960"/>
            <a:ext cx="20998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Total do IVA na cadeia: R$ 42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8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Split Payment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9" name="Conector reto 9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sp>
        <p:nvSpPr>
          <p:cNvPr id="450" name="Retângulo: Cantos Arredondados 21"/>
          <p:cNvSpPr/>
          <p:nvPr/>
        </p:nvSpPr>
        <p:spPr>
          <a:xfrm>
            <a:off x="248760" y="1247760"/>
            <a:ext cx="2818080" cy="956520"/>
          </a:xfrm>
          <a:prstGeom prst="roundRect">
            <a:avLst>
              <a:gd name="adj" fmla="val 16667"/>
            </a:avLst>
          </a:prstGeom>
          <a:solidFill>
            <a:srgbClr val="1a341b"/>
          </a:solidFill>
          <a:ln>
            <a:solidFill>
              <a:srgbClr val="0f47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Split superinteligente (definitivo)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Split inteligente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1a341b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Split simplificado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CaixaDeTexto 24"/>
          <p:cNvSpPr/>
          <p:nvPr/>
        </p:nvSpPr>
        <p:spPr>
          <a:xfrm>
            <a:off x="919080" y="3039120"/>
            <a:ext cx="1337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Atacadista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52" name="Tabela 4"/>
          <p:cNvGraphicFramePr/>
          <p:nvPr/>
        </p:nvGraphicFramePr>
        <p:xfrm>
          <a:off x="732600" y="3492720"/>
          <a:ext cx="1711080" cy="2044080"/>
        </p:xfrm>
        <a:graphic>
          <a:graphicData uri="http://schemas.openxmlformats.org/drawingml/2006/table">
            <a:tbl>
              <a:tblPr/>
              <a:tblGrid>
                <a:gridCol w="1711080"/>
              </a:tblGrid>
              <a:tr h="9619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FORNECEDOR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DÉBITO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550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R$ 28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53" name="CaixaDeTexto 26"/>
          <p:cNvSpPr/>
          <p:nvPr/>
        </p:nvSpPr>
        <p:spPr>
          <a:xfrm>
            <a:off x="5653800" y="3030120"/>
            <a:ext cx="1337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Varejista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CaixaDeTexto 27"/>
          <p:cNvSpPr/>
          <p:nvPr/>
        </p:nvSpPr>
        <p:spPr>
          <a:xfrm>
            <a:off x="9977400" y="2991960"/>
            <a:ext cx="20998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Consumidor Final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55" name="Tabela 4"/>
          <p:cNvGraphicFramePr/>
          <p:nvPr/>
        </p:nvGraphicFramePr>
        <p:xfrm>
          <a:off x="4924440" y="3483720"/>
          <a:ext cx="2742840" cy="1921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9619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ADQUIRENTE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ptos"/>
                        </a:rPr>
                        <a:t>CRÉDITO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FORNECEDOR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DÉBITO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550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ptos"/>
                        </a:rPr>
                        <a:t>R$ 28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pt-BR" sz="16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R$ 42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56" name="CaixaDeTexto 29"/>
          <p:cNvSpPr/>
          <p:nvPr/>
        </p:nvSpPr>
        <p:spPr>
          <a:xfrm>
            <a:off x="9977400" y="3294720"/>
            <a:ext cx="20998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(Não há crédito)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7" name="Conector de Seta Reta 6"/>
          <p:cNvCxnSpPr>
            <a:stCxn id="451" idx="3"/>
            <a:endCxn id="453" idx="1"/>
          </p:cNvCxnSpPr>
          <p:nvPr/>
        </p:nvCxnSpPr>
        <p:spPr>
          <a:xfrm flipV="1">
            <a:off x="2256840" y="3214800"/>
            <a:ext cx="3397320" cy="936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458" name="CaixaDeTexto 30"/>
          <p:cNvSpPr/>
          <p:nvPr/>
        </p:nvSpPr>
        <p:spPr>
          <a:xfrm>
            <a:off x="2649960" y="3214800"/>
            <a:ext cx="21729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Bem ou serviço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(100 + 28% IVA = 128)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9" name="Conector de Seta Reta 36"/>
          <p:cNvCxnSpPr/>
          <p:nvPr/>
        </p:nvCxnSpPr>
        <p:spPr>
          <a:xfrm flipV="1">
            <a:off x="5653800" y="1888200"/>
            <a:ext cx="360" cy="1081440"/>
          </a:xfrm>
          <a:prstGeom prst="straightConnector1">
            <a:avLst/>
          </a:prstGeom>
          <a:ln>
            <a:solidFill>
              <a:srgbClr val="ff0000"/>
            </a:solidFill>
            <a:prstDash val="lgDashDotDot"/>
            <a:tailEnd len="med" type="triangle" w="med"/>
          </a:ln>
        </p:spPr>
      </p:cxnSp>
      <p:sp>
        <p:nvSpPr>
          <p:cNvPr id="460" name="CaixaDeTexto 37"/>
          <p:cNvSpPr/>
          <p:nvPr/>
        </p:nvSpPr>
        <p:spPr>
          <a:xfrm>
            <a:off x="5272920" y="1167840"/>
            <a:ext cx="20998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Comitê GESTOR do IBS e CBS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CaixaDeTexto 38"/>
          <p:cNvSpPr/>
          <p:nvPr/>
        </p:nvSpPr>
        <p:spPr>
          <a:xfrm>
            <a:off x="2751120" y="2596680"/>
            <a:ext cx="2172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Pagamento: </a:t>
            </a: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100$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CaixaDeTexto 39"/>
          <p:cNvSpPr/>
          <p:nvPr/>
        </p:nvSpPr>
        <p:spPr>
          <a:xfrm>
            <a:off x="3818160" y="2005200"/>
            <a:ext cx="2172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Split 1: </a:t>
            </a: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R$ 28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3" name="Conector de Seta Reta 40"/>
          <p:cNvCxnSpPr/>
          <p:nvPr/>
        </p:nvCxnSpPr>
        <p:spPr>
          <a:xfrm flipV="1">
            <a:off x="6924600" y="3223440"/>
            <a:ext cx="3168360" cy="972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464" name="CaixaDeTexto 41"/>
          <p:cNvSpPr/>
          <p:nvPr/>
        </p:nvSpPr>
        <p:spPr>
          <a:xfrm>
            <a:off x="7598160" y="3201480"/>
            <a:ext cx="21729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Bem ou serviço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(150 + 28% IVA = 192)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5" name="Conector de Seta Reta 43"/>
          <p:cNvCxnSpPr/>
          <p:nvPr/>
        </p:nvCxnSpPr>
        <p:spPr>
          <a:xfrm flipH="1">
            <a:off x="2257200" y="2969280"/>
            <a:ext cx="3396960" cy="22680"/>
          </a:xfrm>
          <a:prstGeom prst="straightConnector1">
            <a:avLst/>
          </a:prstGeom>
          <a:ln>
            <a:solidFill>
              <a:srgbClr val="ff0000"/>
            </a:solidFill>
            <a:prstDash val="lgDashDotDot"/>
            <a:tailEnd len="med" type="triangle" w="med"/>
          </a:ln>
        </p:spPr>
      </p:cxnSp>
      <p:cxnSp>
        <p:nvCxnSpPr>
          <p:cNvPr id="466" name="Conector de Seta Reta 45"/>
          <p:cNvCxnSpPr/>
          <p:nvPr/>
        </p:nvCxnSpPr>
        <p:spPr>
          <a:xfrm>
            <a:off x="6819840" y="1878480"/>
            <a:ext cx="360" cy="1081440"/>
          </a:xfrm>
          <a:prstGeom prst="straightConnector1">
            <a:avLst/>
          </a:prstGeom>
          <a:ln>
            <a:solidFill>
              <a:srgbClr val="00b050"/>
            </a:solidFill>
            <a:prstDash val="lgDashDotDot"/>
            <a:tailEnd len="med" type="triangle" w="med"/>
          </a:ln>
        </p:spPr>
      </p:cxnSp>
      <p:cxnSp>
        <p:nvCxnSpPr>
          <p:cNvPr id="467" name="Conector de Seta Reta 48"/>
          <p:cNvCxnSpPr/>
          <p:nvPr/>
        </p:nvCxnSpPr>
        <p:spPr>
          <a:xfrm flipH="1">
            <a:off x="6819840" y="2943360"/>
            <a:ext cx="3396600" cy="360"/>
          </a:xfrm>
          <a:prstGeom prst="straightConnector1">
            <a:avLst/>
          </a:prstGeom>
          <a:ln>
            <a:solidFill>
              <a:srgbClr val="ff0000"/>
            </a:solidFill>
            <a:prstDash val="lgDashDotDot"/>
            <a:tailEnd len="med" type="triangle" w="med"/>
          </a:ln>
        </p:spPr>
      </p:cxnSp>
      <p:sp>
        <p:nvSpPr>
          <p:cNvPr id="468" name="CaixaDeTexto 49"/>
          <p:cNvSpPr/>
          <p:nvPr/>
        </p:nvSpPr>
        <p:spPr>
          <a:xfrm>
            <a:off x="7422120" y="2565720"/>
            <a:ext cx="2172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Pagamento: </a:t>
            </a: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154,2$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CaixaDeTexto 50"/>
          <p:cNvSpPr/>
          <p:nvPr/>
        </p:nvSpPr>
        <p:spPr>
          <a:xfrm>
            <a:off x="8093880" y="1976400"/>
            <a:ext cx="27072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Split 2: </a:t>
            </a: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R$ 37,8 </a:t>
            </a: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– Presumido (90% * 42)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70" name="Conector de Seta Reta 51"/>
          <p:cNvCxnSpPr/>
          <p:nvPr/>
        </p:nvCxnSpPr>
        <p:spPr>
          <a:xfrm flipH="1" flipV="1">
            <a:off x="6991920" y="1888200"/>
            <a:ext cx="3224520" cy="1027440"/>
          </a:xfrm>
          <a:prstGeom prst="straightConnector1">
            <a:avLst/>
          </a:prstGeom>
          <a:ln>
            <a:solidFill>
              <a:srgbClr val="ff0000"/>
            </a:solidFill>
            <a:prstDash val="lgDashDotDot"/>
            <a:tailEnd len="med" type="triangle" w="med"/>
          </a:ln>
        </p:spPr>
      </p:cxnSp>
      <p:sp>
        <p:nvSpPr>
          <p:cNvPr id="471" name="CaixaDeTexto 54"/>
          <p:cNvSpPr/>
          <p:nvPr/>
        </p:nvSpPr>
        <p:spPr>
          <a:xfrm>
            <a:off x="5675400" y="2027880"/>
            <a:ext cx="114408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R$ 23,80</a:t>
            </a:r>
            <a:br>
              <a:rPr sz="1400"/>
            </a:b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(Devolução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em 3 dias)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CaixaDeTexto 55"/>
          <p:cNvSpPr/>
          <p:nvPr/>
        </p:nvSpPr>
        <p:spPr>
          <a:xfrm>
            <a:off x="9959760" y="4044960"/>
            <a:ext cx="20998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Total do IVA na cadeia: R$ 42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1" dur="indefinite" restart="never" nodeType="tmRoot">
          <p:childTnLst>
            <p:seq>
              <p:cTn id="352" dur="indefinite" nodeType="mainSeq">
                <p:childTnLst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indefinite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2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5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8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1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6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16" presetClass="entr" fill="hold" nodeType="click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381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384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387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390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5" dur="500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6" dur="500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9" dur="5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0" dur="5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1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3" dur="5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4" dur="5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5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7" dur="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8" dur="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3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>
                      <p:stCondLst>
                        <p:cond delay="indefinite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8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1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4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7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>
                      <p:stCondLst>
                        <p:cond delay="indefinite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2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5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indefinite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0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Split Payment – Comunicação entre sistemas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75" name="Conector reto 9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pic>
        <p:nvPicPr>
          <p:cNvPr id="476" name="Imagem 4"/>
          <p:cNvPicPr/>
          <p:nvPr/>
        </p:nvPicPr>
        <p:blipFill>
          <a:blip r:embed="rId2"/>
          <a:stretch/>
        </p:blipFill>
        <p:spPr>
          <a:xfrm>
            <a:off x="2005920" y="1061280"/>
            <a:ext cx="8179920" cy="466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Imagem 1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8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Segoe UI Semilight"/>
              </a:rPr>
              <a:t>Exemplo da apuração assistida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79" name="Conector reto 9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pic>
        <p:nvPicPr>
          <p:cNvPr id="480" name="Imagem 3"/>
          <p:cNvPicPr/>
          <p:nvPr/>
        </p:nvPicPr>
        <p:blipFill>
          <a:blip r:embed="rId2"/>
          <a:stretch/>
        </p:blipFill>
        <p:spPr>
          <a:xfrm>
            <a:off x="1605960" y="1158120"/>
            <a:ext cx="8669520" cy="4206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Quais os próximos passos?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82" name="Conector reto 12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sp>
        <p:nvSpPr>
          <p:cNvPr id="483" name="Freihandform 11"/>
          <p:cNvSpPr/>
          <p:nvPr/>
        </p:nvSpPr>
        <p:spPr>
          <a:xfrm>
            <a:off x="0" y="3098160"/>
            <a:ext cx="12191760" cy="30927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3092760"/>
              <a:gd name="textAreaBottom" fmla="*/ 3093120 h 3092760"/>
            </a:gdLst>
            <a:ahLst/>
            <a:cxnLst/>
            <a:rect l="textAreaLeft" t="textAreaTop" r="textAreaRight" b="textAreaBottom"/>
            <a:pathLst>
              <a:path w="9144000" h="3944893">
                <a:moveTo>
                  <a:pt x="9144000" y="0"/>
                </a:moveTo>
                <a:lnTo>
                  <a:pt x="9144000" y="247935"/>
                </a:lnTo>
                <a:lnTo>
                  <a:pt x="1064423" y="3944893"/>
                </a:lnTo>
                <a:lnTo>
                  <a:pt x="0" y="3944893"/>
                </a:lnTo>
                <a:lnTo>
                  <a:pt x="0" y="2813685"/>
                </a:lnTo>
                <a:close/>
              </a:path>
            </a:pathLst>
          </a:custGeom>
          <a:solidFill>
            <a:srgbClr val="c0c0c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Ellipse 21"/>
          <p:cNvSpPr/>
          <p:nvPr/>
        </p:nvSpPr>
        <p:spPr>
          <a:xfrm>
            <a:off x="1176480" y="4575240"/>
            <a:ext cx="1007640" cy="1007640"/>
          </a:xfrm>
          <a:prstGeom prst="ellipse">
            <a:avLst/>
          </a:prstGeom>
          <a:solidFill>
            <a:srgbClr val="808080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5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2025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Ellipse 21"/>
          <p:cNvSpPr/>
          <p:nvPr/>
        </p:nvSpPr>
        <p:spPr>
          <a:xfrm>
            <a:off x="5234040" y="3808080"/>
            <a:ext cx="1007640" cy="1007640"/>
          </a:xfrm>
          <a:prstGeom prst="ellipse">
            <a:avLst/>
          </a:prstGeom>
          <a:solidFill>
            <a:srgbClr val="808080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5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Ellipse 21"/>
          <p:cNvSpPr/>
          <p:nvPr/>
        </p:nvSpPr>
        <p:spPr>
          <a:xfrm>
            <a:off x="9505800" y="2954520"/>
            <a:ext cx="1007640" cy="1007640"/>
          </a:xfrm>
          <a:prstGeom prst="ellipse">
            <a:avLst/>
          </a:prstGeom>
          <a:solidFill>
            <a:srgbClr val="808080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5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2027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87" name="Gerade Verbindung 168"/>
          <p:cNvCxnSpPr/>
          <p:nvPr/>
        </p:nvCxnSpPr>
        <p:spPr>
          <a:xfrm flipV="1">
            <a:off x="3360600" y="1008720"/>
            <a:ext cx="360" cy="3780360"/>
          </a:xfrm>
          <a:prstGeom prst="straightConnector1">
            <a:avLst/>
          </a:prstGeom>
          <a:ln w="19050">
            <a:solidFill>
              <a:srgbClr val="808080"/>
            </a:solidFill>
            <a:prstDash val="sysDot"/>
            <a:round/>
          </a:ln>
        </p:spPr>
      </p:cxnSp>
      <p:cxnSp>
        <p:nvCxnSpPr>
          <p:cNvPr id="488" name="Gerade Verbindung 168"/>
          <p:cNvCxnSpPr/>
          <p:nvPr/>
        </p:nvCxnSpPr>
        <p:spPr>
          <a:xfrm flipV="1">
            <a:off x="7589520" y="1078200"/>
            <a:ext cx="360" cy="2952360"/>
          </a:xfrm>
          <a:prstGeom prst="straightConnector1">
            <a:avLst/>
          </a:prstGeom>
          <a:ln w="19050">
            <a:solidFill>
              <a:srgbClr val="808080"/>
            </a:solidFill>
            <a:prstDash val="sysDot"/>
            <a:round/>
          </a:ln>
        </p:spPr>
      </p:cxnSp>
      <p:cxnSp>
        <p:nvCxnSpPr>
          <p:cNvPr id="489" name="Gerade Verbindung 168"/>
          <p:cNvCxnSpPr/>
          <p:nvPr/>
        </p:nvCxnSpPr>
        <p:spPr>
          <a:xfrm flipV="1">
            <a:off x="11694960" y="878040"/>
            <a:ext cx="360" cy="1758960"/>
          </a:xfrm>
          <a:prstGeom prst="straightConnector1">
            <a:avLst/>
          </a:prstGeom>
          <a:ln w="19050">
            <a:solidFill>
              <a:srgbClr val="808080"/>
            </a:solidFill>
            <a:prstDash val="sysDot"/>
            <a:round/>
          </a:ln>
        </p:spPr>
      </p:cxnSp>
      <p:sp>
        <p:nvSpPr>
          <p:cNvPr id="490" name="Google Shape;405;p42"/>
          <p:cNvSpPr/>
          <p:nvPr/>
        </p:nvSpPr>
        <p:spPr>
          <a:xfrm>
            <a:off x="92880" y="1158480"/>
            <a:ext cx="3157200" cy="33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Preparação de sistemas da Receita Federal;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Adequação de parâmetros de emissão de nota fiscal com as tags do IVA;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Nota Técnica Nº 004/005 – Adequações de campo da NFSe;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6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Demais normativos regulamentadores.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Google Shape;405;p42"/>
          <p:cNvSpPr/>
          <p:nvPr/>
        </p:nvSpPr>
        <p:spPr>
          <a:xfrm>
            <a:off x="3452040" y="963360"/>
            <a:ext cx="3985200" cy="33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Simulação de cenários;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Revisão de contratos e discussão de repasses;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Revisão de estrutura societária e tributária;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Planejamento estratégico dos próximos passos;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Google Shape;405;p42"/>
          <p:cNvSpPr/>
          <p:nvPr/>
        </p:nvSpPr>
        <p:spPr>
          <a:xfrm>
            <a:off x="7709760" y="1158480"/>
            <a:ext cx="3985200" cy="19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Mudança de plantas industriais, estabelecimentos, considerando o novo cenário;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1520" indent="-285840" defTabSz="914400">
              <a:lnSpc>
                <a:spcPct val="100000"/>
              </a:lnSpc>
              <a:buClr>
                <a:srgbClr val="1a341b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Operacionalização de decisões tributárias estratégicas;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3" name="Imagem 43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6185880"/>
            <a:ext cx="12191760" cy="676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41" dur="indefinite" restart="never" nodeType="tmRoot">
          <p:childTnLst>
            <p:seq>
              <p:cTn id="442" dur="indefinite" nodeType="mainSeq">
                <p:childTnLst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10" presetClass="entr" fill="hold" nodeType="click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7" dur="2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6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9" dur="10" fill="hold"/>
                                        <p:tgtEl>
                                          <p:spTgt spid="484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450" presetID="6" presetClass="emph" fill="hold" nodeType="withEffect">
                                  <p:stCondLst>
                                    <p:cond delay="10"/>
                                  </p:stCondLst>
                                  <p:childTnLst>
                                    <p:animScale>
                                      <p:cBhvr>
                                        <p:cTn id="451" dur="990" fill="hold"/>
                                        <p:tgtEl>
                                          <p:spTgt spid="484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452" presetID="42" presetClass="path" fill="hold" nodeType="withEffect">
                                  <p:stCondLst>
                                    <p:cond delay="10"/>
                                  </p:stCondLst>
                                  <p:childTnLst>
                                    <p:animMotion origin="layout" path="M -0.97986 0.4578 L 0 3.12139E-006 E">
                                      <p:cBhvr>
                                        <p:cTn id="453" dur="99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5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7" dur="500"/>
                                        <p:tgtEl>
                                          <p:spTgt spid="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10" presetClass="entr" fill="hold" nodeType="click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2" dur="2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3" presetID="6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4" dur="10" fill="hold"/>
                                        <p:tgtEl>
                                          <p:spTgt spid="485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465" presetID="6" presetClass="emph" fill="hold" nodeType="withEffect">
                                  <p:stCondLst>
                                    <p:cond delay="10"/>
                                  </p:stCondLst>
                                  <p:childTnLst>
                                    <p:animScale>
                                      <p:cBhvr>
                                        <p:cTn id="466" dur="990" fill="hold"/>
                                        <p:tgtEl>
                                          <p:spTgt spid="485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467" presetID="42" presetClass="path" fill="hold" nodeType="withEffect">
                                  <p:stCondLst>
                                    <p:cond delay="10"/>
                                  </p:stCondLst>
                                  <p:childTnLst>
                                    <p:animMotion origin="layout" path="M -0.97986 0.4578 L 0 3.12139E-006 E">
                                      <p:cBhvr>
                                        <p:cTn id="468" dur="990" fill="hold"/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9" fill="hold">
                            <p:stCondLst>
                              <p:cond delay="1000"/>
                            </p:stCondLst>
                            <p:childTnLst>
                              <p:par>
                                <p:cTn id="470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2" dur="500"/>
                                        <p:tgtEl>
                                          <p:spTgt spid="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indefinite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10" presetClass="entr" fill="hold" nodeType="click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7" dur="2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6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79" dur="10" fill="hold"/>
                                        <p:tgtEl>
                                          <p:spTgt spid="486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480" presetID="6" presetClass="emph" fill="hold" nodeType="withEffect">
                                  <p:stCondLst>
                                    <p:cond delay="10"/>
                                  </p:stCondLst>
                                  <p:childTnLst>
                                    <p:animScale>
                                      <p:cBhvr>
                                        <p:cTn id="481" dur="990" fill="hold"/>
                                        <p:tgtEl>
                                          <p:spTgt spid="486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482" presetID="42" presetClass="path" fill="hold" nodeType="withEffect">
                                  <p:stCondLst>
                                    <p:cond delay="10"/>
                                  </p:stCondLst>
                                  <p:childTnLst>
                                    <p:animMotion origin="layout" path="M -0.97986 0.4578 L 0 3.12139E-006 E">
                                      <p:cBhvr>
                                        <p:cTn id="483" dur="99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1000"/>
                            </p:stCondLst>
                            <p:childTnLst>
                              <p:par>
                                <p:cTn id="485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7" dur="500"/>
                                        <p:tgtEl>
                                          <p:spTgt spid="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22" presetClass="entr" fill="hold" nodeType="withEffect" presetSubtype="4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90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presetID="22" presetClass="entr" fill="hold" nodeType="withEffect" presetSubtype="4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93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presetID="22" presetClass="entr" fill="hold" nodeType="withEffect" presetSubtype="4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96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7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9" dur="5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0" dur="5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1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03" dur="5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4" dur="5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5" presetID="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07" dur="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8" dur="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Subtítulo 2"/>
          <p:cNvSpPr/>
          <p:nvPr/>
        </p:nvSpPr>
        <p:spPr>
          <a:xfrm>
            <a:off x="324720" y="364680"/>
            <a:ext cx="111196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Roadmap da Reforma Tributária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95" name="Conector reto 12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cxnSp>
        <p:nvCxnSpPr>
          <p:cNvPr id="496" name="Gerade Verbindung 168"/>
          <p:cNvCxnSpPr/>
          <p:nvPr/>
        </p:nvCxnSpPr>
        <p:spPr>
          <a:xfrm flipV="1">
            <a:off x="11694960" y="878040"/>
            <a:ext cx="360" cy="1758960"/>
          </a:xfrm>
          <a:prstGeom prst="straightConnector1">
            <a:avLst/>
          </a:prstGeom>
          <a:ln w="19050">
            <a:solidFill>
              <a:srgbClr val="808080"/>
            </a:solidFill>
            <a:prstDash val="sysDot"/>
            <a:round/>
          </a:ln>
        </p:spPr>
      </p:cxnSp>
      <p:pic>
        <p:nvPicPr>
          <p:cNvPr id="497" name="Imagem 43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6185880"/>
            <a:ext cx="12191760" cy="6764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498" name="Diagram1"/>
          <p:cNvGraphicFramePr/>
          <p:nvPr>
            <p:extLst>
              <p:ext uri="{D42A27DB-BD31-4B8C-83A1-F6EECF244321}">
                <p14:modId xmlns:p14="http://schemas.microsoft.com/office/powerpoint/2010/main" val="3938225371"/>
              </p:ext>
            </p:extLst>
          </p:nvPr>
        </p:nvGraphicFramePr>
        <p:xfrm>
          <a:off x="1791000" y="1140840"/>
          <a:ext cx="8609760" cy="416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99" name="CaixaDeTexto 2"/>
          <p:cNvSpPr/>
          <p:nvPr/>
        </p:nvSpPr>
        <p:spPr>
          <a:xfrm>
            <a:off x="2084400" y="5443920"/>
            <a:ext cx="26445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Garantia da operação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CaixaDeTexto 3"/>
          <p:cNvSpPr/>
          <p:nvPr/>
        </p:nvSpPr>
        <p:spPr>
          <a:xfrm>
            <a:off x="5122440" y="5443920"/>
            <a:ext cx="26445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Planejamento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CaixaDeTexto 4"/>
          <p:cNvSpPr/>
          <p:nvPr/>
        </p:nvSpPr>
        <p:spPr>
          <a:xfrm>
            <a:off x="7579080" y="5421240"/>
            <a:ext cx="26445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Adequação ao novo cenário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09" dur="indefinite" restart="never" nodeType="tmRoot">
          <p:childTnLst>
            <p:seq>
              <p:cTn id="510" dur="indefinite" nodeType="mainSeq"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22" presetClass="entr" fill="hold" nodeType="withEffect" presetSubtype="4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15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" name="Gruppieren 3"/>
          <p:cNvGrpSpPr/>
          <p:nvPr/>
        </p:nvGrpSpPr>
        <p:grpSpPr>
          <a:xfrm>
            <a:off x="3088080" y="857520"/>
            <a:ext cx="4979160" cy="4872600"/>
            <a:chOff x="3088080" y="857520"/>
            <a:chExt cx="4979160" cy="4872600"/>
          </a:xfrm>
        </p:grpSpPr>
        <p:sp>
          <p:nvSpPr>
            <p:cNvPr id="503" name="Ellipse 101"/>
            <p:cNvSpPr/>
            <p:nvPr/>
          </p:nvSpPr>
          <p:spPr>
            <a:xfrm flipH="1">
              <a:off x="3087720" y="857520"/>
              <a:ext cx="4979160" cy="48726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504" name="Rechteck 97"/>
            <p:cNvSpPr/>
            <p:nvPr/>
          </p:nvSpPr>
          <p:spPr>
            <a:xfrm>
              <a:off x="5485680" y="4265280"/>
              <a:ext cx="184320" cy="46116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endParaRPr lang="en-US" sz="2400" b="1" u="none" strike="noStrike">
                <a:solidFill>
                  <a:srgbClr val="1a341b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505" name="Ellipse 77"/>
          <p:cNvSpPr/>
          <p:nvPr/>
        </p:nvSpPr>
        <p:spPr>
          <a:xfrm>
            <a:off x="3219480" y="1005840"/>
            <a:ext cx="4717080" cy="460908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  <p:grpSp>
        <p:nvGrpSpPr>
          <p:cNvPr id="506" name="Group 7"/>
          <p:cNvGrpSpPr/>
          <p:nvPr/>
        </p:nvGrpSpPr>
        <p:grpSpPr>
          <a:xfrm>
            <a:off x="3286440" y="1069200"/>
            <a:ext cx="4605120" cy="4643640"/>
            <a:chOff x="3286440" y="1069200"/>
            <a:chExt cx="4605120" cy="4643640"/>
          </a:xfrm>
        </p:grpSpPr>
        <p:sp>
          <p:nvSpPr>
            <p:cNvPr id="507" name="Oval 8" descr="© INSCALE GmbH, 26.05.2010&#10;http://www.presentationload.com/"/>
            <p:cNvSpPr/>
            <p:nvPr/>
          </p:nvSpPr>
          <p:spPr>
            <a:xfrm>
              <a:off x="3286440" y="1069200"/>
              <a:ext cx="4521600" cy="448632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8" name="Freeform 9" descr="© INSCALE GmbH, 26.05.2010&#10;http://www.presentationload.com/"/>
            <p:cNvSpPr/>
            <p:nvPr/>
          </p:nvSpPr>
          <p:spPr>
            <a:xfrm>
              <a:off x="3323520" y="1957320"/>
              <a:ext cx="4568040" cy="3755520"/>
            </a:xfrm>
            <a:custGeom>
              <a:avLst/>
              <a:gdLst>
                <a:gd name="textAreaLeft" fmla="*/ 0 w 4568040"/>
                <a:gd name="textAreaRight" fmla="*/ 4568400 w 4568040"/>
                <a:gd name="textAreaTop" fmla="*/ 0 h 3755520"/>
                <a:gd name="textAreaBottom" fmla="*/ 3755880 h 3755520"/>
                <a:gd name="GluePoint1X" fmla="*/ 6 w 0"/>
                <a:gd name="GluePoint1Y" fmla="*/ 540 h 0"/>
                <a:gd name="GluePoint2X" fmla="*/ 2 w 0"/>
                <a:gd name="GluePoint2Y" fmla="*/ 416 h 0"/>
                <a:gd name="GluePoint3X" fmla="*/ 762 w 0"/>
                <a:gd name="GluePoint3Y" fmla="*/ 480 h 0"/>
                <a:gd name="GluePoint4X" fmla="*/ 1498 w 0"/>
                <a:gd name="GluePoint4Y" fmla="*/ 440 h 0"/>
                <a:gd name="GluePoint5X" fmla="*/ 822 w 0"/>
                <a:gd name="GluePoint5Y" fmla="*/ 1232 h 0"/>
                <a:gd name="GluePoint6X" fmla="*/ 6 w 0"/>
                <a:gd name="GluePoint6Y" fmla="*/ 54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562" h="1296">
                  <a:moveTo>
                    <a:pt x="6" y="540"/>
                  </a:moveTo>
                  <a:cubicBezTo>
                    <a:pt x="0" y="506"/>
                    <a:pt x="5" y="454"/>
                    <a:pt x="2" y="416"/>
                  </a:cubicBezTo>
                  <a:cubicBezTo>
                    <a:pt x="2" y="416"/>
                    <a:pt x="426" y="0"/>
                    <a:pt x="762" y="480"/>
                  </a:cubicBezTo>
                  <a:cubicBezTo>
                    <a:pt x="1098" y="960"/>
                    <a:pt x="1347" y="497"/>
                    <a:pt x="1498" y="440"/>
                  </a:cubicBezTo>
                  <a:cubicBezTo>
                    <a:pt x="1562" y="416"/>
                    <a:pt x="1462" y="1216"/>
                    <a:pt x="822" y="1232"/>
                  </a:cubicBezTo>
                  <a:cubicBezTo>
                    <a:pt x="822" y="1232"/>
                    <a:pt x="139" y="1296"/>
                    <a:pt x="6" y="54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Oval 10" descr="© INSCALE GmbH, 26.05.2010&#10;http://www.presentationload.com/"/>
            <p:cNvSpPr/>
            <p:nvPr/>
          </p:nvSpPr>
          <p:spPr>
            <a:xfrm>
              <a:off x="3542760" y="1323720"/>
              <a:ext cx="4008600" cy="39776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Oval 12" descr="© INSCALE GmbH, 26.05.2010&#10;http://www.presentationload.com/"/>
            <p:cNvSpPr/>
            <p:nvPr/>
          </p:nvSpPr>
          <p:spPr>
            <a:xfrm>
              <a:off x="3601080" y="1381680"/>
              <a:ext cx="3894480" cy="385956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1" name="Oval 13" descr="© INSCALE GmbH, 26.05.2010&#10;http://www.presentationload.com/"/>
            <p:cNvSpPr/>
            <p:nvPr/>
          </p:nvSpPr>
          <p:spPr>
            <a:xfrm>
              <a:off x="3615120" y="1393200"/>
              <a:ext cx="3868920" cy="3841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2" name="Freeform 14" descr="© INSCALE GmbH, 26.05.2010&#10;http://www.presentationload.com/"/>
            <p:cNvSpPr/>
            <p:nvPr/>
          </p:nvSpPr>
          <p:spPr>
            <a:xfrm>
              <a:off x="3286440" y="1069200"/>
              <a:ext cx="4521600" cy="4486320"/>
            </a:xfrm>
            <a:custGeom>
              <a:avLst/>
              <a:gdLst>
                <a:gd name="textAreaLeft" fmla="*/ 0 w 4521600"/>
                <a:gd name="textAreaRight" fmla="*/ 4521960 w 4521600"/>
                <a:gd name="textAreaTop" fmla="*/ 0 h 4486320"/>
                <a:gd name="textAreaBottom" fmla="*/ 4486680 h 4486320"/>
                <a:gd name="GluePoint1X" fmla="*/ 774 w 0"/>
                <a:gd name="GluePoint1Y" fmla=""/>
                <a:gd name="GluePoint2X" fmla=""/>
                <a:gd name="GluePoint2Y" fmla="*/ 774 h 0"/>
                <a:gd name="GluePoint3X" fmla="*/ 774 w 0"/>
                <a:gd name="GluePoint3Y" fmla="*/ 1548 h 0"/>
                <a:gd name="GluePoint4X" fmla="*/ 1547 w 0"/>
                <a:gd name="GluePoint4Y" fmla="*/ 774 h 0"/>
                <a:gd name="GluePoint5X" fmla="*/ 774 w 0"/>
                <a:gd name="GluePoint5Y" fmla=""/>
                <a:gd name="GluePoint6X" fmla="*/ 779 w 0"/>
                <a:gd name="GluePoint6Y" fmla="*/ 1522 h 0"/>
                <a:gd name="GluePoint7X" fmla="*/ 28 w 0"/>
                <a:gd name="GluePoint7Y" fmla="*/ 774 h 0"/>
                <a:gd name="GluePoint8X" fmla="*/ 774 w 0"/>
                <a:gd name="GluePoint8Y" fmla="*/ 28 h 0"/>
                <a:gd name="GluePoint9X" fmla="*/ 1519 w 0"/>
                <a:gd name="GluePoint9Y" fmla="*/ 774 h 0"/>
                <a:gd name="GluePoint10X" fmla="*/ 779 w 0"/>
                <a:gd name="GluePoint10Y" fmla="*/ 1522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547" h="1548">
                  <a:moveTo>
                    <a:pt x="774" y="0"/>
                  </a:moveTo>
                  <a:cubicBezTo>
                    <a:pt x="346" y="0"/>
                    <a:pt x="0" y="347"/>
                    <a:pt x="0" y="774"/>
                  </a:cubicBezTo>
                  <a:cubicBezTo>
                    <a:pt x="0" y="1202"/>
                    <a:pt x="346" y="1548"/>
                    <a:pt x="774" y="1548"/>
                  </a:cubicBezTo>
                  <a:cubicBezTo>
                    <a:pt x="1201" y="1548"/>
                    <a:pt x="1547" y="1202"/>
                    <a:pt x="1547" y="774"/>
                  </a:cubicBezTo>
                  <a:cubicBezTo>
                    <a:pt x="1547" y="347"/>
                    <a:pt x="1201" y="0"/>
                    <a:pt x="774" y="0"/>
                  </a:cubicBezTo>
                  <a:close/>
                  <a:moveTo>
                    <a:pt x="779" y="1522"/>
                  </a:moveTo>
                  <a:cubicBezTo>
                    <a:pt x="367" y="1522"/>
                    <a:pt x="28" y="1186"/>
                    <a:pt x="28" y="774"/>
                  </a:cubicBezTo>
                  <a:cubicBezTo>
                    <a:pt x="28" y="362"/>
                    <a:pt x="362" y="28"/>
                    <a:pt x="774" y="28"/>
                  </a:cubicBezTo>
                  <a:cubicBezTo>
                    <a:pt x="1185" y="28"/>
                    <a:pt x="1519" y="362"/>
                    <a:pt x="1519" y="774"/>
                  </a:cubicBezTo>
                  <a:cubicBezTo>
                    <a:pt x="1519" y="1186"/>
                    <a:pt x="1191" y="1522"/>
                    <a:pt x="779" y="152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3" name="Freeform 15" descr="© INSCALE GmbH, 26.05.2010&#10;http://www.presentationload.com/"/>
            <p:cNvSpPr/>
            <p:nvPr/>
          </p:nvSpPr>
          <p:spPr>
            <a:xfrm>
              <a:off x="5747760" y="2061360"/>
              <a:ext cx="433080" cy="207720"/>
            </a:xfrm>
            <a:custGeom>
              <a:avLst/>
              <a:gdLst>
                <a:gd name="textAreaLeft" fmla="*/ 0 w 433080"/>
                <a:gd name="textAreaRight" fmla="*/ 433440 w 433080"/>
                <a:gd name="textAreaTop" fmla="*/ 0 h 207720"/>
                <a:gd name="textAreaBottom" fmla="*/ 208080 h 207720"/>
                <a:gd name="GluePoint1X" fmla="*/ 148 w 0"/>
                <a:gd name="GluePoint1Y" fmla="*/ 52 h 0"/>
                <a:gd name="GluePoint2X" fmla="*/ 136 w 0"/>
                <a:gd name="GluePoint2Y" fmla="*/ 73 h 0"/>
                <a:gd name="GluePoint3X" fmla=""/>
                <a:gd name="GluePoint3Y" fmla="*/ 24 h 0"/>
                <a:gd name="GluePoint4X" fmla="*/ 4 w 0"/>
                <a:gd name="GluePoint4Y" fmla=""/>
                <a:gd name="GluePoint5X" fmla="*/ 148 w 0"/>
                <a:gd name="GluePoint5Y" fmla="*/ 52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48" h="73">
                  <a:moveTo>
                    <a:pt x="148" y="52"/>
                  </a:moveTo>
                  <a:cubicBezTo>
                    <a:pt x="136" y="73"/>
                    <a:pt x="136" y="73"/>
                    <a:pt x="136" y="73"/>
                  </a:cubicBezTo>
                  <a:cubicBezTo>
                    <a:pt x="95" y="49"/>
                    <a:pt x="49" y="32"/>
                    <a:pt x="0" y="2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6" y="9"/>
                    <a:pt x="104" y="27"/>
                    <a:pt x="148" y="52"/>
                  </a:cubicBezTo>
                  <a:close/>
                </a:path>
              </a:pathLst>
            </a:custGeom>
            <a:solidFill>
              <a:schemeClr val="bg1"/>
            </a:solidFill>
            <a:ln w="1588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4" name="Line 16"/>
            <p:cNvSpPr/>
            <p:nvPr/>
          </p:nvSpPr>
          <p:spPr>
            <a:xfrm>
              <a:off x="5236920" y="1432080"/>
              <a:ext cx="641160" cy="3776760"/>
            </a:xfrm>
            <a:prstGeom prst="line">
              <a:avLst/>
            </a:prstGeom>
            <a:ln w="31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5" name="Line 17"/>
            <p:cNvSpPr/>
            <p:nvPr/>
          </p:nvSpPr>
          <p:spPr>
            <a:xfrm>
              <a:off x="4607640" y="1644840"/>
              <a:ext cx="1904400" cy="3330360"/>
            </a:xfrm>
            <a:prstGeom prst="line">
              <a:avLst/>
            </a:prstGeom>
            <a:ln w="31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Line 18"/>
            <p:cNvSpPr/>
            <p:nvPr/>
          </p:nvSpPr>
          <p:spPr>
            <a:xfrm>
              <a:off x="4055400" y="2089080"/>
              <a:ext cx="2962440" cy="2463120"/>
            </a:xfrm>
            <a:prstGeom prst="line">
              <a:avLst/>
            </a:prstGeom>
            <a:ln w="31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Line 19"/>
            <p:cNvSpPr/>
            <p:nvPr/>
          </p:nvSpPr>
          <p:spPr>
            <a:xfrm>
              <a:off x="3719520" y="2669400"/>
              <a:ext cx="3633840" cy="1306800"/>
            </a:xfrm>
            <a:prstGeom prst="line">
              <a:avLst/>
            </a:prstGeom>
            <a:ln w="31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8" name="Line 20"/>
            <p:cNvSpPr/>
            <p:nvPr/>
          </p:nvSpPr>
          <p:spPr>
            <a:xfrm>
              <a:off x="3605400" y="3310200"/>
              <a:ext cx="3869280" cy="360"/>
            </a:xfrm>
            <a:prstGeom prst="line">
              <a:avLst/>
            </a:prstGeom>
            <a:ln w="31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9" name="Line 21"/>
            <p:cNvSpPr/>
            <p:nvPr/>
          </p:nvSpPr>
          <p:spPr>
            <a:xfrm flipH="1">
              <a:off x="5556240" y="1397520"/>
              <a:ext cx="4680" cy="3836880"/>
            </a:xfrm>
            <a:prstGeom prst="line">
              <a:avLst/>
            </a:prstGeom>
            <a:ln w="31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0" name="Line 22"/>
            <p:cNvSpPr/>
            <p:nvPr/>
          </p:nvSpPr>
          <p:spPr>
            <a:xfrm flipV="1">
              <a:off x="3726720" y="2655720"/>
              <a:ext cx="3631320" cy="1332000"/>
            </a:xfrm>
            <a:prstGeom prst="line">
              <a:avLst/>
            </a:prstGeom>
            <a:ln w="31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1" name="Line 23"/>
            <p:cNvSpPr/>
            <p:nvPr/>
          </p:nvSpPr>
          <p:spPr>
            <a:xfrm flipV="1">
              <a:off x="4069440" y="2082240"/>
              <a:ext cx="2948400" cy="2476800"/>
            </a:xfrm>
            <a:prstGeom prst="line">
              <a:avLst/>
            </a:prstGeom>
            <a:ln w="31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2" name="Line 24"/>
            <p:cNvSpPr/>
            <p:nvPr/>
          </p:nvSpPr>
          <p:spPr>
            <a:xfrm flipV="1">
              <a:off x="4602960" y="1652040"/>
              <a:ext cx="1899720" cy="3337200"/>
            </a:xfrm>
            <a:prstGeom prst="line">
              <a:avLst/>
            </a:prstGeom>
            <a:ln w="31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3" name="Line 25"/>
            <p:cNvSpPr/>
            <p:nvPr/>
          </p:nvSpPr>
          <p:spPr>
            <a:xfrm flipV="1">
              <a:off x="5230080" y="1432080"/>
              <a:ext cx="648000" cy="3776760"/>
            </a:xfrm>
            <a:prstGeom prst="line">
              <a:avLst/>
            </a:prstGeom>
            <a:ln w="31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4" name="Freeform 26" descr="© INSCALE GmbH, 26.05.2010&#10;http://www.presentationload.com/"/>
            <p:cNvSpPr/>
            <p:nvPr/>
          </p:nvSpPr>
          <p:spPr>
            <a:xfrm>
              <a:off x="5309640" y="2043000"/>
              <a:ext cx="449640" cy="92160"/>
            </a:xfrm>
            <a:custGeom>
              <a:avLst/>
              <a:gdLst>
                <a:gd name="textAreaLeft" fmla="*/ 0 w 449640"/>
                <a:gd name="textAreaRight" fmla="*/ 450000 w 449640"/>
                <a:gd name="textAreaTop" fmla="*/ 0 h 92160"/>
                <a:gd name="textAreaBottom" fmla="*/ 92520 h 92160"/>
                <a:gd name="GluePoint1X" fmla="*/ 153 w 0"/>
                <a:gd name="GluePoint1Y" fmla="*/ 6 h 0"/>
                <a:gd name="GluePoint2X" fmla="*/ 149 w 0"/>
                <a:gd name="GluePoint2Y" fmla="*/ 30 h 0"/>
                <a:gd name="GluePoint3X" fmla="*/ 80 w 0"/>
                <a:gd name="GluePoint3Y" fmla="*/ 24 h 0"/>
                <a:gd name="GluePoint4X" fmla="*/ 4 w 0"/>
                <a:gd name="GluePoint4Y" fmla="*/ 31 h 0"/>
                <a:gd name="GluePoint5X" fmla=""/>
                <a:gd name="GluePoint5Y" fmla="*/ 8 h 0"/>
                <a:gd name="GluePoint6X" fmla="*/ 80 w 0"/>
                <a:gd name="GluePoint6Y" fmla=""/>
                <a:gd name="GluePoint7X" fmla="*/ 153 w 0"/>
                <a:gd name="GluePoint7Y" fmla="*/ 6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3" h="31">
                  <a:moveTo>
                    <a:pt x="153" y="6"/>
                  </a:moveTo>
                  <a:cubicBezTo>
                    <a:pt x="149" y="30"/>
                    <a:pt x="149" y="30"/>
                    <a:pt x="149" y="30"/>
                  </a:cubicBezTo>
                  <a:cubicBezTo>
                    <a:pt x="127" y="26"/>
                    <a:pt x="104" y="24"/>
                    <a:pt x="80" y="24"/>
                  </a:cubicBezTo>
                  <a:cubicBezTo>
                    <a:pt x="54" y="24"/>
                    <a:pt x="29" y="27"/>
                    <a:pt x="4" y="31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6" y="3"/>
                    <a:pt x="53" y="0"/>
                    <a:pt x="80" y="0"/>
                  </a:cubicBezTo>
                  <a:cubicBezTo>
                    <a:pt x="105" y="0"/>
                    <a:pt x="129" y="2"/>
                    <a:pt x="153" y="6"/>
                  </a:cubicBezTo>
                  <a:close/>
                </a:path>
              </a:pathLst>
            </a:custGeom>
            <a:solidFill>
              <a:schemeClr val="bg1"/>
            </a:solidFill>
            <a:ln w="1588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Freeform 27" descr="© INSCALE GmbH, 26.05.2010&#10;http://www.presentationload.com/"/>
            <p:cNvSpPr/>
            <p:nvPr/>
          </p:nvSpPr>
          <p:spPr>
            <a:xfrm>
              <a:off x="4416840" y="3252600"/>
              <a:ext cx="1118520" cy="61920"/>
            </a:xfrm>
            <a:custGeom>
              <a:avLst/>
              <a:gdLst>
                <a:gd name="textAreaLeft" fmla="*/ 0 w 1118520"/>
                <a:gd name="textAreaRight" fmla="*/ 1118880 w 1118520"/>
                <a:gd name="textAreaTop" fmla="*/ 0 h 61920"/>
                <a:gd name="textAreaBottom" fmla="*/ 62280 h 61920"/>
                <a:gd name="GluePoint1X" fmla="*/ 367 w 0"/>
                <a:gd name="GluePoint1Y" fmla="*/ 20 h 0"/>
                <a:gd name="GluePoint2X" fmla="*/ 329 w 0"/>
                <a:gd name="GluePoint2Y" fmla=""/>
                <a:gd name="GluePoint3X" fmla=""/>
                <a:gd name="GluePoint3Y" fmla="*/ 20 h 0"/>
                <a:gd name="GluePoint4X" fmla="*/ 367 w 0"/>
                <a:gd name="GluePoint4Y" fmla="*/ 2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367" h="20">
                  <a:moveTo>
                    <a:pt x="367" y="20"/>
                  </a:moveTo>
                  <a:lnTo>
                    <a:pt x="329" y="0"/>
                  </a:lnTo>
                  <a:lnTo>
                    <a:pt x="0" y="20"/>
                  </a:lnTo>
                  <a:lnTo>
                    <a:pt x="367" y="2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280" bIns="1728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Freeform 28" descr="© INSCALE GmbH, 26.05.2010&#10;http://www.presentationload.com/"/>
            <p:cNvSpPr/>
            <p:nvPr/>
          </p:nvSpPr>
          <p:spPr>
            <a:xfrm>
              <a:off x="4416840" y="3317400"/>
              <a:ext cx="1118520" cy="61920"/>
            </a:xfrm>
            <a:custGeom>
              <a:avLst/>
              <a:gdLst>
                <a:gd name="textAreaLeft" fmla="*/ 0 w 1118520"/>
                <a:gd name="textAreaRight" fmla="*/ 1118880 w 1118520"/>
                <a:gd name="textAreaTop" fmla="*/ 0 h 61920"/>
                <a:gd name="textAreaBottom" fmla="*/ 62280 h 61920"/>
                <a:gd name="GluePoint1X" fmla="*/ 367 w 0"/>
                <a:gd name="GluePoint1Y" fmla=""/>
                <a:gd name="GluePoint2X" fmla="*/ 328 w 0"/>
                <a:gd name="GluePoint2Y" fmla="*/ 21 h 0"/>
                <a:gd name="GluePoint3X" fmla=""/>
                <a:gd name="GluePoint3Y" fmla=""/>
                <a:gd name="GluePoint4X" fmla="*/ 367 w 0"/>
                <a:gd name="GluePoint4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367" h="21">
                  <a:moveTo>
                    <a:pt x="367" y="0"/>
                  </a:moveTo>
                  <a:lnTo>
                    <a:pt x="328" y="21"/>
                  </a:lnTo>
                  <a:lnTo>
                    <a:pt x="0" y="0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chemeClr val="bg1"/>
            </a:solidFill>
            <a:ln cap="rnd" w="63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280" bIns="1728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7" name="Freeform 29" descr="© INSCALE GmbH, 26.05.2010&#10;http://www.presentationload.com/"/>
            <p:cNvSpPr/>
            <p:nvPr/>
          </p:nvSpPr>
          <p:spPr>
            <a:xfrm>
              <a:off x="5540400" y="3252600"/>
              <a:ext cx="1123200" cy="61920"/>
            </a:xfrm>
            <a:custGeom>
              <a:avLst/>
              <a:gdLst>
                <a:gd name="textAreaLeft" fmla="*/ 0 w 1123200"/>
                <a:gd name="textAreaRight" fmla="*/ 1123560 w 1123200"/>
                <a:gd name="textAreaTop" fmla="*/ 0 h 61920"/>
                <a:gd name="textAreaBottom" fmla="*/ 62280 h 61920"/>
                <a:gd name="GluePoint1X" fmla=""/>
                <a:gd name="GluePoint1Y" fmla="*/ 20 h 0"/>
                <a:gd name="GluePoint2X" fmla="*/ 40 w 0"/>
                <a:gd name="GluePoint2Y" fmla=""/>
                <a:gd name="GluePoint3X" fmla="*/ 368 w 0"/>
                <a:gd name="GluePoint3Y" fmla="*/ 20 h 0"/>
                <a:gd name="GluePoint4X" fmla=""/>
                <a:gd name="GluePoint4Y" fmla="*/ 2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368" h="20">
                  <a:moveTo>
                    <a:pt x="0" y="20"/>
                  </a:moveTo>
                  <a:lnTo>
                    <a:pt x="40" y="0"/>
                  </a:lnTo>
                  <a:lnTo>
                    <a:pt x="368" y="2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chemeClr val="bg1"/>
            </a:solidFill>
            <a:ln cap="rnd" w="63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280" bIns="1728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8" name="Freeform 30" descr="© INSCALE GmbH, 26.05.2010&#10;http://www.presentationload.com/"/>
            <p:cNvSpPr/>
            <p:nvPr/>
          </p:nvSpPr>
          <p:spPr>
            <a:xfrm>
              <a:off x="5540400" y="3317400"/>
              <a:ext cx="1123200" cy="61920"/>
            </a:xfrm>
            <a:custGeom>
              <a:avLst/>
              <a:gdLst>
                <a:gd name="textAreaLeft" fmla="*/ 0 w 1123200"/>
                <a:gd name="textAreaRight" fmla="*/ 1123560 w 1123200"/>
                <a:gd name="textAreaTop" fmla="*/ 0 h 61920"/>
                <a:gd name="textAreaBottom" fmla="*/ 62280 h 61920"/>
                <a:gd name="GluePoint1X" fmla=""/>
                <a:gd name="GluePoint1Y" fmla=""/>
                <a:gd name="GluePoint2X" fmla="*/ 39 w 0"/>
                <a:gd name="GluePoint2Y" fmla="*/ 21 h 0"/>
                <a:gd name="GluePoint3X" fmla="*/ 368 w 0"/>
                <a:gd name="GluePoint3Y" fmla=""/>
                <a:gd name="GluePoint4X" fmla=""/>
                <a:gd name="GluePoint4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368" h="21">
                  <a:moveTo>
                    <a:pt x="0" y="0"/>
                  </a:moveTo>
                  <a:lnTo>
                    <a:pt x="39" y="21"/>
                  </a:lnTo>
                  <a:lnTo>
                    <a:pt x="3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280" bIns="1728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9" name="Freeform 31" descr="© INSCALE GmbH, 26.05.2010&#10;http://www.presentationload.com/"/>
            <p:cNvSpPr/>
            <p:nvPr/>
          </p:nvSpPr>
          <p:spPr>
            <a:xfrm>
              <a:off x="5423760" y="2207160"/>
              <a:ext cx="116280" cy="1109880"/>
            </a:xfrm>
            <a:custGeom>
              <a:avLst/>
              <a:gdLst>
                <a:gd name="textAreaLeft" fmla="*/ 0 w 116280"/>
                <a:gd name="textAreaRight" fmla="*/ 116640 w 116280"/>
                <a:gd name="textAreaTop" fmla="*/ 0 h 1109880"/>
                <a:gd name="textAreaBottom" fmla="*/ 1110240 h 1109880"/>
                <a:gd name="GluePoint1X" fmla="*/ 39 w 0"/>
                <a:gd name="GluePoint1Y" fmla="*/ 368 h 0"/>
                <a:gd name="GluePoint2X" fmla=""/>
                <a:gd name="GluePoint2Y" fmla="*/ 346 h 0"/>
                <a:gd name="GluePoint3X" fmla="*/ 39 w 0"/>
                <a:gd name="GluePoint3Y" fmla=""/>
                <a:gd name="GluePoint4X" fmla="*/ 39 w 0"/>
                <a:gd name="GluePoint4Y" fmla="*/ 368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39" h="368">
                  <a:moveTo>
                    <a:pt x="39" y="368"/>
                  </a:moveTo>
                  <a:lnTo>
                    <a:pt x="0" y="346"/>
                  </a:lnTo>
                  <a:lnTo>
                    <a:pt x="39" y="0"/>
                  </a:lnTo>
                  <a:lnTo>
                    <a:pt x="39" y="368"/>
                  </a:lnTo>
                  <a:close/>
                </a:path>
              </a:pathLst>
            </a:custGeom>
            <a:solidFill>
              <a:schemeClr val="bg1"/>
            </a:solidFill>
            <a:ln cap="rnd" w="63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0" name="Freeform 32" descr="© INSCALE GmbH, 26.05.2010&#10;http://www.presentationload.com/"/>
            <p:cNvSpPr/>
            <p:nvPr/>
          </p:nvSpPr>
          <p:spPr>
            <a:xfrm>
              <a:off x="5540400" y="2209680"/>
              <a:ext cx="118440" cy="1107360"/>
            </a:xfrm>
            <a:custGeom>
              <a:avLst/>
              <a:gdLst>
                <a:gd name="textAreaLeft" fmla="*/ 0 w 118440"/>
                <a:gd name="textAreaRight" fmla="*/ 118800 w 118440"/>
                <a:gd name="textAreaTop" fmla="*/ 0 h 1107360"/>
                <a:gd name="textAreaBottom" fmla="*/ 1107720 h 1107360"/>
                <a:gd name="GluePoint1X" fmla=""/>
                <a:gd name="GluePoint1Y" fmla="*/ 367 h 0"/>
                <a:gd name="GluePoint2X" fmla="*/ 39 w 0"/>
                <a:gd name="GluePoint2Y" fmla="*/ 345 h 0"/>
                <a:gd name="GluePoint3X" fmla=""/>
                <a:gd name="GluePoint3Y" fmla=""/>
                <a:gd name="GluePoint4X" fmla=""/>
                <a:gd name="GluePoint4Y" fmla="*/ 367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39" h="367">
                  <a:moveTo>
                    <a:pt x="0" y="367"/>
                  </a:moveTo>
                  <a:lnTo>
                    <a:pt x="39" y="345"/>
                  </a:lnTo>
                  <a:lnTo>
                    <a:pt x="0" y="0"/>
                  </a:lnTo>
                  <a:lnTo>
                    <a:pt x="0" y="367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1" name="Freeform 33" descr="© INSCALE GmbH, 26.05.2010&#10;http://www.presentationload.com/"/>
            <p:cNvSpPr/>
            <p:nvPr/>
          </p:nvSpPr>
          <p:spPr>
            <a:xfrm>
              <a:off x="5419080" y="3317400"/>
              <a:ext cx="120960" cy="1112040"/>
            </a:xfrm>
            <a:custGeom>
              <a:avLst/>
              <a:gdLst>
                <a:gd name="textAreaLeft" fmla="*/ 0 w 120960"/>
                <a:gd name="textAreaRight" fmla="*/ 121320 w 120960"/>
                <a:gd name="textAreaTop" fmla="*/ 0 h 1112040"/>
                <a:gd name="textAreaBottom" fmla="*/ 1112400 h 1112040"/>
                <a:gd name="GluePoint1X" fmla="*/ 40 w 0"/>
                <a:gd name="GluePoint1Y" fmla=""/>
                <a:gd name="GluePoint2X" fmla=""/>
                <a:gd name="GluePoint2Y" fmla="*/ 21 h 0"/>
                <a:gd name="GluePoint3X" fmla="*/ 40 w 0"/>
                <a:gd name="GluePoint3Y" fmla="*/ 368 h 0"/>
                <a:gd name="GluePoint4X" fmla="*/ 40 w 0"/>
                <a:gd name="GluePoint4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40" h="368">
                  <a:moveTo>
                    <a:pt x="40" y="0"/>
                  </a:moveTo>
                  <a:lnTo>
                    <a:pt x="0" y="21"/>
                  </a:lnTo>
                  <a:lnTo>
                    <a:pt x="40" y="368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2" name="Freeform 34" descr="© INSCALE GmbH, 26.05.2010&#10;http://www.presentationload.com/"/>
            <p:cNvSpPr/>
            <p:nvPr/>
          </p:nvSpPr>
          <p:spPr>
            <a:xfrm>
              <a:off x="5540400" y="3317400"/>
              <a:ext cx="118440" cy="1112040"/>
            </a:xfrm>
            <a:custGeom>
              <a:avLst/>
              <a:gdLst>
                <a:gd name="textAreaLeft" fmla="*/ 0 w 118440"/>
                <a:gd name="textAreaRight" fmla="*/ 118800 w 118440"/>
                <a:gd name="textAreaTop" fmla="*/ 0 h 1112040"/>
                <a:gd name="textAreaBottom" fmla="*/ 1112400 h 1112040"/>
                <a:gd name="GluePoint1X" fmla=""/>
                <a:gd name="GluePoint1Y" fmla=""/>
                <a:gd name="GluePoint2X" fmla="*/ 39 w 0"/>
                <a:gd name="GluePoint2Y" fmla="*/ 21 h 0"/>
                <a:gd name="GluePoint3X" fmla=""/>
                <a:gd name="GluePoint3Y" fmla="*/ 368 h 0"/>
                <a:gd name="GluePoint4X" fmla=""/>
                <a:gd name="GluePoint4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39" h="368">
                  <a:moveTo>
                    <a:pt x="0" y="0"/>
                  </a:moveTo>
                  <a:lnTo>
                    <a:pt x="39" y="21"/>
                  </a:lnTo>
                  <a:lnTo>
                    <a:pt x="0" y="3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cap="rnd" w="63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3" name="Freeform 35" descr="© INSCALE GmbH, 26.05.2010&#10;http://www.presentationload.com/"/>
            <p:cNvSpPr/>
            <p:nvPr/>
          </p:nvSpPr>
          <p:spPr>
            <a:xfrm>
              <a:off x="4990320" y="3317400"/>
              <a:ext cx="545040" cy="543240"/>
            </a:xfrm>
            <a:custGeom>
              <a:avLst/>
              <a:gdLst>
                <a:gd name="textAreaLeft" fmla="*/ 0 w 545040"/>
                <a:gd name="textAreaRight" fmla="*/ 545400 w 545040"/>
                <a:gd name="textAreaTop" fmla="*/ 0 h 543240"/>
                <a:gd name="textAreaBottom" fmla="*/ 543600 h 543240"/>
                <a:gd name="GluePoint1X" fmla="*/ 179 w 0"/>
                <a:gd name="GluePoint1Y" fmla=""/>
                <a:gd name="GluePoint2X" fmla="*/ 150 w 0"/>
                <a:gd name="GluePoint2Y" fmla="*/ 9 h 0"/>
                <a:gd name="GluePoint3X" fmla=""/>
                <a:gd name="GluePoint3Y" fmla="*/ 179 h 0"/>
                <a:gd name="GluePoint4X" fmla="*/ 179 w 0"/>
                <a:gd name="GluePoint4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79" h="179">
                  <a:moveTo>
                    <a:pt x="179" y="0"/>
                  </a:moveTo>
                  <a:lnTo>
                    <a:pt x="150" y="9"/>
                  </a:lnTo>
                  <a:lnTo>
                    <a:pt x="0" y="179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4" name="Freeform 36" descr="© INSCALE GmbH, 26.05.2010&#10;http://www.presentationload.com/"/>
            <p:cNvSpPr/>
            <p:nvPr/>
          </p:nvSpPr>
          <p:spPr>
            <a:xfrm>
              <a:off x="4990320" y="3317400"/>
              <a:ext cx="545040" cy="543240"/>
            </a:xfrm>
            <a:custGeom>
              <a:avLst/>
              <a:gdLst>
                <a:gd name="textAreaLeft" fmla="*/ 0 w 545040"/>
                <a:gd name="textAreaRight" fmla="*/ 545400 w 545040"/>
                <a:gd name="textAreaTop" fmla="*/ 0 h 543240"/>
                <a:gd name="textAreaBottom" fmla="*/ 543600 h 543240"/>
                <a:gd name="GluePoint1X" fmla="*/ 179 w 0"/>
                <a:gd name="GluePoint1Y" fmla=""/>
                <a:gd name="GluePoint2X" fmla="*/ 171 w 0"/>
                <a:gd name="GluePoint2Y" fmla="*/ 30 h 0"/>
                <a:gd name="GluePoint3X" fmla=""/>
                <a:gd name="GluePoint3Y" fmla="*/ 179 h 0"/>
                <a:gd name="GluePoint4X" fmla="*/ 179 w 0"/>
                <a:gd name="GluePoint4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79" h="179">
                  <a:moveTo>
                    <a:pt x="179" y="0"/>
                  </a:moveTo>
                  <a:lnTo>
                    <a:pt x="171" y="30"/>
                  </a:lnTo>
                  <a:lnTo>
                    <a:pt x="0" y="179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bg1"/>
            </a:solidFill>
            <a:ln cap="rnd" w="63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5" name="Freeform 37" descr="© INSCALE GmbH, 26.05.2010&#10;http://www.presentationload.com/"/>
            <p:cNvSpPr/>
            <p:nvPr/>
          </p:nvSpPr>
          <p:spPr>
            <a:xfrm>
              <a:off x="5535720" y="2773800"/>
              <a:ext cx="547560" cy="540720"/>
            </a:xfrm>
            <a:custGeom>
              <a:avLst/>
              <a:gdLst>
                <a:gd name="textAreaLeft" fmla="*/ 0 w 547560"/>
                <a:gd name="textAreaRight" fmla="*/ 547920 w 547560"/>
                <a:gd name="textAreaTop" fmla="*/ 0 h 540720"/>
                <a:gd name="textAreaBottom" fmla="*/ 541080 h 540720"/>
                <a:gd name="GluePoint1X" fmla=""/>
                <a:gd name="GluePoint1Y" fmla="*/ 179 h 0"/>
                <a:gd name="GluePoint2X" fmla="*/ 10 w 0"/>
                <a:gd name="GluePoint2Y" fmla="*/ 151 h 0"/>
                <a:gd name="GluePoint3X" fmla="*/ 179 w 0"/>
                <a:gd name="GluePoint3Y" fmla=""/>
                <a:gd name="GluePoint4X" fmla=""/>
                <a:gd name="GluePoint4Y" fmla="*/ 179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79" h="179">
                  <a:moveTo>
                    <a:pt x="0" y="179"/>
                  </a:moveTo>
                  <a:lnTo>
                    <a:pt x="10" y="151"/>
                  </a:lnTo>
                  <a:lnTo>
                    <a:pt x="179" y="0"/>
                  </a:lnTo>
                  <a:lnTo>
                    <a:pt x="0" y="179"/>
                  </a:lnTo>
                  <a:close/>
                </a:path>
              </a:pathLst>
            </a:custGeom>
            <a:solidFill>
              <a:schemeClr val="bg1"/>
            </a:solidFill>
            <a:ln cap="rnd" w="63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800" b="0" u="none" strike="noStrike">
                  <a:solidFill>
                    <a:srgbClr val="1a341b"/>
                  </a:solidFill>
                  <a:effectLst/>
                  <a:uFillTx/>
                  <a:latin typeface="Arial"/>
                </a:rPr>
                <a:t> </a:t>
              </a: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6" name="Freeform 38" descr="© INSCALE GmbH, 26.05.2010&#10;http://www.presentationload.com/"/>
            <p:cNvSpPr/>
            <p:nvPr/>
          </p:nvSpPr>
          <p:spPr>
            <a:xfrm>
              <a:off x="5535720" y="2775960"/>
              <a:ext cx="547560" cy="540720"/>
            </a:xfrm>
            <a:custGeom>
              <a:avLst/>
              <a:gdLst>
                <a:gd name="textAreaLeft" fmla="*/ 0 w 547560"/>
                <a:gd name="textAreaRight" fmla="*/ 547920 w 547560"/>
                <a:gd name="textAreaTop" fmla="*/ 0 h 540720"/>
                <a:gd name="textAreaBottom" fmla="*/ 541080 h 540720"/>
                <a:gd name="GluePoint1X" fmla=""/>
                <a:gd name="GluePoint1Y" fmla="*/ 179 h 0"/>
                <a:gd name="GluePoint2X" fmla="*/ 30 w 0"/>
                <a:gd name="GluePoint2Y" fmla="*/ 171 h 0"/>
                <a:gd name="GluePoint3X" fmla="*/ 179 w 0"/>
                <a:gd name="GluePoint3Y" fmla=""/>
                <a:gd name="GluePoint4X" fmla=""/>
                <a:gd name="GluePoint4Y" fmla="*/ 179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79" h="179">
                  <a:moveTo>
                    <a:pt x="0" y="179"/>
                  </a:moveTo>
                  <a:lnTo>
                    <a:pt x="30" y="171"/>
                  </a:lnTo>
                  <a:lnTo>
                    <a:pt x="179" y="0"/>
                  </a:lnTo>
                  <a:lnTo>
                    <a:pt x="0" y="179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7" name="Freeform 39" descr="© INSCALE GmbH, 26.05.2010&#10;http://www.presentationload.com/"/>
            <p:cNvSpPr/>
            <p:nvPr/>
          </p:nvSpPr>
          <p:spPr>
            <a:xfrm>
              <a:off x="4995000" y="2775960"/>
              <a:ext cx="545040" cy="566280"/>
            </a:xfrm>
            <a:custGeom>
              <a:avLst/>
              <a:gdLst>
                <a:gd name="textAreaLeft" fmla="*/ 0 w 545040"/>
                <a:gd name="textAreaRight" fmla="*/ 545400 w 545040"/>
                <a:gd name="textAreaTop" fmla="*/ 0 h 566280"/>
                <a:gd name="textAreaBottom" fmla="*/ 566640 h 566280"/>
                <a:gd name="GluePoint1X" fmla="*/ 179 w 0"/>
                <a:gd name="GluePoint1Y" fmla="*/ 179 h 0"/>
                <a:gd name="GluePoint2X" fmla="*/ 149 w 0"/>
                <a:gd name="GluePoint2Y" fmla="*/ 188 h 0"/>
                <a:gd name="GluePoint3X" fmla=""/>
                <a:gd name="GluePoint3Y" fmla=""/>
                <a:gd name="GluePoint4X" fmla="*/ 179 w 0"/>
                <a:gd name="GluePoint4Y" fmla="*/ 179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79" h="188">
                  <a:moveTo>
                    <a:pt x="179" y="179"/>
                  </a:moveTo>
                  <a:lnTo>
                    <a:pt x="149" y="188"/>
                  </a:lnTo>
                  <a:lnTo>
                    <a:pt x="0" y="0"/>
                  </a:lnTo>
                  <a:lnTo>
                    <a:pt x="179" y="179"/>
                  </a:lnTo>
                  <a:close/>
                </a:path>
              </a:pathLst>
            </a:custGeom>
            <a:solidFill>
              <a:schemeClr val="bg1"/>
            </a:solidFill>
            <a:ln cap="rnd" w="63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8" name="Freeform 40" descr="© INSCALE GmbH, 26.05.2010&#10;http://www.presentationload.com/"/>
            <p:cNvSpPr/>
            <p:nvPr/>
          </p:nvSpPr>
          <p:spPr>
            <a:xfrm>
              <a:off x="4995000" y="2775960"/>
              <a:ext cx="570600" cy="540720"/>
            </a:xfrm>
            <a:custGeom>
              <a:avLst/>
              <a:gdLst>
                <a:gd name="textAreaLeft" fmla="*/ 0 w 570600"/>
                <a:gd name="textAreaRight" fmla="*/ 570960 w 570600"/>
                <a:gd name="textAreaTop" fmla="*/ 0 h 540720"/>
                <a:gd name="textAreaBottom" fmla="*/ 541080 h 540720"/>
                <a:gd name="GluePoint1X" fmla="*/ 179 w 0"/>
                <a:gd name="GluePoint1Y" fmla="*/ 179 h 0"/>
                <a:gd name="GluePoint2X" fmla="*/ 188 w 0"/>
                <a:gd name="GluePoint2Y" fmla="*/ 149 h 0"/>
                <a:gd name="GluePoint3X" fmla=""/>
                <a:gd name="GluePoint3Y" fmla=""/>
                <a:gd name="GluePoint4X" fmla="*/ 179 w 0"/>
                <a:gd name="GluePoint4Y" fmla="*/ 179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88" h="179">
                  <a:moveTo>
                    <a:pt x="179" y="179"/>
                  </a:moveTo>
                  <a:lnTo>
                    <a:pt x="188" y="149"/>
                  </a:lnTo>
                  <a:lnTo>
                    <a:pt x="0" y="0"/>
                  </a:lnTo>
                  <a:lnTo>
                    <a:pt x="179" y="179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9" name="Freeform 41" descr="© INSCALE GmbH, 26.05.2010&#10;http://www.presentationload.com/"/>
            <p:cNvSpPr/>
            <p:nvPr/>
          </p:nvSpPr>
          <p:spPr>
            <a:xfrm>
              <a:off x="5512320" y="3317400"/>
              <a:ext cx="570600" cy="543240"/>
            </a:xfrm>
            <a:custGeom>
              <a:avLst/>
              <a:gdLst>
                <a:gd name="textAreaLeft" fmla="*/ 0 w 570600"/>
                <a:gd name="textAreaRight" fmla="*/ 570960 w 570600"/>
                <a:gd name="textAreaTop" fmla="*/ 0 h 543240"/>
                <a:gd name="textAreaBottom" fmla="*/ 543600 h 543240"/>
                <a:gd name="GluePoint1X" fmla="*/ 8 w 0"/>
                <a:gd name="GluePoint1Y" fmla=""/>
                <a:gd name="GluePoint2X" fmla=""/>
                <a:gd name="GluePoint2Y" fmla="*/ 30 h 0"/>
                <a:gd name="GluePoint3X" fmla="*/ 187 w 0"/>
                <a:gd name="GluePoint3Y" fmla="*/ 179 h 0"/>
                <a:gd name="GluePoint4X" fmla="*/ 8 w 0"/>
                <a:gd name="GluePoint4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87" h="179">
                  <a:moveTo>
                    <a:pt x="8" y="0"/>
                  </a:moveTo>
                  <a:lnTo>
                    <a:pt x="0" y="30"/>
                  </a:lnTo>
                  <a:lnTo>
                    <a:pt x="187" y="17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0" name="Freeform 42" descr="© INSCALE GmbH, 26.05.2010&#10;http://www.presentationload.com/"/>
            <p:cNvSpPr/>
            <p:nvPr/>
          </p:nvSpPr>
          <p:spPr>
            <a:xfrm>
              <a:off x="5535720" y="3294000"/>
              <a:ext cx="547560" cy="566280"/>
            </a:xfrm>
            <a:custGeom>
              <a:avLst/>
              <a:gdLst>
                <a:gd name="textAreaLeft" fmla="*/ 0 w 547560"/>
                <a:gd name="textAreaRight" fmla="*/ 547920 w 547560"/>
                <a:gd name="textAreaTop" fmla="*/ 0 h 566280"/>
                <a:gd name="textAreaBottom" fmla="*/ 566640 h 566280"/>
                <a:gd name="GluePoint1X" fmla=""/>
                <a:gd name="GluePoint1Y" fmla="*/ 8 h 0"/>
                <a:gd name="GluePoint2X" fmla="*/ 30 w 0"/>
                <a:gd name="GluePoint2Y" fmla=""/>
                <a:gd name="GluePoint3X" fmla="*/ 179 w 0"/>
                <a:gd name="GluePoint3Y" fmla="*/ 187 h 0"/>
                <a:gd name="GluePoint4X" fmla=""/>
                <a:gd name="GluePoint4Y" fmla="*/ 8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79" h="187">
                  <a:moveTo>
                    <a:pt x="0" y="8"/>
                  </a:moveTo>
                  <a:lnTo>
                    <a:pt x="30" y="0"/>
                  </a:lnTo>
                  <a:lnTo>
                    <a:pt x="179" y="187"/>
                  </a:lnTo>
                  <a:lnTo>
                    <a:pt x="0" y="8"/>
                  </a:lnTo>
                  <a:close/>
                </a:path>
              </a:pathLst>
            </a:custGeom>
            <a:solidFill>
              <a:schemeClr val="bg1"/>
            </a:solidFill>
            <a:ln cap="rnd" w="63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1" name="Line 43"/>
            <p:cNvSpPr/>
            <p:nvPr/>
          </p:nvSpPr>
          <p:spPr>
            <a:xfrm>
              <a:off x="5309280" y="2063520"/>
              <a:ext cx="11520" cy="71640"/>
            </a:xfrm>
            <a:prstGeom prst="line">
              <a:avLst/>
            </a:prstGeom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Line 44"/>
            <p:cNvSpPr/>
            <p:nvPr/>
          </p:nvSpPr>
          <p:spPr>
            <a:xfrm>
              <a:off x="5747400" y="4496760"/>
              <a:ext cx="7200" cy="66960"/>
            </a:xfrm>
            <a:prstGeom prst="line">
              <a:avLst/>
            </a:prstGeom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960" bIns="2196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3" name="Line 45"/>
            <p:cNvSpPr/>
            <p:nvPr/>
          </p:nvSpPr>
          <p:spPr>
            <a:xfrm flipH="1" flipV="1">
              <a:off x="6136920" y="4360320"/>
              <a:ext cx="39600" cy="57600"/>
            </a:xfrm>
            <a:prstGeom prst="line">
              <a:avLst/>
            </a:prstGeom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4" name="Line 46"/>
            <p:cNvSpPr/>
            <p:nvPr/>
          </p:nvSpPr>
          <p:spPr>
            <a:xfrm>
              <a:off x="4896720" y="2218680"/>
              <a:ext cx="34920" cy="62280"/>
            </a:xfrm>
            <a:prstGeom prst="line">
              <a:avLst/>
            </a:prstGeom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280" bIns="1728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5" name="Line 47"/>
            <p:cNvSpPr/>
            <p:nvPr/>
          </p:nvSpPr>
          <p:spPr>
            <a:xfrm>
              <a:off x="4556520" y="2505240"/>
              <a:ext cx="53640" cy="46440"/>
            </a:xfrm>
            <a:prstGeom prst="line">
              <a:avLst/>
            </a:prstGeom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40" bIns="14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6" name="Line 48"/>
            <p:cNvSpPr/>
            <p:nvPr/>
          </p:nvSpPr>
          <p:spPr>
            <a:xfrm flipH="1" flipV="1">
              <a:off x="6469920" y="4091760"/>
              <a:ext cx="51480" cy="46440"/>
            </a:xfrm>
            <a:prstGeom prst="line">
              <a:avLst/>
            </a:prstGeom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40" bIns="14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7" name="Line 49"/>
            <p:cNvSpPr/>
            <p:nvPr/>
          </p:nvSpPr>
          <p:spPr>
            <a:xfrm flipH="1" flipV="1">
              <a:off x="6679800" y="3735720"/>
              <a:ext cx="67680" cy="23040"/>
            </a:xfrm>
            <a:prstGeom prst="line">
              <a:avLst/>
            </a:prstGeom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960" bIns="-2196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8" name="Line 50"/>
            <p:cNvSpPr/>
            <p:nvPr/>
          </p:nvSpPr>
          <p:spPr>
            <a:xfrm>
              <a:off x="4341960" y="2889360"/>
              <a:ext cx="63000" cy="20880"/>
            </a:xfrm>
            <a:prstGeom prst="line">
              <a:avLst/>
            </a:prstGeom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120" bIns="-241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9" name="Line 51"/>
            <p:cNvSpPr/>
            <p:nvPr/>
          </p:nvSpPr>
          <p:spPr>
            <a:xfrm>
              <a:off x="4269600" y="3326400"/>
              <a:ext cx="72360" cy="4680"/>
            </a:xfrm>
            <a:prstGeom prst="line">
              <a:avLst/>
            </a:prstGeom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0320" bIns="-403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0" name="Line 52"/>
            <p:cNvSpPr/>
            <p:nvPr/>
          </p:nvSpPr>
          <p:spPr>
            <a:xfrm flipH="1">
              <a:off x="6756840" y="3314880"/>
              <a:ext cx="69840" cy="2160"/>
            </a:xfrm>
            <a:prstGeom prst="line">
              <a:avLst/>
            </a:prstGeom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840" bIns="-428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1" name="Line 53"/>
            <p:cNvSpPr/>
            <p:nvPr/>
          </p:nvSpPr>
          <p:spPr>
            <a:xfrm flipV="1">
              <a:off x="4346640" y="3735720"/>
              <a:ext cx="69840" cy="23040"/>
            </a:xfrm>
            <a:prstGeom prst="line">
              <a:avLst/>
            </a:prstGeom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960" bIns="-2196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2" name="Line 54"/>
            <p:cNvSpPr/>
            <p:nvPr/>
          </p:nvSpPr>
          <p:spPr>
            <a:xfrm flipH="1">
              <a:off x="6684480" y="2877840"/>
              <a:ext cx="63000" cy="23040"/>
            </a:xfrm>
            <a:prstGeom prst="line">
              <a:avLst/>
            </a:prstGeom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960" bIns="-2196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3" name="Line 55"/>
            <p:cNvSpPr/>
            <p:nvPr/>
          </p:nvSpPr>
          <p:spPr>
            <a:xfrm flipH="1">
              <a:off x="4572720" y="4091760"/>
              <a:ext cx="51480" cy="41760"/>
            </a:xfrm>
            <a:prstGeom prst="line">
              <a:avLst/>
            </a:prstGeom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40" bIns="-32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" name="Line 56"/>
            <p:cNvSpPr/>
            <p:nvPr/>
          </p:nvSpPr>
          <p:spPr>
            <a:xfrm flipH="1">
              <a:off x="6469920" y="2493720"/>
              <a:ext cx="56160" cy="46440"/>
            </a:xfrm>
            <a:prstGeom prst="line">
              <a:avLst/>
            </a:prstGeom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40" bIns="14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" name="Line 57"/>
            <p:cNvSpPr/>
            <p:nvPr/>
          </p:nvSpPr>
          <p:spPr>
            <a:xfrm flipV="1">
              <a:off x="4910760" y="4355640"/>
              <a:ext cx="37440" cy="57600"/>
            </a:xfrm>
            <a:prstGeom prst="line">
              <a:avLst/>
            </a:prstGeom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6" name="Line 58"/>
            <p:cNvSpPr/>
            <p:nvPr/>
          </p:nvSpPr>
          <p:spPr>
            <a:xfrm flipH="1">
              <a:off x="6145920" y="2209320"/>
              <a:ext cx="35280" cy="60120"/>
            </a:xfrm>
            <a:prstGeom prst="line">
              <a:avLst/>
            </a:prstGeom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120" bIns="151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7" name="Line 59"/>
            <p:cNvSpPr/>
            <p:nvPr/>
          </p:nvSpPr>
          <p:spPr>
            <a:xfrm flipV="1">
              <a:off x="5325480" y="4492080"/>
              <a:ext cx="14040" cy="71640"/>
            </a:xfrm>
            <a:prstGeom prst="line">
              <a:avLst/>
            </a:prstGeom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8" name="Line 60"/>
            <p:cNvSpPr/>
            <p:nvPr/>
          </p:nvSpPr>
          <p:spPr>
            <a:xfrm flipH="1">
              <a:off x="5747400" y="2061360"/>
              <a:ext cx="11880" cy="69480"/>
            </a:xfrm>
            <a:prstGeom prst="line">
              <a:avLst/>
            </a:prstGeom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480" bIns="2448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9" name="Freeform 61" descr="© INSCALE GmbH, 26.05.2010&#10;http://www.presentationload.com/"/>
            <p:cNvSpPr/>
            <p:nvPr/>
          </p:nvSpPr>
          <p:spPr>
            <a:xfrm>
              <a:off x="4269960" y="3326400"/>
              <a:ext cx="76680" cy="43200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32000"/>
                <a:gd name="textAreaBottom" fmla="*/ 432360 h 432000"/>
                <a:gd name="GluePoint1X" fmla=""/>
                <a:gd name="GluePoint1Y" fmla=""/>
                <a:gd name="GluePoint2X" fmla="*/ 27 w 0"/>
                <a:gd name="GluePoint2Y" fmla="*/ 149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" h="149">
                  <a:moveTo>
                    <a:pt x="0" y="0"/>
                  </a:moveTo>
                  <a:cubicBezTo>
                    <a:pt x="0" y="53"/>
                    <a:pt x="10" y="103"/>
                    <a:pt x="27" y="149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0" name="Freeform 62" descr="© INSCALE GmbH, 26.05.2010&#10;http://www.presentationload.com/"/>
            <p:cNvSpPr/>
            <p:nvPr/>
          </p:nvSpPr>
          <p:spPr>
            <a:xfrm>
              <a:off x="4342320" y="2505600"/>
              <a:ext cx="214200" cy="383400"/>
            </a:xfrm>
            <a:custGeom>
              <a:avLst/>
              <a:gdLst>
                <a:gd name="textAreaLeft" fmla="*/ 0 w 214200"/>
                <a:gd name="textAreaRight" fmla="*/ 214560 w 214200"/>
                <a:gd name="textAreaTop" fmla="*/ 0 h 383400"/>
                <a:gd name="textAreaBottom" fmla="*/ 383760 h 383400"/>
                <a:gd name="GluePoint1X" fmla=""/>
                <a:gd name="GluePoint1Y" fmla="*/ 132 h 0"/>
                <a:gd name="GluePoint2X" fmla="*/ 74 w 0"/>
                <a:gd name="GluePoint2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74" h="132">
                  <a:moveTo>
                    <a:pt x="0" y="132"/>
                  </a:moveTo>
                  <a:cubicBezTo>
                    <a:pt x="17" y="84"/>
                    <a:pt x="42" y="39"/>
                    <a:pt x="74" y="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1" name="Freeform 63" descr="© INSCALE GmbH, 26.05.2010&#10;http://www.presentationload.com/"/>
            <p:cNvSpPr/>
            <p:nvPr/>
          </p:nvSpPr>
          <p:spPr>
            <a:xfrm>
              <a:off x="5747760" y="4360320"/>
              <a:ext cx="388800" cy="136080"/>
            </a:xfrm>
            <a:custGeom>
              <a:avLst/>
              <a:gdLst>
                <a:gd name="textAreaLeft" fmla="*/ 0 w 388800"/>
                <a:gd name="textAreaRight" fmla="*/ 389160 w 388800"/>
                <a:gd name="textAreaTop" fmla="*/ 0 h 136080"/>
                <a:gd name="textAreaBottom" fmla="*/ 136440 h 136080"/>
                <a:gd name="GluePoint1X" fmla="*/ 135 w 0"/>
                <a:gd name="GluePoint1Y" fmla=""/>
                <a:gd name="GluePoint2X" fmla=""/>
                <a:gd name="GluePoint2Y" fmla="*/ 48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35" h="48">
                  <a:moveTo>
                    <a:pt x="135" y="0"/>
                  </a:moveTo>
                  <a:cubicBezTo>
                    <a:pt x="94" y="24"/>
                    <a:pt x="48" y="40"/>
                    <a:pt x="0" y="48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2" name="Freeform 64" descr="© INSCALE GmbH, 26.05.2010&#10;http://www.presentationload.com/"/>
            <p:cNvSpPr/>
            <p:nvPr/>
          </p:nvSpPr>
          <p:spPr>
            <a:xfrm>
              <a:off x="6521400" y="3759120"/>
              <a:ext cx="225720" cy="379080"/>
            </a:xfrm>
            <a:custGeom>
              <a:avLst/>
              <a:gdLst>
                <a:gd name="textAreaLeft" fmla="*/ 0 w 225720"/>
                <a:gd name="textAreaRight" fmla="*/ 226080 w 225720"/>
                <a:gd name="textAreaTop" fmla="*/ 0 h 379080"/>
                <a:gd name="textAreaBottom" fmla="*/ 379440 h 379080"/>
                <a:gd name="GluePoint1X" fmla="*/ 78 w 0"/>
                <a:gd name="GluePoint1Y" fmla=""/>
                <a:gd name="GluePoint2X" fmla=""/>
                <a:gd name="GluePoint2Y" fmla="*/ 131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78" h="131">
                  <a:moveTo>
                    <a:pt x="78" y="0"/>
                  </a:moveTo>
                  <a:cubicBezTo>
                    <a:pt x="60" y="48"/>
                    <a:pt x="33" y="93"/>
                    <a:pt x="0" y="131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3" name="Freeform 65" descr="© INSCALE GmbH, 26.05.2010&#10;http://www.presentationload.com/"/>
            <p:cNvSpPr/>
            <p:nvPr/>
          </p:nvSpPr>
          <p:spPr>
            <a:xfrm>
              <a:off x="4948200" y="4355640"/>
              <a:ext cx="391320" cy="136080"/>
            </a:xfrm>
            <a:custGeom>
              <a:avLst/>
              <a:gdLst>
                <a:gd name="textAreaLeft" fmla="*/ 0 w 391320"/>
                <a:gd name="textAreaRight" fmla="*/ 391680 w 391320"/>
                <a:gd name="textAreaTop" fmla="*/ 0 h 136080"/>
                <a:gd name="textAreaBottom" fmla="*/ 136440 h 136080"/>
                <a:gd name="GluePoint1X" fmla="*/ 134 w 0"/>
                <a:gd name="GluePoint1Y" fmla="*/ 48 h 0"/>
                <a:gd name="GluePoint2X" fmla=""/>
                <a:gd name="GluePoint2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34" h="48">
                  <a:moveTo>
                    <a:pt x="134" y="48"/>
                  </a:moveTo>
                  <a:cubicBezTo>
                    <a:pt x="86" y="40"/>
                    <a:pt x="41" y="23"/>
                    <a:pt x="0" y="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Freeform 66" descr="© INSCALE GmbH, 26.05.2010&#10;http://www.presentationload.com/"/>
            <p:cNvSpPr/>
            <p:nvPr/>
          </p:nvSpPr>
          <p:spPr>
            <a:xfrm>
              <a:off x="6470280" y="2540160"/>
              <a:ext cx="214200" cy="360360"/>
            </a:xfrm>
            <a:custGeom>
              <a:avLst/>
              <a:gdLst>
                <a:gd name="textAreaLeft" fmla="*/ 0 w 214200"/>
                <a:gd name="textAreaRight" fmla="*/ 214560 w 214200"/>
                <a:gd name="textAreaTop" fmla="*/ 0 h 360360"/>
                <a:gd name="textAreaBottom" fmla="*/ 360720 h 360360"/>
                <a:gd name="GluePoint1X" fmla="*/ 73 w 0"/>
                <a:gd name="GluePoint1Y" fmla="*/ 126 h 0"/>
                <a:gd name="GluePoint2X" fmla=""/>
                <a:gd name="GluePoint2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73" h="126">
                  <a:moveTo>
                    <a:pt x="73" y="126"/>
                  </a:moveTo>
                  <a:cubicBezTo>
                    <a:pt x="56" y="80"/>
                    <a:pt x="31" y="37"/>
                    <a:pt x="0" y="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5" name="Freeform 67" descr="© INSCALE GmbH, 26.05.2010&#10;http://www.presentationload.com/"/>
            <p:cNvSpPr/>
            <p:nvPr/>
          </p:nvSpPr>
          <p:spPr>
            <a:xfrm>
              <a:off x="5321160" y="2114640"/>
              <a:ext cx="426240" cy="20520"/>
            </a:xfrm>
            <a:custGeom>
              <a:avLst/>
              <a:gdLst>
                <a:gd name="textAreaLeft" fmla="*/ 0 w 426240"/>
                <a:gd name="textAreaRight" fmla="*/ 426600 w 426240"/>
                <a:gd name="textAreaTop" fmla="*/ 0 h 20520"/>
                <a:gd name="textAreaBottom" fmla="*/ 20880 h 20520"/>
                <a:gd name="GluePoint1X" fmla="*/ 145 w 0"/>
                <a:gd name="GluePoint1Y" fmla="*/ 6 h 0"/>
                <a:gd name="GluePoint2X" fmla="*/ 76 w 0"/>
                <a:gd name="GluePoint2Y" fmla=""/>
                <a:gd name="GluePoint3X" fmla=""/>
                <a:gd name="GluePoint3Y" fmla="*/ 7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145" h="7">
                  <a:moveTo>
                    <a:pt x="145" y="6"/>
                  </a:moveTo>
                  <a:cubicBezTo>
                    <a:pt x="123" y="2"/>
                    <a:pt x="100" y="0"/>
                    <a:pt x="76" y="0"/>
                  </a:cubicBezTo>
                  <a:cubicBezTo>
                    <a:pt x="50" y="0"/>
                    <a:pt x="25" y="3"/>
                    <a:pt x="0" y="7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120" bIns="-24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6" name="Freeform 68" descr="© INSCALE GmbH, 26.05.2010&#10;http://www.presentationload.com/"/>
            <p:cNvSpPr/>
            <p:nvPr/>
          </p:nvSpPr>
          <p:spPr>
            <a:xfrm>
              <a:off x="5747760" y="2130840"/>
              <a:ext cx="398160" cy="138240"/>
            </a:xfrm>
            <a:custGeom>
              <a:avLst/>
              <a:gdLst>
                <a:gd name="textAreaLeft" fmla="*/ 0 w 398160"/>
                <a:gd name="textAreaRight" fmla="*/ 398520 w 398160"/>
                <a:gd name="textAreaTop" fmla="*/ 0 h 138240"/>
                <a:gd name="textAreaBottom" fmla="*/ 138600 h 138240"/>
                <a:gd name="GluePoint1X" fmla="*/ 136 w 0"/>
                <a:gd name="GluePoint1Y" fmla="*/ 49 h 0"/>
                <a:gd name="GluePoint2X" fmla=""/>
                <a:gd name="GluePoint2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36" h="49">
                  <a:moveTo>
                    <a:pt x="136" y="49"/>
                  </a:moveTo>
                  <a:cubicBezTo>
                    <a:pt x="95" y="25"/>
                    <a:pt x="49" y="8"/>
                    <a:pt x="0" y="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7" name="Freeform 69" descr="© INSCALE GmbH, 26.05.2010&#10;http://www.presentationload.com/"/>
            <p:cNvSpPr/>
            <p:nvPr/>
          </p:nvSpPr>
          <p:spPr>
            <a:xfrm>
              <a:off x="5309640" y="2043000"/>
              <a:ext cx="449640" cy="20520"/>
            </a:xfrm>
            <a:custGeom>
              <a:avLst/>
              <a:gdLst>
                <a:gd name="textAreaLeft" fmla="*/ 0 w 449640"/>
                <a:gd name="textAreaRight" fmla="*/ 450000 w 449640"/>
                <a:gd name="textAreaTop" fmla="*/ 0 h 20520"/>
                <a:gd name="textAreaBottom" fmla="*/ 20880 h 20520"/>
                <a:gd name="GluePoint1X" fmla="*/ 153 w 0"/>
                <a:gd name="GluePoint1Y" fmla="*/ 6 h 0"/>
                <a:gd name="GluePoint2X" fmla="*/ 80 w 0"/>
                <a:gd name="GluePoint2Y" fmla=""/>
                <a:gd name="GluePoint3X" fmla=""/>
                <a:gd name="GluePoint3Y" fmla="*/ 8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153" h="8">
                  <a:moveTo>
                    <a:pt x="153" y="6"/>
                  </a:moveTo>
                  <a:cubicBezTo>
                    <a:pt x="129" y="2"/>
                    <a:pt x="105" y="0"/>
                    <a:pt x="80" y="0"/>
                  </a:cubicBezTo>
                  <a:cubicBezTo>
                    <a:pt x="53" y="0"/>
                    <a:pt x="26" y="3"/>
                    <a:pt x="0" y="8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120" bIns="-24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8" name="Freeform 70" descr="© INSCALE GmbH, 26.05.2010&#10;http://www.presentationload.com/"/>
            <p:cNvSpPr/>
            <p:nvPr/>
          </p:nvSpPr>
          <p:spPr>
            <a:xfrm>
              <a:off x="6470280" y="3736080"/>
              <a:ext cx="209520" cy="355680"/>
            </a:xfrm>
            <a:custGeom>
              <a:avLst/>
              <a:gdLst>
                <a:gd name="textAreaLeft" fmla="*/ 0 w 209520"/>
                <a:gd name="textAreaRight" fmla="*/ 209880 w 209520"/>
                <a:gd name="textAreaTop" fmla="*/ 0 h 355680"/>
                <a:gd name="textAreaBottom" fmla="*/ 356040 h 355680"/>
                <a:gd name="GluePoint1X" fmla=""/>
                <a:gd name="GluePoint1Y" fmla="*/ 124 h 0"/>
                <a:gd name="GluePoint2X" fmla="*/ 73 w 0"/>
                <a:gd name="GluePoint2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73" h="124">
                  <a:moveTo>
                    <a:pt x="0" y="124"/>
                  </a:moveTo>
                  <a:cubicBezTo>
                    <a:pt x="31" y="88"/>
                    <a:pt x="56" y="46"/>
                    <a:pt x="73" y="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9" name="Freeform 71" descr="© INSCALE GmbH, 26.05.2010&#10;http://www.presentationload.com/"/>
            <p:cNvSpPr/>
            <p:nvPr/>
          </p:nvSpPr>
          <p:spPr>
            <a:xfrm>
              <a:off x="6146280" y="2269800"/>
              <a:ext cx="323640" cy="270360"/>
            </a:xfrm>
            <a:custGeom>
              <a:avLst/>
              <a:gdLst>
                <a:gd name="textAreaLeft" fmla="*/ 0 w 323640"/>
                <a:gd name="textAreaRight" fmla="*/ 324000 w 323640"/>
                <a:gd name="textAreaTop" fmla="*/ 0 h 270360"/>
                <a:gd name="textAreaBottom" fmla="*/ 270720 h 270360"/>
                <a:gd name="GluePoint1X" fmla="*/ 112 w 0"/>
                <a:gd name="GluePoint1Y" fmla="*/ 92 h 0"/>
                <a:gd name="GluePoint2X" fmla=""/>
                <a:gd name="GluePoint2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2" h="92">
                  <a:moveTo>
                    <a:pt x="112" y="92"/>
                  </a:moveTo>
                  <a:cubicBezTo>
                    <a:pt x="81" y="55"/>
                    <a:pt x="43" y="24"/>
                    <a:pt x="0" y="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0" name="Freeform 72" descr="© INSCALE GmbH, 26.05.2010&#10;http://www.presentationload.com/"/>
            <p:cNvSpPr/>
            <p:nvPr/>
          </p:nvSpPr>
          <p:spPr>
            <a:xfrm>
              <a:off x="6181200" y="2209680"/>
              <a:ext cx="344520" cy="284040"/>
            </a:xfrm>
            <a:custGeom>
              <a:avLst/>
              <a:gdLst>
                <a:gd name="textAreaLeft" fmla="*/ 0 w 344520"/>
                <a:gd name="textAreaRight" fmla="*/ 344880 w 344520"/>
                <a:gd name="textAreaTop" fmla="*/ 0 h 284040"/>
                <a:gd name="textAreaBottom" fmla="*/ 284400 h 284040"/>
                <a:gd name="GluePoint1X" fmla="*/ 118 w 0"/>
                <a:gd name="GluePoint1Y" fmla="*/ 98 h 0"/>
                <a:gd name="GluePoint2X" fmla=""/>
                <a:gd name="GluePoint2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8" h="98">
                  <a:moveTo>
                    <a:pt x="118" y="98"/>
                  </a:moveTo>
                  <a:cubicBezTo>
                    <a:pt x="85" y="59"/>
                    <a:pt x="45" y="25"/>
                    <a:pt x="0" y="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1" name="Freeform 73" descr="© INSCALE GmbH, 26.05.2010&#10;http://www.presentationload.com/"/>
            <p:cNvSpPr/>
            <p:nvPr/>
          </p:nvSpPr>
          <p:spPr>
            <a:xfrm>
              <a:off x="4897080" y="2063880"/>
              <a:ext cx="412200" cy="154440"/>
            </a:xfrm>
            <a:custGeom>
              <a:avLst/>
              <a:gdLst>
                <a:gd name="textAreaLeft" fmla="*/ 0 w 412200"/>
                <a:gd name="textAreaRight" fmla="*/ 412560 w 412200"/>
                <a:gd name="textAreaTop" fmla="*/ 0 h 154440"/>
                <a:gd name="textAreaBottom" fmla="*/ 154800 h 154440"/>
                <a:gd name="GluePoint1X" fmla=""/>
                <a:gd name="GluePoint1Y" fmla="*/ 53 h 0"/>
                <a:gd name="GluePoint2X" fmla="*/ 143 w 0"/>
                <a:gd name="GluePoint2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43" h="53">
                  <a:moveTo>
                    <a:pt x="0" y="53"/>
                  </a:moveTo>
                  <a:cubicBezTo>
                    <a:pt x="44" y="28"/>
                    <a:pt x="92" y="9"/>
                    <a:pt x="143" y="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2" name="Freeform 74" descr="© INSCALE GmbH, 26.05.2010&#10;http://www.presentationload.com/"/>
            <p:cNvSpPr/>
            <p:nvPr/>
          </p:nvSpPr>
          <p:spPr>
            <a:xfrm>
              <a:off x="6526080" y="2494080"/>
              <a:ext cx="221040" cy="383400"/>
            </a:xfrm>
            <a:custGeom>
              <a:avLst/>
              <a:gdLst>
                <a:gd name="textAreaLeft" fmla="*/ 0 w 221040"/>
                <a:gd name="textAreaRight" fmla="*/ 221400 w 221040"/>
                <a:gd name="textAreaTop" fmla="*/ 0 h 383400"/>
                <a:gd name="textAreaBottom" fmla="*/ 383760 h 383400"/>
                <a:gd name="GluePoint1X" fmla=""/>
                <a:gd name="GluePoint1Y" fmla=""/>
                <a:gd name="GluePoint2X" fmla="*/ 77 w 0"/>
                <a:gd name="GluePoint2Y" fmla="*/ 132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77" h="132">
                  <a:moveTo>
                    <a:pt x="0" y="0"/>
                  </a:moveTo>
                  <a:cubicBezTo>
                    <a:pt x="33" y="39"/>
                    <a:pt x="59" y="84"/>
                    <a:pt x="77" y="132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3" name="Freeform 75" descr="© INSCALE GmbH, 26.05.2010&#10;http://www.presentationload.com/"/>
            <p:cNvSpPr/>
            <p:nvPr/>
          </p:nvSpPr>
          <p:spPr>
            <a:xfrm>
              <a:off x="4342320" y="3326400"/>
              <a:ext cx="74160" cy="40896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408960"/>
                <a:gd name="textAreaBottom" fmla="*/ 409320 h 408960"/>
                <a:gd name="GluePoint1X" fmla=""/>
                <a:gd name="GluePoint1Y" fmla=""/>
                <a:gd name="GluePoint2X" fmla="*/ 26 w 0"/>
                <a:gd name="GluePoint2Y" fmla="*/ 141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6" h="141">
                  <a:moveTo>
                    <a:pt x="0" y="0"/>
                  </a:moveTo>
                  <a:cubicBezTo>
                    <a:pt x="0" y="50"/>
                    <a:pt x="9" y="97"/>
                    <a:pt x="26" y="141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" name="Freeform 76" descr="© INSCALE GmbH, 26.05.2010&#10;http://www.presentationload.com/"/>
            <p:cNvSpPr/>
            <p:nvPr/>
          </p:nvSpPr>
          <p:spPr>
            <a:xfrm>
              <a:off x="4416840" y="3736080"/>
              <a:ext cx="207000" cy="355680"/>
            </a:xfrm>
            <a:custGeom>
              <a:avLst/>
              <a:gdLst>
                <a:gd name="textAreaLeft" fmla="*/ 0 w 207000"/>
                <a:gd name="textAreaRight" fmla="*/ 207360 w 207000"/>
                <a:gd name="textAreaTop" fmla="*/ 0 h 355680"/>
                <a:gd name="textAreaBottom" fmla="*/ 356040 h 355680"/>
                <a:gd name="GluePoint1X" fmla=""/>
                <a:gd name="GluePoint1Y" fmla=""/>
                <a:gd name="GluePoint2X" fmla="*/ 72 w 0"/>
                <a:gd name="GluePoint2Y" fmla="*/ 123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72" h="123">
                  <a:moveTo>
                    <a:pt x="0" y="0"/>
                  </a:moveTo>
                  <a:cubicBezTo>
                    <a:pt x="17" y="45"/>
                    <a:pt x="42" y="87"/>
                    <a:pt x="72" y="123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5" name="Freeform 77" descr="© INSCALE GmbH, 26.05.2010&#10;http://www.presentationload.com/"/>
            <p:cNvSpPr/>
            <p:nvPr/>
          </p:nvSpPr>
          <p:spPr>
            <a:xfrm>
              <a:off x="4347000" y="3759120"/>
              <a:ext cx="225720" cy="374400"/>
            </a:xfrm>
            <a:custGeom>
              <a:avLst/>
              <a:gdLst>
                <a:gd name="textAreaLeft" fmla="*/ 0 w 225720"/>
                <a:gd name="textAreaRight" fmla="*/ 226080 w 225720"/>
                <a:gd name="textAreaTop" fmla="*/ 0 h 374400"/>
                <a:gd name="textAreaBottom" fmla="*/ 374760 h 374400"/>
                <a:gd name="GluePoint1X" fmla=""/>
                <a:gd name="GluePoint1Y" fmla=""/>
                <a:gd name="GluePoint2X" fmla="*/ 77 w 0"/>
                <a:gd name="GluePoint2Y" fmla="*/ 13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77" h="130">
                  <a:moveTo>
                    <a:pt x="0" y="0"/>
                  </a:moveTo>
                  <a:cubicBezTo>
                    <a:pt x="18" y="48"/>
                    <a:pt x="44" y="92"/>
                    <a:pt x="77" y="13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6" name="Freeform 78" descr="© INSCALE GmbH, 26.05.2010&#10;http://www.presentationload.com/"/>
            <p:cNvSpPr/>
            <p:nvPr/>
          </p:nvSpPr>
          <p:spPr>
            <a:xfrm>
              <a:off x="4932000" y="2135520"/>
              <a:ext cx="388800" cy="145440"/>
            </a:xfrm>
            <a:custGeom>
              <a:avLst/>
              <a:gdLst>
                <a:gd name="textAreaLeft" fmla="*/ 0 w 388800"/>
                <a:gd name="textAreaRight" fmla="*/ 389160 w 388800"/>
                <a:gd name="textAreaTop" fmla="*/ 0 h 145440"/>
                <a:gd name="textAreaBottom" fmla="*/ 145800 h 145440"/>
                <a:gd name="GluePoint1X" fmla=""/>
                <a:gd name="GluePoint1Y" fmla="*/ 51 h 0"/>
                <a:gd name="GluePoint2X" fmla="*/ 135 w 0"/>
                <a:gd name="GluePoint2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35" h="51">
                  <a:moveTo>
                    <a:pt x="0" y="51"/>
                  </a:moveTo>
                  <a:cubicBezTo>
                    <a:pt x="41" y="27"/>
                    <a:pt x="87" y="9"/>
                    <a:pt x="135" y="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" name="Freeform 79" descr="© INSCALE GmbH, 26.05.2010&#10;http://www.presentationload.com/"/>
            <p:cNvSpPr/>
            <p:nvPr/>
          </p:nvSpPr>
          <p:spPr>
            <a:xfrm>
              <a:off x="4610160" y="2281320"/>
              <a:ext cx="321120" cy="270360"/>
            </a:xfrm>
            <a:custGeom>
              <a:avLst/>
              <a:gdLst>
                <a:gd name="textAreaLeft" fmla="*/ 0 w 321120"/>
                <a:gd name="textAreaRight" fmla="*/ 321480 w 321120"/>
                <a:gd name="textAreaTop" fmla="*/ 0 h 270360"/>
                <a:gd name="textAreaBottom" fmla="*/ 270720 h 270360"/>
                <a:gd name="GluePoint1X" fmla="*/ 109 w 0"/>
                <a:gd name="GluePoint1Y" fmla=""/>
                <a:gd name="GluePoint2X" fmla=""/>
                <a:gd name="GluePoint2Y" fmla="*/ 94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09" h="94">
                  <a:moveTo>
                    <a:pt x="109" y="0"/>
                  </a:moveTo>
                  <a:cubicBezTo>
                    <a:pt x="68" y="25"/>
                    <a:pt x="31" y="57"/>
                    <a:pt x="0" y="94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8" name="Freeform 80" descr="© INSCALE GmbH, 26.05.2010&#10;http://www.presentationload.com/"/>
            <p:cNvSpPr/>
            <p:nvPr/>
          </p:nvSpPr>
          <p:spPr>
            <a:xfrm>
              <a:off x="4556520" y="2218680"/>
              <a:ext cx="339840" cy="286560"/>
            </a:xfrm>
            <a:custGeom>
              <a:avLst/>
              <a:gdLst>
                <a:gd name="textAreaLeft" fmla="*/ 0 w 339840"/>
                <a:gd name="textAreaRight" fmla="*/ 340200 w 339840"/>
                <a:gd name="textAreaTop" fmla="*/ 0 h 286560"/>
                <a:gd name="textAreaBottom" fmla="*/ 286920 h 286560"/>
                <a:gd name="GluePoint1X" fmla="*/ 115 w 0"/>
                <a:gd name="GluePoint1Y" fmla=""/>
                <a:gd name="GluePoint2X" fmla=""/>
                <a:gd name="GluePoint2Y" fmla="*/ 99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5" h="99">
                  <a:moveTo>
                    <a:pt x="115" y="0"/>
                  </a:moveTo>
                  <a:cubicBezTo>
                    <a:pt x="71" y="27"/>
                    <a:pt x="32" y="60"/>
                    <a:pt x="0" y="99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9" name="Freeform 81" descr="© INSCALE GmbH, 26.05.2010&#10;http://www.presentationload.com/"/>
            <p:cNvSpPr/>
            <p:nvPr/>
          </p:nvSpPr>
          <p:spPr>
            <a:xfrm>
              <a:off x="4269960" y="2889360"/>
              <a:ext cx="72000" cy="436680"/>
            </a:xfrm>
            <a:custGeom>
              <a:avLst/>
              <a:gdLst>
                <a:gd name="textAreaLeft" fmla="*/ 0 w 72000"/>
                <a:gd name="textAreaRight" fmla="*/ 72360 w 72000"/>
                <a:gd name="textAreaTop" fmla="*/ 0 h 436680"/>
                <a:gd name="textAreaBottom" fmla="*/ 437040 h 436680"/>
                <a:gd name="GluePoint1X" fmla=""/>
                <a:gd name="GluePoint1Y" fmla="*/ 151 h 0"/>
                <a:gd name="GluePoint2X" fmla=""/>
                <a:gd name="GluePoint2Y" fmla="*/ 146 h 0"/>
                <a:gd name="GluePoint3X" fmla="*/ 25 w 0"/>
                <a:gd name="GluePoint3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5" h="151">
                  <a:moveTo>
                    <a:pt x="0" y="151"/>
                  </a:moveTo>
                  <a:cubicBezTo>
                    <a:pt x="0" y="150"/>
                    <a:pt x="0" y="148"/>
                    <a:pt x="0" y="146"/>
                  </a:cubicBezTo>
                  <a:cubicBezTo>
                    <a:pt x="0" y="95"/>
                    <a:pt x="8" y="46"/>
                    <a:pt x="25" y="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0" name="Freeform 82" descr="© INSCALE GmbH, 26.05.2010&#10;http://www.presentationload.com/"/>
            <p:cNvSpPr/>
            <p:nvPr/>
          </p:nvSpPr>
          <p:spPr>
            <a:xfrm>
              <a:off x="5759280" y="2061360"/>
              <a:ext cx="421560" cy="147600"/>
            </a:xfrm>
            <a:custGeom>
              <a:avLst/>
              <a:gdLst>
                <a:gd name="textAreaLeft" fmla="*/ 0 w 421560"/>
                <a:gd name="textAreaRight" fmla="*/ 421920 w 421560"/>
                <a:gd name="textAreaTop" fmla="*/ 0 h 147600"/>
                <a:gd name="textAreaBottom" fmla="*/ 147960 h 147600"/>
                <a:gd name="GluePoint1X" fmla=""/>
                <a:gd name="GluePoint1Y" fmla=""/>
                <a:gd name="GluePoint2X" fmla="*/ 144 w 0"/>
                <a:gd name="GluePoint2Y" fmla="*/ 52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44" h="52">
                  <a:moveTo>
                    <a:pt x="0" y="0"/>
                  </a:moveTo>
                  <a:cubicBezTo>
                    <a:pt x="52" y="9"/>
                    <a:pt x="100" y="27"/>
                    <a:pt x="144" y="52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1" name="Freeform 83" descr="© INSCALE GmbH, 26.05.2010&#10;http://www.presentationload.com/"/>
            <p:cNvSpPr/>
            <p:nvPr/>
          </p:nvSpPr>
          <p:spPr>
            <a:xfrm>
              <a:off x="4404960" y="2551680"/>
              <a:ext cx="204840" cy="358200"/>
            </a:xfrm>
            <a:custGeom>
              <a:avLst/>
              <a:gdLst>
                <a:gd name="textAreaLeft" fmla="*/ 0 w 204840"/>
                <a:gd name="textAreaRight" fmla="*/ 205200 w 204840"/>
                <a:gd name="textAreaTop" fmla="*/ 0 h 358200"/>
                <a:gd name="textAreaBottom" fmla="*/ 358560 h 358200"/>
                <a:gd name="GluePoint1X" fmla="*/ 70 w 0"/>
                <a:gd name="GluePoint1Y" fmla=""/>
                <a:gd name="GluePoint2X" fmla=""/>
                <a:gd name="GluePoint2Y" fmla="*/ 124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70" h="124">
                  <a:moveTo>
                    <a:pt x="70" y="0"/>
                  </a:moveTo>
                  <a:cubicBezTo>
                    <a:pt x="40" y="37"/>
                    <a:pt x="16" y="79"/>
                    <a:pt x="0" y="124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2" name="Freeform 84" descr="© INSCALE GmbH, 26.05.2010&#10;http://www.presentationload.com/"/>
            <p:cNvSpPr/>
            <p:nvPr/>
          </p:nvSpPr>
          <p:spPr>
            <a:xfrm>
              <a:off x="6747480" y="3314880"/>
              <a:ext cx="78840" cy="443520"/>
            </a:xfrm>
            <a:custGeom>
              <a:avLst/>
              <a:gdLst>
                <a:gd name="textAreaLeft" fmla="*/ 0 w 78840"/>
                <a:gd name="textAreaRight" fmla="*/ 79200 w 78840"/>
                <a:gd name="textAreaTop" fmla="*/ 0 h 443520"/>
                <a:gd name="textAreaBottom" fmla="*/ 443880 h 443520"/>
                <a:gd name="GluePoint1X" fmla=""/>
                <a:gd name="GluePoint1Y" fmla="*/ 153 h 0"/>
                <a:gd name="GluePoint2X" fmla="*/ 27 w 0"/>
                <a:gd name="GluePoint2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" h="153">
                  <a:moveTo>
                    <a:pt x="0" y="153"/>
                  </a:moveTo>
                  <a:cubicBezTo>
                    <a:pt x="18" y="105"/>
                    <a:pt x="27" y="54"/>
                    <a:pt x="27" y="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3" name="Freeform 85" descr="© INSCALE GmbH, 26.05.2010&#10;http://www.presentationload.com/"/>
            <p:cNvSpPr/>
            <p:nvPr/>
          </p:nvSpPr>
          <p:spPr>
            <a:xfrm>
              <a:off x="4624200" y="4092120"/>
              <a:ext cx="323640" cy="263160"/>
            </a:xfrm>
            <a:custGeom>
              <a:avLst/>
              <a:gdLst>
                <a:gd name="textAreaLeft" fmla="*/ 0 w 323640"/>
                <a:gd name="textAreaRight" fmla="*/ 324000 w 323640"/>
                <a:gd name="textAreaTop" fmla="*/ 0 h 263160"/>
                <a:gd name="textAreaBottom" fmla="*/ 263520 h 263160"/>
                <a:gd name="GluePoint1X" fmla=""/>
                <a:gd name="GluePoint1Y" fmla=""/>
                <a:gd name="GluePoint2X" fmla="*/ 110 w 0"/>
                <a:gd name="GluePoint2Y" fmla="*/ 91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0" h="91">
                  <a:moveTo>
                    <a:pt x="0" y="0"/>
                  </a:moveTo>
                  <a:cubicBezTo>
                    <a:pt x="31" y="36"/>
                    <a:pt x="68" y="67"/>
                    <a:pt x="110" y="91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4" name="Freeform 86" descr="© INSCALE GmbH, 26.05.2010&#10;http://www.presentationload.com/"/>
            <p:cNvSpPr/>
            <p:nvPr/>
          </p:nvSpPr>
          <p:spPr>
            <a:xfrm>
              <a:off x="4573080" y="4133880"/>
              <a:ext cx="337680" cy="27936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279360"/>
                <a:gd name="textAreaBottom" fmla="*/ 279720 h 279360"/>
                <a:gd name="GluePoint1X" fmla=""/>
                <a:gd name="GluePoint1Y" fmla=""/>
                <a:gd name="GluePoint2X" fmla="*/ 116 w 0"/>
                <a:gd name="GluePoint2Y" fmla="*/ 97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6" h="97">
                  <a:moveTo>
                    <a:pt x="0" y="0"/>
                  </a:moveTo>
                  <a:cubicBezTo>
                    <a:pt x="33" y="39"/>
                    <a:pt x="72" y="71"/>
                    <a:pt x="116" y="97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5" name="Freeform 87" descr="© INSCALE GmbH, 26.05.2010&#10;http://www.presentationload.com/"/>
            <p:cNvSpPr/>
            <p:nvPr/>
          </p:nvSpPr>
          <p:spPr>
            <a:xfrm>
              <a:off x="6680160" y="3314880"/>
              <a:ext cx="76680" cy="420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20480"/>
                <a:gd name="textAreaBottom" fmla="*/ 420840 h 420480"/>
                <a:gd name="GluePoint1X" fmla=""/>
                <a:gd name="GluePoint1Y" fmla="*/ 145 h 0"/>
                <a:gd name="GluePoint2X" fmla="*/ 26 w 0"/>
                <a:gd name="GluePoint2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6" h="145">
                  <a:moveTo>
                    <a:pt x="0" y="145"/>
                  </a:moveTo>
                  <a:cubicBezTo>
                    <a:pt x="17" y="100"/>
                    <a:pt x="26" y="51"/>
                    <a:pt x="26" y="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6" name="Freeform 88" descr="© INSCALE GmbH, 26.05.2010&#10;http://www.presentationload.com/"/>
            <p:cNvSpPr/>
            <p:nvPr/>
          </p:nvSpPr>
          <p:spPr>
            <a:xfrm>
              <a:off x="6684840" y="2900880"/>
              <a:ext cx="72000" cy="413640"/>
            </a:xfrm>
            <a:custGeom>
              <a:avLst/>
              <a:gdLst>
                <a:gd name="textAreaLeft" fmla="*/ 0 w 72000"/>
                <a:gd name="textAreaRight" fmla="*/ 72360 w 72000"/>
                <a:gd name="textAreaTop" fmla="*/ 0 h 413640"/>
                <a:gd name="textAreaBottom" fmla="*/ 414000 h 413640"/>
                <a:gd name="GluePoint1X" fmla=""/>
                <a:gd name="GluePoint1Y" fmla=""/>
                <a:gd name="GluePoint2X" fmla="*/ 24 w 0"/>
                <a:gd name="GluePoint2Y" fmla="*/ 141 h 0"/>
                <a:gd name="GluePoint3X" fmla="*/ 24 w 0"/>
                <a:gd name="GluePoint3Y" fmla="*/ 142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4" h="142">
                  <a:moveTo>
                    <a:pt x="0" y="0"/>
                  </a:moveTo>
                  <a:cubicBezTo>
                    <a:pt x="16" y="44"/>
                    <a:pt x="24" y="92"/>
                    <a:pt x="24" y="141"/>
                  </a:cubicBezTo>
                  <a:cubicBezTo>
                    <a:pt x="24" y="142"/>
                    <a:pt x="24" y="142"/>
                    <a:pt x="24" y="142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7" name="Freeform 89" descr="© INSCALE GmbH, 26.05.2010&#10;http://www.presentationload.com/"/>
            <p:cNvSpPr/>
            <p:nvPr/>
          </p:nvSpPr>
          <p:spPr>
            <a:xfrm>
              <a:off x="6747480" y="2877840"/>
              <a:ext cx="78840" cy="436680"/>
            </a:xfrm>
            <a:custGeom>
              <a:avLst/>
              <a:gdLst>
                <a:gd name="textAreaLeft" fmla="*/ 0 w 78840"/>
                <a:gd name="textAreaRight" fmla="*/ 79200 w 78840"/>
                <a:gd name="textAreaTop" fmla="*/ 0 h 436680"/>
                <a:gd name="textAreaBottom" fmla="*/ 437040 h 436680"/>
                <a:gd name="GluePoint1X" fmla=""/>
                <a:gd name="GluePoint1Y" fmla=""/>
                <a:gd name="GluePoint2X" fmla="*/ 26 w 0"/>
                <a:gd name="GluePoint2Y" fmla="*/ 150 h 0"/>
                <a:gd name="GluePoint3X" fmla="*/ 26 w 0"/>
                <a:gd name="GluePoint3Y" fmla="*/ 151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6" h="151">
                  <a:moveTo>
                    <a:pt x="0" y="0"/>
                  </a:moveTo>
                  <a:cubicBezTo>
                    <a:pt x="17" y="47"/>
                    <a:pt x="26" y="98"/>
                    <a:pt x="26" y="150"/>
                  </a:cubicBezTo>
                  <a:cubicBezTo>
                    <a:pt x="26" y="151"/>
                    <a:pt x="26" y="151"/>
                    <a:pt x="26" y="151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8" name="Freeform 90" descr="© INSCALE GmbH, 26.05.2010&#10;http://www.presentationload.com/"/>
            <p:cNvSpPr/>
            <p:nvPr/>
          </p:nvSpPr>
          <p:spPr>
            <a:xfrm>
              <a:off x="4342320" y="2910240"/>
              <a:ext cx="62640" cy="41580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415800"/>
                <a:gd name="textAreaBottom" fmla="*/ 416160 h 415800"/>
                <a:gd name="GluePoint1X" fmla=""/>
                <a:gd name="GluePoint1Y" fmla="*/ 143 h 0"/>
                <a:gd name="GluePoint2X" fmla=""/>
                <a:gd name="GluePoint2Y" fmla="*/ 138 h 0"/>
                <a:gd name="GluePoint3X" fmla="*/ 23 w 0"/>
                <a:gd name="GluePoint3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3" h="143">
                  <a:moveTo>
                    <a:pt x="0" y="143"/>
                  </a:moveTo>
                  <a:cubicBezTo>
                    <a:pt x="0" y="142"/>
                    <a:pt x="0" y="140"/>
                    <a:pt x="0" y="138"/>
                  </a:cubicBezTo>
                  <a:cubicBezTo>
                    <a:pt x="0" y="90"/>
                    <a:pt x="8" y="44"/>
                    <a:pt x="23" y="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9" name="Freeform 91" descr="© INSCALE GmbH, 26.05.2010&#10;http://www.presentationload.com/"/>
            <p:cNvSpPr/>
            <p:nvPr/>
          </p:nvSpPr>
          <p:spPr>
            <a:xfrm>
              <a:off x="4910760" y="4413600"/>
              <a:ext cx="414360" cy="150120"/>
            </a:xfrm>
            <a:custGeom>
              <a:avLst/>
              <a:gdLst>
                <a:gd name="textAreaLeft" fmla="*/ 0 w 414360"/>
                <a:gd name="textAreaRight" fmla="*/ 414720 w 414360"/>
                <a:gd name="textAreaTop" fmla="*/ 0 h 150120"/>
                <a:gd name="textAreaBottom" fmla="*/ 150480 h 150120"/>
                <a:gd name="GluePoint1X" fmla=""/>
                <a:gd name="GluePoint1Y" fmla=""/>
                <a:gd name="GluePoint2X" fmla="*/ 142 w 0"/>
                <a:gd name="GluePoint2Y" fmla="*/ 51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42" h="51">
                  <a:moveTo>
                    <a:pt x="0" y="0"/>
                  </a:moveTo>
                  <a:cubicBezTo>
                    <a:pt x="43" y="24"/>
                    <a:pt x="91" y="42"/>
                    <a:pt x="142" y="51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0" name="Freeform 92" descr="© INSCALE GmbH, 26.05.2010&#10;http://www.presentationload.com/"/>
            <p:cNvSpPr/>
            <p:nvPr/>
          </p:nvSpPr>
          <p:spPr>
            <a:xfrm>
              <a:off x="5339880" y="4492080"/>
              <a:ext cx="407520" cy="20520"/>
            </a:xfrm>
            <a:custGeom>
              <a:avLst/>
              <a:gdLst>
                <a:gd name="textAreaLeft" fmla="*/ 0 w 407520"/>
                <a:gd name="textAreaRight" fmla="*/ 407880 w 407520"/>
                <a:gd name="textAreaTop" fmla="*/ 0 h 20520"/>
                <a:gd name="textAreaBottom" fmla="*/ 20880 h 20520"/>
                <a:gd name="GluePoint1X" fmla="*/ 139 w 0"/>
                <a:gd name="GluePoint1Y" fmla=""/>
                <a:gd name="GluePoint2X" fmla="*/ 71 w 0"/>
                <a:gd name="GluePoint2Y" fmla="*/ 6 h 0"/>
                <a:gd name="GluePoint3X" fmla=""/>
                <a:gd name="GluePoint3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139" h="6">
                  <a:moveTo>
                    <a:pt x="139" y="1"/>
                  </a:moveTo>
                  <a:cubicBezTo>
                    <a:pt x="117" y="4"/>
                    <a:pt x="95" y="6"/>
                    <a:pt x="71" y="6"/>
                  </a:cubicBezTo>
                  <a:cubicBezTo>
                    <a:pt x="47" y="6"/>
                    <a:pt x="23" y="4"/>
                    <a:pt x="0" y="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120" bIns="-24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" name="Freeform 93" descr="© INSCALE GmbH, 26.05.2010&#10;http://www.presentationload.com/"/>
            <p:cNvSpPr/>
            <p:nvPr/>
          </p:nvSpPr>
          <p:spPr>
            <a:xfrm>
              <a:off x="6176520" y="4138200"/>
              <a:ext cx="344520" cy="279360"/>
            </a:xfrm>
            <a:custGeom>
              <a:avLst/>
              <a:gdLst>
                <a:gd name="textAreaLeft" fmla="*/ 0 w 344520"/>
                <a:gd name="textAreaRight" fmla="*/ 344880 w 344520"/>
                <a:gd name="textAreaTop" fmla="*/ 0 h 279360"/>
                <a:gd name="textAreaBottom" fmla="*/ 279720 h 279360"/>
                <a:gd name="GluePoint1X" fmla=""/>
                <a:gd name="GluePoint1Y" fmla="*/ 97 h 0"/>
                <a:gd name="GluePoint2X" fmla="*/ 118 w 0"/>
                <a:gd name="GluePoint2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8" h="97">
                  <a:moveTo>
                    <a:pt x="0" y="97"/>
                  </a:moveTo>
                  <a:cubicBezTo>
                    <a:pt x="45" y="72"/>
                    <a:pt x="85" y="39"/>
                    <a:pt x="118" y="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Freeform 94" descr="© INSCALE GmbH, 26.05.2010&#10;http://www.presentationload.com/"/>
            <p:cNvSpPr/>
            <p:nvPr/>
          </p:nvSpPr>
          <p:spPr>
            <a:xfrm>
              <a:off x="6136920" y="4092120"/>
              <a:ext cx="333000" cy="267840"/>
            </a:xfrm>
            <a:custGeom>
              <a:avLst/>
              <a:gdLst>
                <a:gd name="textAreaLeft" fmla="*/ 0 w 333000"/>
                <a:gd name="textAreaRight" fmla="*/ 333360 w 333000"/>
                <a:gd name="textAreaTop" fmla="*/ 0 h 267840"/>
                <a:gd name="textAreaBottom" fmla="*/ 268200 h 267840"/>
                <a:gd name="GluePoint1X" fmla=""/>
                <a:gd name="GluePoint1Y" fmla="*/ 91 h 0"/>
                <a:gd name="GluePoint2X" fmla="*/ 112 w 0"/>
                <a:gd name="GluePoint2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2" h="91">
                  <a:moveTo>
                    <a:pt x="0" y="91"/>
                  </a:moveTo>
                  <a:cubicBezTo>
                    <a:pt x="43" y="68"/>
                    <a:pt x="80" y="37"/>
                    <a:pt x="112" y="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Freeform 95" descr="© INSCALE GmbH, 26.05.2010&#10;http://www.presentationload.com/"/>
            <p:cNvSpPr/>
            <p:nvPr/>
          </p:nvSpPr>
          <p:spPr>
            <a:xfrm>
              <a:off x="5325840" y="4563720"/>
              <a:ext cx="428400" cy="15840"/>
            </a:xfrm>
            <a:custGeom>
              <a:avLst/>
              <a:gdLst>
                <a:gd name="textAreaLeft" fmla="*/ 0 w 428400"/>
                <a:gd name="textAreaRight" fmla="*/ 428760 w 428400"/>
                <a:gd name="textAreaTop" fmla="*/ 0 h 15840"/>
                <a:gd name="textAreaBottom" fmla="*/ 16200 h 15840"/>
                <a:gd name="GluePoint1X" fmla="*/ 147 w 0"/>
                <a:gd name="GluePoint1Y" fmla=""/>
                <a:gd name="GluePoint2X" fmla="*/ 75 w 0"/>
                <a:gd name="GluePoint2Y" fmla="*/ 6 h 0"/>
                <a:gd name="GluePoint3X" fmla=""/>
                <a:gd name="GluePoint3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147" h="6">
                  <a:moveTo>
                    <a:pt x="147" y="0"/>
                  </a:moveTo>
                  <a:cubicBezTo>
                    <a:pt x="124" y="4"/>
                    <a:pt x="100" y="6"/>
                    <a:pt x="75" y="6"/>
                  </a:cubicBezTo>
                  <a:cubicBezTo>
                    <a:pt x="50" y="6"/>
                    <a:pt x="25" y="4"/>
                    <a:pt x="0" y="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8800" bIns="-288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4" name="Freeform 96" descr="© INSCALE GmbH, 26.05.2010&#10;http://www.presentationload.com/"/>
            <p:cNvSpPr/>
            <p:nvPr/>
          </p:nvSpPr>
          <p:spPr>
            <a:xfrm>
              <a:off x="5754600" y="4418280"/>
              <a:ext cx="421560" cy="145440"/>
            </a:xfrm>
            <a:custGeom>
              <a:avLst/>
              <a:gdLst>
                <a:gd name="textAreaLeft" fmla="*/ 0 w 421560"/>
                <a:gd name="textAreaRight" fmla="*/ 421920 w 421560"/>
                <a:gd name="textAreaTop" fmla="*/ 0 h 145440"/>
                <a:gd name="textAreaBottom" fmla="*/ 145800 h 145440"/>
                <a:gd name="GluePoint1X" fmla="*/ 143 w 0"/>
                <a:gd name="GluePoint1Y" fmla=""/>
                <a:gd name="GluePoint2X" fmla=""/>
                <a:gd name="GluePoint2Y" fmla="*/ 5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43" h="50">
                  <a:moveTo>
                    <a:pt x="143" y="0"/>
                  </a:moveTo>
                  <a:cubicBezTo>
                    <a:pt x="100" y="25"/>
                    <a:pt x="51" y="42"/>
                    <a:pt x="0" y="50"/>
                  </a:cubicBezTo>
                </a:path>
              </a:pathLst>
            </a:custGeom>
            <a:solidFill>
              <a:schemeClr val="bg1"/>
            </a:solidFill>
            <a:ln cap="rnd"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5" name="Freeform 97" descr="© INSCALE GmbH, 26.05.2010&#10;http://www.presentationload.com/"/>
            <p:cNvSpPr/>
            <p:nvPr/>
          </p:nvSpPr>
          <p:spPr>
            <a:xfrm>
              <a:off x="6684840" y="2877840"/>
              <a:ext cx="141840" cy="43668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436680"/>
                <a:gd name="textAreaBottom" fmla="*/ 437040 h 436680"/>
                <a:gd name="GluePoint1X" fmla="*/ 48 w 0"/>
                <a:gd name="GluePoint1Y" fmla="*/ 150 h 0"/>
                <a:gd name="GluePoint2X" fmla="*/ 48 w 0"/>
                <a:gd name="GluePoint2Y" fmla="*/ 151 h 0"/>
                <a:gd name="GluePoint3X" fmla="*/ 24 w 0"/>
                <a:gd name="GluePoint3Y" fmla="*/ 151 h 0"/>
                <a:gd name="GluePoint4X" fmla="*/ 24 w 0"/>
                <a:gd name="GluePoint4Y" fmla="*/ 150 h 0"/>
                <a:gd name="GluePoint5X" fmla=""/>
                <a:gd name="GluePoint5Y" fmla="*/ 9 h 0"/>
                <a:gd name="GluePoint6X" fmla="*/ 22 w 0"/>
                <a:gd name="GluePoint6Y" fmla=""/>
                <a:gd name="GluePoint7X" fmla="*/ 48 w 0"/>
                <a:gd name="GluePoint7Y" fmla="*/ 15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48" h="151">
                  <a:moveTo>
                    <a:pt x="48" y="150"/>
                  </a:moveTo>
                  <a:cubicBezTo>
                    <a:pt x="48" y="151"/>
                    <a:pt x="48" y="151"/>
                    <a:pt x="48" y="151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4" y="151"/>
                    <a:pt x="24" y="151"/>
                    <a:pt x="24" y="150"/>
                  </a:cubicBezTo>
                  <a:cubicBezTo>
                    <a:pt x="24" y="101"/>
                    <a:pt x="16" y="53"/>
                    <a:pt x="0" y="9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39" y="47"/>
                    <a:pt x="48" y="98"/>
                    <a:pt x="48" y="150"/>
                  </a:cubicBezTo>
                  <a:close/>
                </a:path>
              </a:pathLst>
            </a:custGeom>
            <a:solidFill>
              <a:schemeClr val="bg1"/>
            </a:solidFill>
            <a:ln w="1588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6" name="Freeform 98" descr="© INSCALE GmbH, 26.05.2010&#10;http://www.presentationload.com/"/>
            <p:cNvSpPr/>
            <p:nvPr/>
          </p:nvSpPr>
          <p:spPr>
            <a:xfrm>
              <a:off x="6680160" y="3314880"/>
              <a:ext cx="146520" cy="443520"/>
            </a:xfrm>
            <a:custGeom>
              <a:avLst/>
              <a:gdLst>
                <a:gd name="textAreaLeft" fmla="*/ 0 w 146520"/>
                <a:gd name="textAreaRight" fmla="*/ 146880 w 146520"/>
                <a:gd name="textAreaTop" fmla="*/ 0 h 443520"/>
                <a:gd name="textAreaBottom" fmla="*/ 443880 h 443520"/>
                <a:gd name="GluePoint1X" fmla="*/ 26 w 0"/>
                <a:gd name="GluePoint1Y" fmla=""/>
                <a:gd name="GluePoint2X" fmla="*/ 50 w 0"/>
                <a:gd name="GluePoint2Y" fmla=""/>
                <a:gd name="GluePoint3X" fmla="*/ 23 w 0"/>
                <a:gd name="GluePoint3Y" fmla="*/ 153 h 0"/>
                <a:gd name="GluePoint4X" fmla=""/>
                <a:gd name="GluePoint4Y" fmla="*/ 145 h 0"/>
                <a:gd name="GluePoint5X" fmla="*/ 26 w 0"/>
                <a:gd name="GluePoint5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0" h="153">
                  <a:moveTo>
                    <a:pt x="26" y="0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50" y="54"/>
                    <a:pt x="41" y="105"/>
                    <a:pt x="23" y="153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17" y="100"/>
                    <a:pt x="26" y="51"/>
                    <a:pt x="26" y="0"/>
                  </a:cubicBezTo>
                  <a:close/>
                </a:path>
              </a:pathLst>
            </a:custGeom>
            <a:solidFill>
              <a:schemeClr val="bg1"/>
            </a:solidFill>
            <a:ln w="1588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7" name="Freeform 99" descr="© INSCALE GmbH, 26.05.2010&#10;http://www.presentationload.com/"/>
            <p:cNvSpPr/>
            <p:nvPr/>
          </p:nvSpPr>
          <p:spPr>
            <a:xfrm>
              <a:off x="6470280" y="2494080"/>
              <a:ext cx="276840" cy="406800"/>
            </a:xfrm>
            <a:custGeom>
              <a:avLst/>
              <a:gdLst>
                <a:gd name="textAreaLeft" fmla="*/ 0 w 276840"/>
                <a:gd name="textAreaRight" fmla="*/ 277200 w 276840"/>
                <a:gd name="textAreaTop" fmla="*/ 0 h 406800"/>
                <a:gd name="textAreaBottom" fmla="*/ 407160 h 406800"/>
                <a:gd name="GluePoint1X" fmla="*/ 95 w 0"/>
                <a:gd name="GluePoint1Y" fmla="*/ 132 h 0"/>
                <a:gd name="GluePoint2X" fmla="*/ 73 w 0"/>
                <a:gd name="GluePoint2Y" fmla="*/ 141 h 0"/>
                <a:gd name="GluePoint3X" fmla=""/>
                <a:gd name="GluePoint3Y" fmla="*/ 15 h 0"/>
                <a:gd name="GluePoint4X" fmla="*/ 18 w 0"/>
                <a:gd name="GluePoint4Y" fmla=""/>
                <a:gd name="GluePoint5X" fmla="*/ 95 w 0"/>
                <a:gd name="GluePoint5Y" fmla="*/ 132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5" h="141">
                  <a:moveTo>
                    <a:pt x="95" y="132"/>
                  </a:moveTo>
                  <a:cubicBezTo>
                    <a:pt x="73" y="141"/>
                    <a:pt x="73" y="141"/>
                    <a:pt x="73" y="141"/>
                  </a:cubicBezTo>
                  <a:cubicBezTo>
                    <a:pt x="56" y="95"/>
                    <a:pt x="31" y="52"/>
                    <a:pt x="0" y="1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51" y="39"/>
                    <a:pt x="77" y="84"/>
                    <a:pt x="95" y="132"/>
                  </a:cubicBezTo>
                  <a:close/>
                </a:path>
              </a:pathLst>
            </a:custGeom>
            <a:solidFill>
              <a:schemeClr val="bg1"/>
            </a:solidFill>
            <a:ln w="1588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8" name="Freeform 100" descr="© INSCALE GmbH, 26.05.2010&#10;http://www.presentationload.com/"/>
            <p:cNvSpPr/>
            <p:nvPr/>
          </p:nvSpPr>
          <p:spPr>
            <a:xfrm>
              <a:off x="6470280" y="3736080"/>
              <a:ext cx="276840" cy="402120"/>
            </a:xfrm>
            <a:custGeom>
              <a:avLst/>
              <a:gdLst>
                <a:gd name="textAreaLeft" fmla="*/ 0 w 276840"/>
                <a:gd name="textAreaRight" fmla="*/ 277200 w 276840"/>
                <a:gd name="textAreaTop" fmla="*/ 0 h 402120"/>
                <a:gd name="textAreaBottom" fmla="*/ 402480 h 402120"/>
                <a:gd name="GluePoint1X" fmla="*/ 73 w 0"/>
                <a:gd name="GluePoint1Y" fmla=""/>
                <a:gd name="GluePoint2X" fmla="*/ 96 w 0"/>
                <a:gd name="GluePoint2Y" fmla="*/ 8 h 0"/>
                <a:gd name="GluePoint3X" fmla="*/ 18 w 0"/>
                <a:gd name="GluePoint3Y" fmla="*/ 139 h 0"/>
                <a:gd name="GluePoint4X" fmla=""/>
                <a:gd name="GluePoint4Y" fmla="*/ 124 h 0"/>
                <a:gd name="GluePoint5X" fmla="*/ 73 w 0"/>
                <a:gd name="GluePoint5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6" h="139">
                  <a:moveTo>
                    <a:pt x="73" y="0"/>
                  </a:moveTo>
                  <a:cubicBezTo>
                    <a:pt x="96" y="8"/>
                    <a:pt x="96" y="8"/>
                    <a:pt x="96" y="8"/>
                  </a:cubicBezTo>
                  <a:cubicBezTo>
                    <a:pt x="78" y="56"/>
                    <a:pt x="51" y="101"/>
                    <a:pt x="18" y="139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31" y="88"/>
                    <a:pt x="56" y="46"/>
                    <a:pt x="73" y="0"/>
                  </a:cubicBezTo>
                  <a:close/>
                </a:path>
              </a:pathLst>
            </a:custGeom>
            <a:solidFill>
              <a:schemeClr val="bg1"/>
            </a:solidFill>
            <a:ln w="1588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9" name="Freeform 101" descr="© INSCALE GmbH, 26.05.2010&#10;http://www.presentationload.com/"/>
            <p:cNvSpPr/>
            <p:nvPr/>
          </p:nvSpPr>
          <p:spPr>
            <a:xfrm>
              <a:off x="6146280" y="2209680"/>
              <a:ext cx="379440" cy="330480"/>
            </a:xfrm>
            <a:custGeom>
              <a:avLst/>
              <a:gdLst>
                <a:gd name="textAreaLeft" fmla="*/ 0 w 379440"/>
                <a:gd name="textAreaRight" fmla="*/ 379800 w 379440"/>
                <a:gd name="textAreaTop" fmla="*/ 0 h 330480"/>
                <a:gd name="textAreaBottom" fmla="*/ 330840 h 330480"/>
                <a:gd name="GluePoint1X" fmla="*/ 130 w 0"/>
                <a:gd name="GluePoint1Y" fmla="*/ 98 h 0"/>
                <a:gd name="GluePoint2X" fmla="*/ 112 w 0"/>
                <a:gd name="GluePoint2Y" fmla="*/ 113 h 0"/>
                <a:gd name="GluePoint3X" fmla=""/>
                <a:gd name="GluePoint3Y" fmla="*/ 21 h 0"/>
                <a:gd name="GluePoint4X" fmla="*/ 12 w 0"/>
                <a:gd name="GluePoint4Y" fmla=""/>
                <a:gd name="GluePoint5X" fmla="*/ 130 w 0"/>
                <a:gd name="GluePoint5Y" fmla="*/ 98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0" h="113">
                  <a:moveTo>
                    <a:pt x="130" y="98"/>
                  </a:moveTo>
                  <a:cubicBezTo>
                    <a:pt x="112" y="113"/>
                    <a:pt x="112" y="113"/>
                    <a:pt x="112" y="113"/>
                  </a:cubicBezTo>
                  <a:cubicBezTo>
                    <a:pt x="81" y="76"/>
                    <a:pt x="43" y="45"/>
                    <a:pt x="0" y="2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7" y="25"/>
                    <a:pt x="97" y="59"/>
                    <a:pt x="130" y="98"/>
                  </a:cubicBezTo>
                  <a:close/>
                </a:path>
              </a:pathLst>
            </a:custGeom>
            <a:solidFill>
              <a:schemeClr val="bg1"/>
            </a:solidFill>
            <a:ln w="1588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0" name="Freeform 102" descr="© INSCALE GmbH, 26.05.2010&#10;http://www.presentationload.com/"/>
            <p:cNvSpPr/>
            <p:nvPr/>
          </p:nvSpPr>
          <p:spPr>
            <a:xfrm>
              <a:off x="6136920" y="4092120"/>
              <a:ext cx="384120" cy="325800"/>
            </a:xfrm>
            <a:custGeom>
              <a:avLst/>
              <a:gdLst>
                <a:gd name="textAreaLeft" fmla="*/ 0 w 384120"/>
                <a:gd name="textAreaRight" fmla="*/ 384480 w 384120"/>
                <a:gd name="textAreaTop" fmla="*/ 0 h 325800"/>
                <a:gd name="textAreaBottom" fmla="*/ 326160 h 325800"/>
                <a:gd name="GluePoint1X" fmla="*/ 112 w 0"/>
                <a:gd name="GluePoint1Y" fmla=""/>
                <a:gd name="GluePoint2X" fmla="*/ 130 w 0"/>
                <a:gd name="GluePoint2Y" fmla="*/ 15 h 0"/>
                <a:gd name="GluePoint3X" fmla="*/ 12 w 0"/>
                <a:gd name="GluePoint3Y" fmla="*/ 112 h 0"/>
                <a:gd name="GluePoint4X" fmla=""/>
                <a:gd name="GluePoint4Y" fmla="*/ 91 h 0"/>
                <a:gd name="GluePoint5X" fmla="*/ 112 w 0"/>
                <a:gd name="GluePoint5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0" h="112">
                  <a:moveTo>
                    <a:pt x="112" y="0"/>
                  </a:moveTo>
                  <a:cubicBezTo>
                    <a:pt x="130" y="15"/>
                    <a:pt x="130" y="15"/>
                    <a:pt x="130" y="15"/>
                  </a:cubicBezTo>
                  <a:cubicBezTo>
                    <a:pt x="97" y="54"/>
                    <a:pt x="57" y="87"/>
                    <a:pt x="12" y="112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43" y="68"/>
                    <a:pt x="80" y="37"/>
                    <a:pt x="112" y="0"/>
                  </a:cubicBezTo>
                  <a:close/>
                </a:path>
              </a:pathLst>
            </a:custGeom>
            <a:solidFill>
              <a:schemeClr val="bg1"/>
            </a:solidFill>
            <a:ln w="1588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1" name="Freeform 103" descr="© INSCALE GmbH, 26.05.2010&#10;http://www.presentationload.com/"/>
            <p:cNvSpPr/>
            <p:nvPr/>
          </p:nvSpPr>
          <p:spPr>
            <a:xfrm>
              <a:off x="5747760" y="4360320"/>
              <a:ext cx="428400" cy="203040"/>
            </a:xfrm>
            <a:custGeom>
              <a:avLst/>
              <a:gdLst>
                <a:gd name="textAreaLeft" fmla="*/ 0 w 428400"/>
                <a:gd name="textAreaRight" fmla="*/ 428760 w 428400"/>
                <a:gd name="textAreaTop" fmla="*/ 0 h 203040"/>
                <a:gd name="textAreaBottom" fmla="*/ 203400 h 203040"/>
                <a:gd name="GluePoint1X" fmla="*/ 135 w 0"/>
                <a:gd name="GluePoint1Y" fmla=""/>
                <a:gd name="GluePoint2X" fmla="*/ 147 w 0"/>
                <a:gd name="GluePoint2Y" fmla="*/ 21 h 0"/>
                <a:gd name="GluePoint3X" fmla="*/ 4 w 0"/>
                <a:gd name="GluePoint3Y" fmla="*/ 71 h 0"/>
                <a:gd name="GluePoint4X" fmla=""/>
                <a:gd name="GluePoint4Y" fmla="*/ 48 h 0"/>
                <a:gd name="GluePoint5X" fmla="*/ 135 w 0"/>
                <a:gd name="GluePoint5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47" h="71">
                  <a:moveTo>
                    <a:pt x="135" y="0"/>
                  </a:moveTo>
                  <a:cubicBezTo>
                    <a:pt x="147" y="21"/>
                    <a:pt x="147" y="21"/>
                    <a:pt x="147" y="21"/>
                  </a:cubicBezTo>
                  <a:cubicBezTo>
                    <a:pt x="104" y="46"/>
                    <a:pt x="55" y="63"/>
                    <a:pt x="4" y="71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48" y="40"/>
                    <a:pt x="94" y="24"/>
                    <a:pt x="135" y="0"/>
                  </a:cubicBezTo>
                  <a:close/>
                </a:path>
              </a:pathLst>
            </a:custGeom>
            <a:solidFill>
              <a:schemeClr val="bg1"/>
            </a:solidFill>
            <a:ln w="1588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Freeform 104" descr="© INSCALE GmbH, 26.05.2010&#10;http://www.presentationload.com/"/>
            <p:cNvSpPr/>
            <p:nvPr/>
          </p:nvSpPr>
          <p:spPr>
            <a:xfrm>
              <a:off x="5325840" y="4492080"/>
              <a:ext cx="428400" cy="87480"/>
            </a:xfrm>
            <a:custGeom>
              <a:avLst/>
              <a:gdLst>
                <a:gd name="textAreaLeft" fmla="*/ 0 w 428400"/>
                <a:gd name="textAreaRight" fmla="*/ 428760 w 428400"/>
                <a:gd name="textAreaTop" fmla="*/ 0 h 87480"/>
                <a:gd name="textAreaBottom" fmla="*/ 87840 h 87480"/>
                <a:gd name="GluePoint1X" fmla="*/ 143 w 0"/>
                <a:gd name="GluePoint1Y" fmla=""/>
                <a:gd name="GluePoint2X" fmla="*/ 147 w 0"/>
                <a:gd name="GluePoint2Y" fmla="*/ 24 h 0"/>
                <a:gd name="GluePoint3X" fmla="*/ 75 w 0"/>
                <a:gd name="GluePoint3Y" fmla="*/ 30 h 0"/>
                <a:gd name="GluePoint4X" fmla=""/>
                <a:gd name="GluePoint4Y" fmla="*/ 24 h 0"/>
                <a:gd name="GluePoint5X" fmla="*/ 4 w 0"/>
                <a:gd name="GluePoint5Y" fmla=""/>
                <a:gd name="GluePoint6X" fmla="*/ 75 w 0"/>
                <a:gd name="GluePoint6Y" fmla="*/ 6 h 0"/>
                <a:gd name="GluePoint7X" fmla="*/ 143 w 0"/>
                <a:gd name="GluePoint7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47" h="30">
                  <a:moveTo>
                    <a:pt x="143" y="1"/>
                  </a:moveTo>
                  <a:cubicBezTo>
                    <a:pt x="147" y="24"/>
                    <a:pt x="147" y="24"/>
                    <a:pt x="147" y="24"/>
                  </a:cubicBezTo>
                  <a:cubicBezTo>
                    <a:pt x="124" y="28"/>
                    <a:pt x="100" y="30"/>
                    <a:pt x="75" y="30"/>
                  </a:cubicBezTo>
                  <a:cubicBezTo>
                    <a:pt x="50" y="30"/>
                    <a:pt x="25" y="28"/>
                    <a:pt x="0" y="2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7" y="4"/>
                    <a:pt x="51" y="6"/>
                    <a:pt x="75" y="6"/>
                  </a:cubicBezTo>
                  <a:cubicBezTo>
                    <a:pt x="99" y="6"/>
                    <a:pt x="121" y="4"/>
                    <a:pt x="143" y="1"/>
                  </a:cubicBezTo>
                  <a:close/>
                </a:path>
              </a:pathLst>
            </a:custGeom>
            <a:solidFill>
              <a:schemeClr val="bg1"/>
            </a:solidFill>
            <a:ln w="1588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840" bIns="4284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" name="Freeform 106" descr="© INSCALE GmbH, 26.05.2010&#10;http://www.presentationload.com/"/>
            <p:cNvSpPr/>
            <p:nvPr/>
          </p:nvSpPr>
          <p:spPr>
            <a:xfrm>
              <a:off x="4910760" y="4355640"/>
              <a:ext cx="428400" cy="207720"/>
            </a:xfrm>
            <a:custGeom>
              <a:avLst/>
              <a:gdLst>
                <a:gd name="textAreaLeft" fmla="*/ 0 w 428400"/>
                <a:gd name="textAreaRight" fmla="*/ 428760 w 428400"/>
                <a:gd name="textAreaTop" fmla="*/ 0 h 207720"/>
                <a:gd name="textAreaBottom" fmla="*/ 208080 h 207720"/>
                <a:gd name="GluePoint1X" fmla="*/ 146 w 0"/>
                <a:gd name="GluePoint1Y" fmla="*/ 48 h 0"/>
                <a:gd name="GluePoint2X" fmla="*/ 142 w 0"/>
                <a:gd name="GluePoint2Y" fmla="*/ 72 h 0"/>
                <a:gd name="GluePoint3X" fmla=""/>
                <a:gd name="GluePoint3Y" fmla="*/ 21 h 0"/>
                <a:gd name="GluePoint4X" fmla="*/ 12 w 0"/>
                <a:gd name="GluePoint4Y" fmla=""/>
                <a:gd name="GluePoint5X" fmla="*/ 146 w 0"/>
                <a:gd name="GluePoint5Y" fmla="*/ 48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46" h="72">
                  <a:moveTo>
                    <a:pt x="146" y="48"/>
                  </a:moveTo>
                  <a:cubicBezTo>
                    <a:pt x="142" y="72"/>
                    <a:pt x="142" y="72"/>
                    <a:pt x="142" y="72"/>
                  </a:cubicBezTo>
                  <a:cubicBezTo>
                    <a:pt x="91" y="63"/>
                    <a:pt x="43" y="45"/>
                    <a:pt x="0" y="2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3" y="23"/>
                    <a:pt x="98" y="40"/>
                    <a:pt x="146" y="48"/>
                  </a:cubicBezTo>
                  <a:close/>
                </a:path>
              </a:pathLst>
            </a:custGeom>
            <a:solidFill>
              <a:schemeClr val="bg1"/>
            </a:solidFill>
            <a:ln w="1588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4" name="Freeform 107" descr="© INSCALE GmbH, 26.05.2010&#10;http://www.presentationload.com/"/>
            <p:cNvSpPr/>
            <p:nvPr/>
          </p:nvSpPr>
          <p:spPr>
            <a:xfrm>
              <a:off x="4897080" y="2063880"/>
              <a:ext cx="423720" cy="217080"/>
            </a:xfrm>
            <a:custGeom>
              <a:avLst/>
              <a:gdLst>
                <a:gd name="textAreaLeft" fmla="*/ 0 w 423720"/>
                <a:gd name="textAreaRight" fmla="*/ 424080 w 423720"/>
                <a:gd name="textAreaTop" fmla="*/ 0 h 217080"/>
                <a:gd name="textAreaBottom" fmla="*/ 217440 h 217080"/>
                <a:gd name="GluePoint1X" fmla="*/ 143 w 0"/>
                <a:gd name="GluePoint1Y" fmla=""/>
                <a:gd name="GluePoint2X" fmla="*/ 147 w 0"/>
                <a:gd name="GluePoint2Y" fmla="*/ 23 h 0"/>
                <a:gd name="GluePoint3X" fmla="*/ 12 w 0"/>
                <a:gd name="GluePoint3Y" fmla="*/ 74 h 0"/>
                <a:gd name="GluePoint4X" fmla=""/>
                <a:gd name="GluePoint4Y" fmla="*/ 53 h 0"/>
                <a:gd name="GluePoint5X" fmla="*/ 143 w 0"/>
                <a:gd name="GluePoint5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47" h="74">
                  <a:moveTo>
                    <a:pt x="143" y="0"/>
                  </a:moveTo>
                  <a:cubicBezTo>
                    <a:pt x="147" y="23"/>
                    <a:pt x="147" y="23"/>
                    <a:pt x="147" y="23"/>
                  </a:cubicBezTo>
                  <a:cubicBezTo>
                    <a:pt x="99" y="32"/>
                    <a:pt x="53" y="50"/>
                    <a:pt x="12" y="74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44" y="28"/>
                    <a:pt x="92" y="9"/>
                    <a:pt x="143" y="0"/>
                  </a:cubicBezTo>
                  <a:close/>
                </a:path>
              </a:pathLst>
            </a:custGeom>
            <a:solidFill>
              <a:schemeClr val="bg1"/>
            </a:solidFill>
            <a:ln w="1588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5" name="Freeform 108" descr="© INSCALE GmbH, 26.05.2010&#10;http://www.presentationload.com/"/>
            <p:cNvSpPr/>
            <p:nvPr/>
          </p:nvSpPr>
          <p:spPr>
            <a:xfrm>
              <a:off x="4573080" y="4092120"/>
              <a:ext cx="374760" cy="321120"/>
            </a:xfrm>
            <a:custGeom>
              <a:avLst/>
              <a:gdLst>
                <a:gd name="textAreaLeft" fmla="*/ 0 w 374760"/>
                <a:gd name="textAreaRight" fmla="*/ 375120 w 374760"/>
                <a:gd name="textAreaTop" fmla="*/ 0 h 321120"/>
                <a:gd name="textAreaBottom" fmla="*/ 321480 h 321120"/>
                <a:gd name="GluePoint1X" fmla="*/ 128 w 0"/>
                <a:gd name="GluePoint1Y" fmla="*/ 91 h 0"/>
                <a:gd name="GluePoint2X" fmla="*/ 116 w 0"/>
                <a:gd name="GluePoint2Y" fmla="*/ 112 h 0"/>
                <a:gd name="GluePoint3X" fmla=""/>
                <a:gd name="GluePoint3Y" fmla="*/ 15 h 0"/>
                <a:gd name="GluePoint4X" fmla="*/ 18 w 0"/>
                <a:gd name="GluePoint4Y" fmla=""/>
                <a:gd name="GluePoint5X" fmla="*/ 128 w 0"/>
                <a:gd name="GluePoint5Y" fmla="*/ 91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8" h="112">
                  <a:moveTo>
                    <a:pt x="128" y="91"/>
                  </a:moveTo>
                  <a:cubicBezTo>
                    <a:pt x="116" y="112"/>
                    <a:pt x="116" y="112"/>
                    <a:pt x="116" y="112"/>
                  </a:cubicBezTo>
                  <a:cubicBezTo>
                    <a:pt x="72" y="86"/>
                    <a:pt x="33" y="54"/>
                    <a:pt x="0" y="1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49" y="36"/>
                    <a:pt x="86" y="67"/>
                    <a:pt x="128" y="91"/>
                  </a:cubicBezTo>
                  <a:close/>
                </a:path>
              </a:pathLst>
            </a:custGeom>
            <a:solidFill>
              <a:schemeClr val="bg1"/>
            </a:solidFill>
            <a:ln w="1588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6" name="Freeform 109" descr="© INSCALE GmbH, 26.05.2010&#10;http://www.presentationload.com/"/>
            <p:cNvSpPr/>
            <p:nvPr/>
          </p:nvSpPr>
          <p:spPr>
            <a:xfrm>
              <a:off x="5477400" y="3247920"/>
              <a:ext cx="144000" cy="78120"/>
            </a:xfrm>
            <a:custGeom>
              <a:avLst/>
              <a:gdLst>
                <a:gd name="textAreaLeft" fmla="*/ 0 w 144000"/>
                <a:gd name="textAreaRight" fmla="*/ 144360 w 144000"/>
                <a:gd name="textAreaTop" fmla="*/ 0 h 78120"/>
                <a:gd name="textAreaBottom" fmla="*/ 78480 h 78120"/>
                <a:gd name="GluePoint1X" fmla="*/ 49 w 0"/>
                <a:gd name="GluePoint1Y" fmla="*/ 26 h 0"/>
                <a:gd name="GluePoint2X" fmla="*/ 49 w 0"/>
                <a:gd name="GluePoint2Y" fmla="*/ 26 h 0"/>
                <a:gd name="GluePoint3X" fmla="*/ 25 w 0"/>
                <a:gd name="GluePoint3Y" fmla=""/>
                <a:gd name="GluePoint4X" fmla=""/>
                <a:gd name="GluePoint4Y" fmla="*/ 24 h 0"/>
                <a:gd name="GluePoint5X" fmla=""/>
                <a:gd name="GluePoint5Y" fmla="*/ 27 h 0"/>
                <a:gd name="GluePoint6X" fmla="*/ 2 w 0"/>
                <a:gd name="GluePoint6Y" fmla="*/ 27 h 0"/>
                <a:gd name="GluePoint7X" fmla="*/ 2 w 0"/>
                <a:gd name="GluePoint7Y" fmla="*/ 26 h 0"/>
                <a:gd name="GluePoint8X" fmla="*/ 2 w 0"/>
                <a:gd name="GluePoint8Y" fmla="*/ 24 h 0"/>
                <a:gd name="GluePoint9X" fmla="*/ 25 w 0"/>
                <a:gd name="GluePoint9Y" fmla="*/ 2 h 0"/>
                <a:gd name="GluePoint10X" fmla="*/ 48 w 0"/>
                <a:gd name="GluePoint10Y" fmla="*/ 26 h 0"/>
                <a:gd name="GluePoint11X" fmla="*/ 48 w 0"/>
                <a:gd name="GluePoint11Y" fmla="*/ 26 h 0"/>
                <a:gd name="GluePoint12X" fmla="*/ 49 w 0"/>
                <a:gd name="GluePoint12Y" fmla="*/ 26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0" h="27">
                  <a:moveTo>
                    <a:pt x="49" y="26"/>
                  </a:moveTo>
                  <a:cubicBezTo>
                    <a:pt x="49" y="26"/>
                    <a:pt x="49" y="26"/>
                    <a:pt x="49" y="26"/>
                  </a:cubicBezTo>
                  <a:cubicBezTo>
                    <a:pt x="50" y="12"/>
                    <a:pt x="39" y="1"/>
                    <a:pt x="25" y="1"/>
                  </a:cubicBezTo>
                  <a:cubicBezTo>
                    <a:pt x="12" y="0"/>
                    <a:pt x="1" y="11"/>
                    <a:pt x="0" y="24"/>
                  </a:cubicBezTo>
                  <a:cubicBezTo>
                    <a:pt x="0" y="25"/>
                    <a:pt x="0" y="26"/>
                    <a:pt x="0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2" y="26"/>
                    <a:pt x="2" y="25"/>
                    <a:pt x="2" y="24"/>
                  </a:cubicBezTo>
                  <a:cubicBezTo>
                    <a:pt x="2" y="12"/>
                    <a:pt x="13" y="2"/>
                    <a:pt x="25" y="2"/>
                  </a:cubicBezTo>
                  <a:cubicBezTo>
                    <a:pt x="38" y="3"/>
                    <a:pt x="48" y="13"/>
                    <a:pt x="48" y="26"/>
                  </a:cubicBezTo>
                  <a:cubicBezTo>
                    <a:pt x="48" y="26"/>
                    <a:pt x="48" y="26"/>
                    <a:pt x="48" y="26"/>
                  </a:cubicBezTo>
                  <a:lnTo>
                    <a:pt x="49" y="2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3480" bIns="3348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7" name="Freeform 110" descr="© INSCALE GmbH, 26.05.2010&#10;http://www.presentationload.com/"/>
            <p:cNvSpPr/>
            <p:nvPr/>
          </p:nvSpPr>
          <p:spPr>
            <a:xfrm>
              <a:off x="4556520" y="2218680"/>
              <a:ext cx="374760" cy="332640"/>
            </a:xfrm>
            <a:custGeom>
              <a:avLst/>
              <a:gdLst>
                <a:gd name="textAreaLeft" fmla="*/ 0 w 374760"/>
                <a:gd name="textAreaRight" fmla="*/ 375120 w 374760"/>
                <a:gd name="textAreaTop" fmla="*/ 0 h 332640"/>
                <a:gd name="textAreaBottom" fmla="*/ 333000 h 332640"/>
                <a:gd name="GluePoint1X" fmla="*/ 115 w 0"/>
                <a:gd name="GluePoint1Y" fmla=""/>
                <a:gd name="GluePoint2X" fmla="*/ 127 w 0"/>
                <a:gd name="GluePoint2Y" fmla="*/ 21 h 0"/>
                <a:gd name="GluePoint3X" fmla="*/ 18 w 0"/>
                <a:gd name="GluePoint3Y" fmla="*/ 115 h 0"/>
                <a:gd name="GluePoint4X" fmla=""/>
                <a:gd name="GluePoint4Y" fmla="*/ 99 h 0"/>
                <a:gd name="GluePoint5X" fmla="*/ 115 w 0"/>
                <a:gd name="GluePoint5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7" h="115">
                  <a:moveTo>
                    <a:pt x="115" y="0"/>
                  </a:moveTo>
                  <a:cubicBezTo>
                    <a:pt x="127" y="21"/>
                    <a:pt x="127" y="21"/>
                    <a:pt x="127" y="21"/>
                  </a:cubicBezTo>
                  <a:cubicBezTo>
                    <a:pt x="86" y="46"/>
                    <a:pt x="49" y="78"/>
                    <a:pt x="18" y="115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32" y="60"/>
                    <a:pt x="71" y="27"/>
                    <a:pt x="115" y="0"/>
                  </a:cubicBezTo>
                  <a:close/>
                </a:path>
              </a:pathLst>
            </a:custGeom>
            <a:solidFill>
              <a:schemeClr val="bg1"/>
            </a:solidFill>
            <a:ln w="1588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" name="Freeform 111" descr="© INSCALE GmbH, 26.05.2010&#10;http://www.presentationload.com/"/>
            <p:cNvSpPr/>
            <p:nvPr/>
          </p:nvSpPr>
          <p:spPr>
            <a:xfrm>
              <a:off x="4347000" y="3736080"/>
              <a:ext cx="276840" cy="397440"/>
            </a:xfrm>
            <a:custGeom>
              <a:avLst/>
              <a:gdLst>
                <a:gd name="textAreaLeft" fmla="*/ 0 w 276840"/>
                <a:gd name="textAreaRight" fmla="*/ 277200 w 276840"/>
                <a:gd name="textAreaTop" fmla="*/ 0 h 397440"/>
                <a:gd name="textAreaBottom" fmla="*/ 397800 h 397440"/>
                <a:gd name="GluePoint1X" fmla="*/ 95 w 0"/>
                <a:gd name="GluePoint1Y" fmla="*/ 123 h 0"/>
                <a:gd name="GluePoint2X" fmla="*/ 77 w 0"/>
                <a:gd name="GluePoint2Y" fmla="*/ 138 h 0"/>
                <a:gd name="GluePoint3X" fmla=""/>
                <a:gd name="GluePoint3Y" fmla="*/ 8 h 0"/>
                <a:gd name="GluePoint4X" fmla="*/ 23 w 0"/>
                <a:gd name="GluePoint4Y" fmla=""/>
                <a:gd name="GluePoint5X" fmla="*/ 95 w 0"/>
                <a:gd name="GluePoint5Y" fmla="*/ 123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5" h="138">
                  <a:moveTo>
                    <a:pt x="95" y="123"/>
                  </a:moveTo>
                  <a:cubicBezTo>
                    <a:pt x="77" y="138"/>
                    <a:pt x="77" y="138"/>
                    <a:pt x="77" y="138"/>
                  </a:cubicBezTo>
                  <a:cubicBezTo>
                    <a:pt x="44" y="100"/>
                    <a:pt x="18" y="56"/>
                    <a:pt x="0" y="8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40" y="45"/>
                    <a:pt x="65" y="87"/>
                    <a:pt x="95" y="123"/>
                  </a:cubicBezTo>
                  <a:close/>
                </a:path>
              </a:pathLst>
            </a:custGeom>
            <a:solidFill>
              <a:schemeClr val="bg1"/>
            </a:solidFill>
            <a:ln w="1588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" name="Freeform 112" descr="© INSCALE GmbH, 26.05.2010&#10;http://www.presentationload.com/"/>
            <p:cNvSpPr/>
            <p:nvPr/>
          </p:nvSpPr>
          <p:spPr>
            <a:xfrm>
              <a:off x="4342320" y="2505600"/>
              <a:ext cx="267840" cy="404280"/>
            </a:xfrm>
            <a:custGeom>
              <a:avLst/>
              <a:gdLst>
                <a:gd name="textAreaLeft" fmla="*/ 0 w 267840"/>
                <a:gd name="textAreaRight" fmla="*/ 268200 w 267840"/>
                <a:gd name="textAreaTop" fmla="*/ 0 h 404280"/>
                <a:gd name="textAreaBottom" fmla="*/ 404640 h 404280"/>
                <a:gd name="GluePoint1X" fmla="*/ 74 w 0"/>
                <a:gd name="GluePoint1Y" fmla=""/>
                <a:gd name="GluePoint2X" fmla="*/ 92 w 0"/>
                <a:gd name="GluePoint2Y" fmla="*/ 16 h 0"/>
                <a:gd name="GluePoint3X" fmla="*/ 22 w 0"/>
                <a:gd name="GluePoint3Y" fmla="*/ 140 h 0"/>
                <a:gd name="GluePoint4X" fmla=""/>
                <a:gd name="GluePoint4Y" fmla="*/ 132 h 0"/>
                <a:gd name="GluePoint5X" fmla="*/ 74 w 0"/>
                <a:gd name="GluePoint5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2" h="140">
                  <a:moveTo>
                    <a:pt x="74" y="0"/>
                  </a:moveTo>
                  <a:cubicBezTo>
                    <a:pt x="92" y="16"/>
                    <a:pt x="92" y="16"/>
                    <a:pt x="92" y="16"/>
                  </a:cubicBezTo>
                  <a:cubicBezTo>
                    <a:pt x="62" y="53"/>
                    <a:pt x="38" y="95"/>
                    <a:pt x="22" y="140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17" y="84"/>
                    <a:pt x="42" y="39"/>
                    <a:pt x="74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" name="Freeform 113" descr="© INSCALE GmbH, 26.05.2010&#10;http://www.presentationload.com/"/>
            <p:cNvSpPr/>
            <p:nvPr/>
          </p:nvSpPr>
          <p:spPr>
            <a:xfrm>
              <a:off x="4342320" y="2505600"/>
              <a:ext cx="267840" cy="404280"/>
            </a:xfrm>
            <a:custGeom>
              <a:avLst/>
              <a:gdLst>
                <a:gd name="textAreaLeft" fmla="*/ 0 w 267840"/>
                <a:gd name="textAreaRight" fmla="*/ 268200 w 267840"/>
                <a:gd name="textAreaTop" fmla="*/ 0 h 404280"/>
                <a:gd name="textAreaBottom" fmla="*/ 404640 h 404280"/>
                <a:gd name="GluePoint1X" fmla="*/ 74 w 0"/>
                <a:gd name="GluePoint1Y" fmla=""/>
                <a:gd name="GluePoint2X" fmla="*/ 92 w 0"/>
                <a:gd name="GluePoint2Y" fmla="*/ 16 h 0"/>
                <a:gd name="GluePoint3X" fmla="*/ 22 w 0"/>
                <a:gd name="GluePoint3Y" fmla="*/ 140 h 0"/>
                <a:gd name="GluePoint4X" fmla=""/>
                <a:gd name="GluePoint4Y" fmla="*/ 132 h 0"/>
                <a:gd name="GluePoint5X" fmla="*/ 74 w 0"/>
                <a:gd name="GluePoint5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2" h="140">
                  <a:moveTo>
                    <a:pt x="74" y="0"/>
                  </a:moveTo>
                  <a:cubicBezTo>
                    <a:pt x="92" y="16"/>
                    <a:pt x="92" y="16"/>
                    <a:pt x="92" y="16"/>
                  </a:cubicBezTo>
                  <a:cubicBezTo>
                    <a:pt x="62" y="53"/>
                    <a:pt x="38" y="95"/>
                    <a:pt x="22" y="140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17" y="84"/>
                    <a:pt x="42" y="39"/>
                    <a:pt x="74" y="0"/>
                  </a:cubicBezTo>
                  <a:close/>
                </a:path>
              </a:pathLst>
            </a:custGeom>
            <a:solidFill>
              <a:schemeClr val="bg1"/>
            </a:solidFill>
            <a:ln w="1588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1" name="Freeform 114" descr="© INSCALE GmbH, 26.05.2010&#10;http://www.presentationload.com/"/>
            <p:cNvSpPr/>
            <p:nvPr/>
          </p:nvSpPr>
          <p:spPr>
            <a:xfrm>
              <a:off x="4269960" y="3326400"/>
              <a:ext cx="146520" cy="432000"/>
            </a:xfrm>
            <a:custGeom>
              <a:avLst/>
              <a:gdLst>
                <a:gd name="textAreaLeft" fmla="*/ 0 w 146520"/>
                <a:gd name="textAreaRight" fmla="*/ 146880 w 146520"/>
                <a:gd name="textAreaTop" fmla="*/ 0 h 432000"/>
                <a:gd name="textAreaBottom" fmla="*/ 432360 h 432000"/>
                <a:gd name="GluePoint1X" fmla="*/ 50 w 0"/>
                <a:gd name="GluePoint1Y" fmla="*/ 141 h 0"/>
                <a:gd name="GluePoint2X" fmla="*/ 27 w 0"/>
                <a:gd name="GluePoint2Y" fmla="*/ 149 h 0"/>
                <a:gd name="GluePoint3X" fmla=""/>
                <a:gd name="GluePoint3Y" fmla=""/>
                <a:gd name="GluePoint4X" fmla="*/ 24 w 0"/>
                <a:gd name="GluePoint4Y" fmla=""/>
                <a:gd name="GluePoint5X" fmla="*/ 50 w 0"/>
                <a:gd name="GluePoint5Y" fmla="*/ 141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0" h="149">
                  <a:moveTo>
                    <a:pt x="50" y="141"/>
                  </a:moveTo>
                  <a:cubicBezTo>
                    <a:pt x="27" y="149"/>
                    <a:pt x="27" y="149"/>
                    <a:pt x="27" y="149"/>
                  </a:cubicBezTo>
                  <a:cubicBezTo>
                    <a:pt x="10" y="103"/>
                    <a:pt x="0" y="53"/>
                    <a:pt x="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50"/>
                    <a:pt x="33" y="97"/>
                    <a:pt x="50" y="141"/>
                  </a:cubicBezTo>
                  <a:close/>
                </a:path>
              </a:pathLst>
            </a:custGeom>
            <a:solidFill>
              <a:schemeClr val="bg1"/>
            </a:solidFill>
            <a:ln w="1588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2" name="Freeform 115" descr="© INSCALE GmbH, 26.05.2010&#10;http://www.presentationload.com/"/>
            <p:cNvSpPr/>
            <p:nvPr/>
          </p:nvSpPr>
          <p:spPr>
            <a:xfrm>
              <a:off x="4269960" y="2889360"/>
              <a:ext cx="135000" cy="436680"/>
            </a:xfrm>
            <a:custGeom>
              <a:avLst/>
              <a:gdLst>
                <a:gd name="textAreaLeft" fmla="*/ 0 w 135000"/>
                <a:gd name="textAreaRight" fmla="*/ 135360 w 135000"/>
                <a:gd name="textAreaTop" fmla="*/ 0 h 436680"/>
                <a:gd name="textAreaBottom" fmla="*/ 437040 h 436680"/>
                <a:gd name="GluePoint1X" fmla="*/ 25 w 0"/>
                <a:gd name="GluePoint1Y" fmla=""/>
                <a:gd name="GluePoint2X" fmla="*/ 47 w 0"/>
                <a:gd name="GluePoint2Y" fmla="*/ 8 h 0"/>
                <a:gd name="GluePoint3X" fmla="*/ 24 w 0"/>
                <a:gd name="GluePoint3Y" fmla="*/ 146 h 0"/>
                <a:gd name="GluePoint4X" fmla="*/ 24 w 0"/>
                <a:gd name="GluePoint4Y" fmla="*/ 151 h 0"/>
                <a:gd name="GluePoint5X" fmla=""/>
                <a:gd name="GluePoint5Y" fmla="*/ 151 h 0"/>
                <a:gd name="GluePoint6X" fmla=""/>
                <a:gd name="GluePoint6Y" fmla="*/ 146 h 0"/>
                <a:gd name="GluePoint7X" fmla="*/ 25 w 0"/>
                <a:gd name="GluePoint7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47" h="151">
                  <a:moveTo>
                    <a:pt x="25" y="0"/>
                  </a:moveTo>
                  <a:cubicBezTo>
                    <a:pt x="47" y="8"/>
                    <a:pt x="47" y="8"/>
                    <a:pt x="47" y="8"/>
                  </a:cubicBezTo>
                  <a:cubicBezTo>
                    <a:pt x="32" y="52"/>
                    <a:pt x="24" y="98"/>
                    <a:pt x="24" y="146"/>
                  </a:cubicBezTo>
                  <a:cubicBezTo>
                    <a:pt x="24" y="148"/>
                    <a:pt x="24" y="150"/>
                    <a:pt x="24" y="151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0"/>
                    <a:pt x="0" y="148"/>
                    <a:pt x="0" y="146"/>
                  </a:cubicBezTo>
                  <a:cubicBezTo>
                    <a:pt x="0" y="95"/>
                    <a:pt x="8" y="46"/>
                    <a:pt x="25" y="0"/>
                  </a:cubicBezTo>
                  <a:close/>
                </a:path>
              </a:pathLst>
            </a:custGeom>
            <a:solidFill>
              <a:schemeClr val="bg1"/>
            </a:solidFill>
            <a:ln w="1588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3" name="Freeform 116" descr="© INSCALE GmbH, 26.05.2010&#10;http://www.presentationload.com/"/>
            <p:cNvSpPr/>
            <p:nvPr/>
          </p:nvSpPr>
          <p:spPr>
            <a:xfrm>
              <a:off x="5465520" y="1506600"/>
              <a:ext cx="176760" cy="186840"/>
            </a:xfrm>
            <a:custGeom>
              <a:avLst/>
              <a:gdLst>
                <a:gd name="textAreaLeft" fmla="*/ 0 w 176760"/>
                <a:gd name="textAreaRight" fmla="*/ 177120 w 176760"/>
                <a:gd name="textAreaTop" fmla="*/ 0 h 186840"/>
                <a:gd name="textAreaBottom" fmla="*/ 187200 h 186840"/>
                <a:gd name="GluePoint1X" fmla="*/ 24 w 0"/>
                <a:gd name="GluePoint1Y" fmla=""/>
                <a:gd name="GluePoint2X" fmla="*/ 49 w 0"/>
                <a:gd name="GluePoint2Y" fmla="*/ 37 h 0"/>
                <a:gd name="GluePoint3X" fmla="*/ 49 w 0"/>
                <a:gd name="GluePoint3Y" fmla="*/ 10 h 0"/>
                <a:gd name="GluePoint4X" fmla="*/ 48 w 0"/>
                <a:gd name="GluePoint4Y" fmla="*/ 5 h 0"/>
                <a:gd name="GluePoint5X" fmla="*/ 44 w 0"/>
                <a:gd name="GluePoint5Y" fmla="*/ 3 h 0"/>
                <a:gd name="GluePoint6X" fmla="*/ 41 w 0"/>
                <a:gd name="GluePoint6Y" fmla="*/ 3 h 0"/>
                <a:gd name="GluePoint7X" fmla="*/ 41 w 0"/>
                <a:gd name="GluePoint7Y" fmla=""/>
                <a:gd name="GluePoint8X" fmla="*/ 60 w 0"/>
                <a:gd name="GluePoint8Y" fmla=""/>
                <a:gd name="GluePoint9X" fmla="*/ 60 w 0"/>
                <a:gd name="GluePoint9Y" fmla="*/ 3 h 0"/>
                <a:gd name="GluePoint10X" fmla="*/ 57 w 0"/>
                <a:gd name="GluePoint10Y" fmla="*/ 3 h 0"/>
                <a:gd name="GluePoint11X" fmla="*/ 53 w 0"/>
                <a:gd name="GluePoint11Y" fmla="*/ 5 h 0"/>
                <a:gd name="GluePoint12X" fmla="*/ 52 w 0"/>
                <a:gd name="GluePoint12Y" fmla="*/ 9 h 0"/>
                <a:gd name="GluePoint13X" fmla="*/ 52 w 0"/>
                <a:gd name="GluePoint13Y" fmla="*/ 64 h 0"/>
                <a:gd name="GluePoint14X" fmla="*/ 49 w 0"/>
                <a:gd name="GluePoint14Y" fmla="*/ 64 h 0"/>
                <a:gd name="GluePoint15X" fmla="*/ 12 w 0"/>
                <a:gd name="GluePoint15Y" fmla="*/ 9 h 0"/>
                <a:gd name="GluePoint16X" fmla="*/ 12 w 0"/>
                <a:gd name="GluePoint16Y" fmla="*/ 54 h 0"/>
                <a:gd name="GluePoint17X" fmla="*/ 12 w 0"/>
                <a:gd name="GluePoint17Y" fmla="*/ 59 h 0"/>
                <a:gd name="GluePoint18X" fmla="*/ 17 w 0"/>
                <a:gd name="GluePoint18Y" fmla="*/ 60 h 0"/>
                <a:gd name="GluePoint19X" fmla="*/ 20 w 0"/>
                <a:gd name="GluePoint19Y" fmla="*/ 60 h 0"/>
                <a:gd name="GluePoint20X" fmla="*/ 20 w 0"/>
                <a:gd name="GluePoint20Y" fmla="*/ 63 h 0"/>
                <a:gd name="GluePoint21X" fmla=""/>
                <a:gd name="GluePoint21Y" fmla="*/ 63 h 0"/>
                <a:gd name="GluePoint22X" fmla=""/>
                <a:gd name="GluePoint22Y" fmla="*/ 60 h 0"/>
                <a:gd name="GluePoint23X" fmla="*/ 3 w 0"/>
                <a:gd name="GluePoint23Y" fmla="*/ 60 h 0"/>
                <a:gd name="GluePoint24X" fmla="*/ 8 w 0"/>
                <a:gd name="GluePoint24Y" fmla="*/ 59 h 0"/>
                <a:gd name="GluePoint25X" fmla="*/ 8 w 0"/>
                <a:gd name="GluePoint25Y" fmla="*/ 52 h 0"/>
                <a:gd name="GluePoint26X" fmla="*/ 8 w 0"/>
                <a:gd name="GluePoint26Y" fmla="*/ 9 h 0"/>
                <a:gd name="GluePoint27X" fmla="*/ 8 w 0"/>
                <a:gd name="GluePoint27Y" fmla="*/ 4 h 0"/>
                <a:gd name="GluePoint28X" fmla="*/ 4 w 0"/>
                <a:gd name="GluePoint28Y" fmla="*/ 3 h 0"/>
                <a:gd name="GluePoint29X" fmla=""/>
                <a:gd name="GluePoint29Y" fmla="*/ 3 h 0"/>
                <a:gd name="GluePoint30X" fmla=""/>
                <a:gd name="GluePoint30Y" fmla=""/>
                <a:gd name="GluePoint31X" fmla="*/ 24 w 0"/>
                <a:gd name="GluePoint31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60" h="64">
                  <a:moveTo>
                    <a:pt x="24" y="0"/>
                  </a:moveTo>
                  <a:cubicBezTo>
                    <a:pt x="49" y="37"/>
                    <a:pt x="49" y="37"/>
                    <a:pt x="49" y="37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7"/>
                    <a:pt x="49" y="6"/>
                    <a:pt x="48" y="5"/>
                  </a:cubicBezTo>
                  <a:cubicBezTo>
                    <a:pt x="47" y="4"/>
                    <a:pt x="46" y="3"/>
                    <a:pt x="44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5" y="3"/>
                    <a:pt x="54" y="4"/>
                    <a:pt x="53" y="5"/>
                  </a:cubicBezTo>
                  <a:cubicBezTo>
                    <a:pt x="52" y="5"/>
                    <a:pt x="52" y="7"/>
                    <a:pt x="52" y="9"/>
                  </a:cubicBezTo>
                  <a:cubicBezTo>
                    <a:pt x="52" y="64"/>
                    <a:pt x="52" y="64"/>
                    <a:pt x="52" y="64"/>
                  </a:cubicBezTo>
                  <a:cubicBezTo>
                    <a:pt x="49" y="64"/>
                    <a:pt x="49" y="64"/>
                    <a:pt x="49" y="64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57"/>
                    <a:pt x="12" y="58"/>
                    <a:pt x="12" y="59"/>
                  </a:cubicBezTo>
                  <a:cubicBezTo>
                    <a:pt x="13" y="60"/>
                    <a:pt x="14" y="60"/>
                    <a:pt x="17" y="60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0" y="63"/>
                    <a:pt x="20" y="63"/>
                    <a:pt x="20" y="63"/>
                  </a:cubicBezTo>
                  <a:cubicBezTo>
                    <a:pt x="1" y="63"/>
                    <a:pt x="1" y="63"/>
                    <a:pt x="1" y="63"/>
                  </a:cubicBezTo>
                  <a:cubicBezTo>
                    <a:pt x="1" y="60"/>
                    <a:pt x="1" y="60"/>
                    <a:pt x="1" y="60"/>
                  </a:cubicBezTo>
                  <a:cubicBezTo>
                    <a:pt x="3" y="60"/>
                    <a:pt x="3" y="60"/>
                    <a:pt x="3" y="60"/>
                  </a:cubicBezTo>
                  <a:cubicBezTo>
                    <a:pt x="6" y="60"/>
                    <a:pt x="7" y="60"/>
                    <a:pt x="8" y="59"/>
                  </a:cubicBezTo>
                  <a:cubicBezTo>
                    <a:pt x="8" y="58"/>
                    <a:pt x="8" y="56"/>
                    <a:pt x="8" y="52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6"/>
                    <a:pt x="8" y="5"/>
                    <a:pt x="8" y="4"/>
                  </a:cubicBezTo>
                  <a:cubicBezTo>
                    <a:pt x="7" y="4"/>
                    <a:pt x="6" y="3"/>
                    <a:pt x="4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Freeform 117" descr="© INSCALE GmbH, 26.05.2010&#10;http://www.presentationload.com/"/>
            <p:cNvSpPr/>
            <p:nvPr/>
          </p:nvSpPr>
          <p:spPr>
            <a:xfrm>
              <a:off x="5502960" y="4922280"/>
              <a:ext cx="118440" cy="186840"/>
            </a:xfrm>
            <a:custGeom>
              <a:avLst/>
              <a:gdLst>
                <a:gd name="textAreaLeft" fmla="*/ 0 w 118440"/>
                <a:gd name="textAreaRight" fmla="*/ 118800 w 118440"/>
                <a:gd name="textAreaTop" fmla="*/ 0 h 186840"/>
                <a:gd name="textAreaBottom" fmla="*/ 187200 h 186840"/>
                <a:gd name="GluePoint1X" fmla="*/ 4 w 0"/>
                <a:gd name="GluePoint1Y" fmla="*/ 64 h 0"/>
                <a:gd name="GluePoint2X" fmla="*/ 3 w 0"/>
                <a:gd name="GluePoint2Y" fmla="*/ 47 h 0"/>
                <a:gd name="GluePoint3X" fmla="*/ 7 w 0"/>
                <a:gd name="GluePoint3Y" fmla="*/ 47 h 0"/>
                <a:gd name="GluePoint4X" fmla="*/ 14 w 0"/>
                <a:gd name="GluePoint4Y" fmla="*/ 59 h 0"/>
                <a:gd name="GluePoint5X" fmla="*/ 23 w 0"/>
                <a:gd name="GluePoint5Y" fmla="*/ 62 h 0"/>
                <a:gd name="GluePoint6X" fmla="*/ 30 w 0"/>
                <a:gd name="GluePoint6Y" fmla="*/ 59 h 0"/>
                <a:gd name="GluePoint7X" fmla="*/ 33 w 0"/>
                <a:gd name="GluePoint7Y" fmla="*/ 52 h 0"/>
                <a:gd name="GluePoint8X" fmla="*/ 30 w 0"/>
                <a:gd name="GluePoint8Y" fmla="*/ 46 h 0"/>
                <a:gd name="GluePoint9X" fmla="*/ 19 w 0"/>
                <a:gd name="GluePoint9Y" fmla="*/ 43 h 0"/>
                <a:gd name="GluePoint10X" fmla="*/ 4 w 0"/>
                <a:gd name="GluePoint10Y" fmla="*/ 35 h 0"/>
                <a:gd name="GluePoint11X" fmla=""/>
                <a:gd name="GluePoint11Y" fmla="*/ 23 h 0"/>
                <a:gd name="GluePoint12X" fmla="*/ 5 w 0"/>
                <a:gd name="GluePoint12Y" fmla="*/ 7 h 0"/>
                <a:gd name="GluePoint13X" fmla="*/ 20 w 0"/>
                <a:gd name="GluePoint13Y" fmla=""/>
                <a:gd name="GluePoint14X" fmla="*/ 32 w 0"/>
                <a:gd name="GluePoint14Y" fmla="*/ 5 h 0"/>
                <a:gd name="GluePoint15X" fmla="*/ 37 w 0"/>
                <a:gd name="GluePoint15Y" fmla=""/>
                <a:gd name="GluePoint16X" fmla="*/ 40 w 0"/>
                <a:gd name="GluePoint16Y" fmla=""/>
                <a:gd name="GluePoint17X" fmla="*/ 40 w 0"/>
                <a:gd name="GluePoint17Y" fmla="*/ 19 h 0"/>
                <a:gd name="GluePoint18X" fmla="*/ 36 w 0"/>
                <a:gd name="GluePoint18Y" fmla="*/ 19 h 0"/>
                <a:gd name="GluePoint19X" fmla="*/ 20 w 0"/>
                <a:gd name="GluePoint19Y" fmla="*/ 3 h 0"/>
                <a:gd name="GluePoint20X" fmla="*/ 10 w 0"/>
                <a:gd name="GluePoint20Y" fmla="*/ 7 h 0"/>
                <a:gd name="GluePoint21X" fmla="*/ 7 w 0"/>
                <a:gd name="GluePoint21Y" fmla="*/ 15 h 0"/>
                <a:gd name="GluePoint22X" fmla="*/ 9 w 0"/>
                <a:gd name="GluePoint22Y" fmla="*/ 20 h 0"/>
                <a:gd name="GluePoint23X" fmla="*/ 12 w 0"/>
                <a:gd name="GluePoint23Y" fmla="*/ 23 h 0"/>
                <a:gd name="GluePoint24X" fmla="*/ 23 w 0"/>
                <a:gd name="GluePoint24Y" fmla="*/ 26 h 0"/>
                <a:gd name="GluePoint25X" fmla="*/ 36 w 0"/>
                <a:gd name="GluePoint25Y" fmla="*/ 33 h 0"/>
                <a:gd name="GluePoint26X" fmla="*/ 40 w 0"/>
                <a:gd name="GluePoint26Y" fmla="*/ 46 h 0"/>
                <a:gd name="GluePoint27X" fmla="*/ 35 w 0"/>
                <a:gd name="GluePoint27Y" fmla="*/ 59 h 0"/>
                <a:gd name="GluePoint28X" fmla="*/ 22 w 0"/>
                <a:gd name="GluePoint28Y" fmla="*/ 65 h 0"/>
                <a:gd name="GluePoint29X" fmla="*/ 11 w 0"/>
                <a:gd name="GluePoint29Y" fmla="*/ 61 h 0"/>
                <a:gd name="GluePoint30X" fmla="*/ 7 w 0"/>
                <a:gd name="GluePoint30Y" fmla="*/ 64 h 0"/>
                <a:gd name="GluePoint31X" fmla="*/ 4 w 0"/>
                <a:gd name="GluePoint31Y" fmla="*/ 64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40" h="65">
                  <a:moveTo>
                    <a:pt x="4" y="64"/>
                  </a:moveTo>
                  <a:cubicBezTo>
                    <a:pt x="3" y="47"/>
                    <a:pt x="3" y="47"/>
                    <a:pt x="3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9" y="53"/>
                    <a:pt x="11" y="56"/>
                    <a:pt x="14" y="59"/>
                  </a:cubicBezTo>
                  <a:cubicBezTo>
                    <a:pt x="16" y="61"/>
                    <a:pt x="19" y="62"/>
                    <a:pt x="23" y="62"/>
                  </a:cubicBezTo>
                  <a:cubicBezTo>
                    <a:pt x="26" y="62"/>
                    <a:pt x="28" y="61"/>
                    <a:pt x="30" y="59"/>
                  </a:cubicBezTo>
                  <a:cubicBezTo>
                    <a:pt x="32" y="57"/>
                    <a:pt x="33" y="55"/>
                    <a:pt x="33" y="52"/>
                  </a:cubicBezTo>
                  <a:cubicBezTo>
                    <a:pt x="33" y="49"/>
                    <a:pt x="32" y="47"/>
                    <a:pt x="30" y="46"/>
                  </a:cubicBezTo>
                  <a:cubicBezTo>
                    <a:pt x="28" y="45"/>
                    <a:pt x="24" y="44"/>
                    <a:pt x="19" y="43"/>
                  </a:cubicBezTo>
                  <a:cubicBezTo>
                    <a:pt x="12" y="41"/>
                    <a:pt x="7" y="39"/>
                    <a:pt x="4" y="35"/>
                  </a:cubicBezTo>
                  <a:cubicBezTo>
                    <a:pt x="1" y="32"/>
                    <a:pt x="0" y="28"/>
                    <a:pt x="0" y="23"/>
                  </a:cubicBezTo>
                  <a:cubicBezTo>
                    <a:pt x="0" y="17"/>
                    <a:pt x="2" y="11"/>
                    <a:pt x="5" y="7"/>
                  </a:cubicBezTo>
                  <a:cubicBezTo>
                    <a:pt x="9" y="3"/>
                    <a:pt x="14" y="0"/>
                    <a:pt x="20" y="0"/>
                  </a:cubicBezTo>
                  <a:cubicBezTo>
                    <a:pt x="24" y="0"/>
                    <a:pt x="28" y="2"/>
                    <a:pt x="32" y="5"/>
                  </a:cubicBezTo>
                  <a:cubicBezTo>
                    <a:pt x="34" y="3"/>
                    <a:pt x="35" y="2"/>
                    <a:pt x="37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3" y="9"/>
                    <a:pt x="28" y="3"/>
                    <a:pt x="20" y="3"/>
                  </a:cubicBezTo>
                  <a:cubicBezTo>
                    <a:pt x="16" y="3"/>
                    <a:pt x="13" y="5"/>
                    <a:pt x="10" y="7"/>
                  </a:cubicBezTo>
                  <a:cubicBezTo>
                    <a:pt x="8" y="10"/>
                    <a:pt x="7" y="12"/>
                    <a:pt x="7" y="15"/>
                  </a:cubicBezTo>
                  <a:cubicBezTo>
                    <a:pt x="7" y="17"/>
                    <a:pt x="8" y="19"/>
                    <a:pt x="9" y="20"/>
                  </a:cubicBezTo>
                  <a:cubicBezTo>
                    <a:pt x="10" y="21"/>
                    <a:pt x="11" y="23"/>
                    <a:pt x="12" y="23"/>
                  </a:cubicBezTo>
                  <a:cubicBezTo>
                    <a:pt x="13" y="24"/>
                    <a:pt x="17" y="25"/>
                    <a:pt x="23" y="26"/>
                  </a:cubicBezTo>
                  <a:cubicBezTo>
                    <a:pt x="29" y="28"/>
                    <a:pt x="33" y="30"/>
                    <a:pt x="36" y="33"/>
                  </a:cubicBezTo>
                  <a:cubicBezTo>
                    <a:pt x="39" y="37"/>
                    <a:pt x="40" y="41"/>
                    <a:pt x="40" y="46"/>
                  </a:cubicBezTo>
                  <a:cubicBezTo>
                    <a:pt x="40" y="51"/>
                    <a:pt x="38" y="56"/>
                    <a:pt x="35" y="59"/>
                  </a:cubicBezTo>
                  <a:cubicBezTo>
                    <a:pt x="32" y="63"/>
                    <a:pt x="27" y="65"/>
                    <a:pt x="22" y="65"/>
                  </a:cubicBezTo>
                  <a:cubicBezTo>
                    <a:pt x="19" y="65"/>
                    <a:pt x="15" y="64"/>
                    <a:pt x="11" y="61"/>
                  </a:cubicBezTo>
                  <a:cubicBezTo>
                    <a:pt x="10" y="62"/>
                    <a:pt x="8" y="63"/>
                    <a:pt x="7" y="64"/>
                  </a:cubicBezTo>
                  <a:lnTo>
                    <a:pt x="4" y="64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Freeform 118" descr="© INSCALE GmbH, 26.05.2010&#10;http://www.presentationload.com/"/>
            <p:cNvSpPr/>
            <p:nvPr/>
          </p:nvSpPr>
          <p:spPr>
            <a:xfrm>
              <a:off x="3740760" y="3201840"/>
              <a:ext cx="188280" cy="263160"/>
            </a:xfrm>
            <a:custGeom>
              <a:avLst/>
              <a:gdLst>
                <a:gd name="textAreaLeft" fmla="*/ 0 w 188280"/>
                <a:gd name="textAreaRight" fmla="*/ 188640 w 188280"/>
                <a:gd name="textAreaTop" fmla="*/ 0 h 263160"/>
                <a:gd name="textAreaBottom" fmla="*/ 263520 h 263160"/>
                <a:gd name="GluePoint1X" fmla="*/ 20 w 0"/>
                <a:gd name="GluePoint1Y" fmla="*/ 35 h 0"/>
                <a:gd name="GluePoint2X" fmla="*/ 44 w 0"/>
                <a:gd name="GluePoint2Y" fmla="*/ 26 h 0"/>
                <a:gd name="GluePoint3X" fmla="*/ 10 w 0"/>
                <a:gd name="GluePoint3Y" fmla="*/ 12 h 0"/>
                <a:gd name="GluePoint4X" fmla="*/ 8 w 0"/>
                <a:gd name="GluePoint4Y" fmla="*/ 11 h 0"/>
                <a:gd name="GluePoint5X" fmla="*/ 5 w 0"/>
                <a:gd name="GluePoint5Y" fmla="*/ 11 h 0"/>
                <a:gd name="GluePoint6X" fmla="*/ 3 w 0"/>
                <a:gd name="GluePoint6Y" fmla="*/ 14 h 0"/>
                <a:gd name="GluePoint7X" fmla="*/ 3 w 0"/>
                <a:gd name="GluePoint7Y" fmla="*/ 17 h 0"/>
                <a:gd name="GluePoint8X" fmla=""/>
                <a:gd name="GluePoint8Y" fmla="*/ 17 h 0"/>
                <a:gd name="GluePoint9X" fmla=""/>
                <a:gd name="GluePoint9Y" fmla=""/>
                <a:gd name="GluePoint10X" fmla="*/ 3 w 0"/>
                <a:gd name="GluePoint10Y" fmla=""/>
                <a:gd name="GluePoint11X" fmla="*/ 3 w 0"/>
                <a:gd name="GluePoint11Y" fmla=""/>
                <a:gd name="GluePoint12X" fmla="*/ 4 w 0"/>
                <a:gd name="GluePoint12Y" fmla="*/ 6 h 0"/>
                <a:gd name="GluePoint13X" fmla="*/ 9 w 0"/>
                <a:gd name="GluePoint13Y" fmla="*/ 8 h 0"/>
                <a:gd name="GluePoint14X" fmla="*/ 64 w 0"/>
                <a:gd name="GluePoint14Y" fmla="*/ 30 h 0"/>
                <a:gd name="GluePoint15X" fmla="*/ 64 w 0"/>
                <a:gd name="GluePoint15Y" fmla="*/ 33 h 0"/>
                <a:gd name="GluePoint16X" fmla="*/ 38 w 0"/>
                <a:gd name="GluePoint16Y" fmla="*/ 44 h 0"/>
                <a:gd name="GluePoint17X" fmla="*/ 64 w 0"/>
                <a:gd name="GluePoint17Y" fmla="*/ 57 h 0"/>
                <a:gd name="GluePoint18X" fmla="*/ 64 w 0"/>
                <a:gd name="GluePoint18Y" fmla="*/ 60 h 0"/>
                <a:gd name="GluePoint19X" fmla="*/ 3 w 0"/>
                <a:gd name="GluePoint19Y" fmla="*/ 84 h 0"/>
                <a:gd name="GluePoint20X" fmla="*/ 3 w 0"/>
                <a:gd name="GluePoint20Y" fmla="*/ 91 h 0"/>
                <a:gd name="GluePoint21X" fmla=""/>
                <a:gd name="GluePoint21Y" fmla="*/ 91 h 0"/>
                <a:gd name="GluePoint22X" fmla=""/>
                <a:gd name="GluePoint22Y" fmla="*/ 21 h 0"/>
                <a:gd name="GluePoint23X" fmla="*/ 3 w 0"/>
                <a:gd name="GluePoint23Y" fmla="*/ 21 h 0"/>
                <a:gd name="GluePoint24X" fmla="*/ 3 w 0"/>
                <a:gd name="GluePoint24Y" fmla="*/ 23 h 0"/>
                <a:gd name="GluePoint25X" fmla="*/ 4 w 0"/>
                <a:gd name="GluePoint25Y" fmla="*/ 27 h 0"/>
                <a:gd name="GluePoint26X" fmla="*/ 8 w 0"/>
                <a:gd name="GluePoint26Y" fmla="*/ 30 h 0"/>
                <a:gd name="GluePoint27X" fmla="*/ 20 w 0"/>
                <a:gd name="GluePoint27Y" fmla="*/ 35 h 0"/>
                <a:gd name="GluePoint28X" fmla="*/ 3 w 0"/>
                <a:gd name="GluePoint28Y" fmla="*/ 42 h 0"/>
                <a:gd name="GluePoint29X" fmla="*/ 16 w 0"/>
                <a:gd name="GluePoint29Y" fmla="*/ 37 h 0"/>
                <a:gd name="GluePoint30X" fmla="*/ 8 w 0"/>
                <a:gd name="GluePoint30Y" fmla="*/ 33 h 0"/>
                <a:gd name="GluePoint31X" fmla="*/ 5 w 0"/>
                <a:gd name="GluePoint31Y" fmla="*/ 32 h 0"/>
                <a:gd name="GluePoint32X" fmla="*/ 3 w 0"/>
                <a:gd name="GluePoint32Y" fmla="*/ 35 h 0"/>
                <a:gd name="GluePoint33X" fmla="*/ 3 w 0"/>
                <a:gd name="GluePoint33Y" fmla="*/ 42 h 0"/>
                <a:gd name="GluePoint34X" fmla="*/ 3 w 0"/>
                <a:gd name="GluePoint34Y" fmla="*/ 69 h 0"/>
                <a:gd name="GluePoint35X" fmla="*/ 46 w 0"/>
                <a:gd name="GluePoint35Y" fmla="*/ 51 h 0"/>
                <a:gd name="GluePoint36X" fmla="*/ 34 w 0"/>
                <a:gd name="GluePoint36Y" fmla="*/ 45 h 0"/>
                <a:gd name="GluePoint37X" fmla="*/ 3 w 0"/>
                <a:gd name="GluePoint37Y" fmla="*/ 58 h 0"/>
                <a:gd name="GluePoint38X" fmla="*/ 3 w 0"/>
                <a:gd name="GluePoint38Y" fmla="*/ 69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</a:cxnLst>
              <a:rect l="textAreaLeft" t="textAreaTop" r="textAreaRight" b="textAreaBottom"/>
              <a:pathLst>
                <a:path w="64" h="91">
                  <a:moveTo>
                    <a:pt x="20" y="35"/>
                  </a:moveTo>
                  <a:cubicBezTo>
                    <a:pt x="44" y="26"/>
                    <a:pt x="44" y="26"/>
                    <a:pt x="44" y="26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9" y="12"/>
                    <a:pt x="8" y="11"/>
                  </a:cubicBezTo>
                  <a:cubicBezTo>
                    <a:pt x="7" y="11"/>
                    <a:pt x="6" y="11"/>
                    <a:pt x="5" y="11"/>
                  </a:cubicBezTo>
                  <a:cubicBezTo>
                    <a:pt x="4" y="11"/>
                    <a:pt x="3" y="12"/>
                    <a:pt x="3" y="14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4"/>
                    <a:pt x="3" y="5"/>
                    <a:pt x="4" y="6"/>
                  </a:cubicBezTo>
                  <a:cubicBezTo>
                    <a:pt x="4" y="6"/>
                    <a:pt x="6" y="7"/>
                    <a:pt x="9" y="8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64" y="57"/>
                    <a:pt x="64" y="57"/>
                    <a:pt x="64" y="5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3" y="84"/>
                    <a:pt x="3" y="84"/>
                    <a:pt x="3" y="84"/>
                  </a:cubicBezTo>
                  <a:cubicBezTo>
                    <a:pt x="3" y="91"/>
                    <a:pt x="3" y="91"/>
                    <a:pt x="3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5"/>
                    <a:pt x="3" y="26"/>
                    <a:pt x="4" y="27"/>
                  </a:cubicBezTo>
                  <a:cubicBezTo>
                    <a:pt x="4" y="28"/>
                    <a:pt x="6" y="29"/>
                    <a:pt x="8" y="30"/>
                  </a:cubicBezTo>
                  <a:lnTo>
                    <a:pt x="20" y="35"/>
                  </a:lnTo>
                  <a:close/>
                  <a:moveTo>
                    <a:pt x="3" y="42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6" y="32"/>
                    <a:pt x="6" y="32"/>
                    <a:pt x="5" y="32"/>
                  </a:cubicBezTo>
                  <a:cubicBezTo>
                    <a:pt x="4" y="32"/>
                    <a:pt x="3" y="33"/>
                    <a:pt x="3" y="35"/>
                  </a:cubicBezTo>
                  <a:lnTo>
                    <a:pt x="3" y="42"/>
                  </a:lnTo>
                  <a:close/>
                  <a:moveTo>
                    <a:pt x="3" y="69"/>
                  </a:moveTo>
                  <a:cubicBezTo>
                    <a:pt x="46" y="51"/>
                    <a:pt x="46" y="51"/>
                    <a:pt x="46" y="51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" y="58"/>
                    <a:pt x="3" y="58"/>
                    <a:pt x="3" y="58"/>
                  </a:cubicBezTo>
                  <a:lnTo>
                    <a:pt x="3" y="69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6" name="Freeform 119" descr="© INSCALE GmbH, 26.05.2010&#10;http://www.presentationload.com/"/>
            <p:cNvSpPr/>
            <p:nvPr/>
          </p:nvSpPr>
          <p:spPr>
            <a:xfrm>
              <a:off x="7190640" y="3252600"/>
              <a:ext cx="183600" cy="161640"/>
            </a:xfrm>
            <a:custGeom>
              <a:avLst/>
              <a:gdLst>
                <a:gd name="textAreaLeft" fmla="*/ 0 w 183600"/>
                <a:gd name="textAreaRight" fmla="*/ 183960 w 183600"/>
                <a:gd name="textAreaTop" fmla="*/ 0 h 161640"/>
                <a:gd name="textAreaBottom" fmla="*/ 162000 h 161640"/>
                <a:gd name="GluePoint1X" fmla="*/ 60 w 0"/>
                <a:gd name="GluePoint1Y" fmla="*/ 23 h 0"/>
                <a:gd name="GluePoint2X" fmla="*/ 33 w 0"/>
                <a:gd name="GluePoint2Y" fmla="*/ 23 h 0"/>
                <a:gd name="GluePoint3X" fmla="*/ 33 w 0"/>
                <a:gd name="GluePoint3Y" fmla="*/ 25 h 0"/>
                <a:gd name="GluePoint4X" fmla="*/ 44 w 0"/>
                <a:gd name="GluePoint4Y" fmla="*/ 37 h 0"/>
                <a:gd name="GluePoint5X" fmla="*/ 44 w 0"/>
                <a:gd name="GluePoint5Y" fmla="*/ 40 h 0"/>
                <a:gd name="GluePoint6X" fmla="*/ 18 w 0"/>
                <a:gd name="GluePoint6Y" fmla="*/ 40 h 0"/>
                <a:gd name="GluePoint7X" fmla="*/ 18 w 0"/>
                <a:gd name="GluePoint7Y" fmla="*/ 37 h 0"/>
                <a:gd name="GluePoint8X" fmla="*/ 30 w 0"/>
                <a:gd name="GluePoint8Y" fmla="*/ 25 h 0"/>
                <a:gd name="GluePoint9X" fmla="*/ 30 w 0"/>
                <a:gd name="GluePoint9Y" fmla="*/ 23 h 0"/>
                <a:gd name="GluePoint10X" fmla="*/ 3 w 0"/>
                <a:gd name="GluePoint10Y" fmla="*/ 23 h 0"/>
                <a:gd name="GluePoint11X" fmla="*/ 3 w 0"/>
                <a:gd name="GluePoint11Y" fmla="*/ 34 h 0"/>
                <a:gd name="GluePoint12X" fmla="*/ 20 w 0"/>
                <a:gd name="GluePoint12Y" fmla="*/ 53 h 0"/>
                <a:gd name="GluePoint13X" fmla="*/ 20 w 0"/>
                <a:gd name="GluePoint13Y" fmla="*/ 56 h 0"/>
                <a:gd name="GluePoint14X" fmla=""/>
                <a:gd name="GluePoint14Y" fmla="*/ 55 h 0"/>
                <a:gd name="GluePoint15X" fmla=""/>
                <a:gd name="GluePoint15Y" fmla=""/>
                <a:gd name="GluePoint16X" fmla="*/ 3 w 0"/>
                <a:gd name="GluePoint16Y" fmla=""/>
                <a:gd name="GluePoint17X" fmla="*/ 3 w 0"/>
                <a:gd name="GluePoint17Y" fmla="*/ 8 h 0"/>
                <a:gd name="GluePoint18X" fmla="*/ 60 w 0"/>
                <a:gd name="GluePoint18Y" fmla="*/ 8 h 0"/>
                <a:gd name="GluePoint19X" fmla="*/ 60 w 0"/>
                <a:gd name="GluePoint19Y" fmla=""/>
                <a:gd name="GluePoint20X" fmla="*/ 63 w 0"/>
                <a:gd name="GluePoint20Y" fmla=""/>
                <a:gd name="GluePoint21X" fmla="*/ 63 w 0"/>
                <a:gd name="GluePoint21Y" fmla="*/ 53 h 0"/>
                <a:gd name="GluePoint22X" fmla="*/ 45 w 0"/>
                <a:gd name="GluePoint22Y" fmla="*/ 54 h 0"/>
                <a:gd name="GluePoint23X" fmla="*/ 45 w 0"/>
                <a:gd name="GluePoint23Y" fmla="*/ 51 h 0"/>
                <a:gd name="GluePoint24X" fmla="*/ 57 w 0"/>
                <a:gd name="GluePoint24Y" fmla="*/ 43 h 0"/>
                <a:gd name="GluePoint25X" fmla="*/ 60 w 0"/>
                <a:gd name="GluePoint25Y" fmla="*/ 32 h 0"/>
                <a:gd name="GluePoint26X" fmla="*/ 60 w 0"/>
                <a:gd name="GluePoint26Y" fmla="*/ 23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</a:cxnLst>
              <a:rect l="textAreaLeft" t="textAreaTop" r="textAreaRight" b="textAreaBottom"/>
              <a:pathLst>
                <a:path w="63" h="56">
                  <a:moveTo>
                    <a:pt x="60" y="23"/>
                  </a:move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32"/>
                    <a:pt x="37" y="36"/>
                    <a:pt x="44" y="37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26" y="36"/>
                    <a:pt x="30" y="32"/>
                    <a:pt x="30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3" y="44"/>
                    <a:pt x="9" y="50"/>
                    <a:pt x="20" y="53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53"/>
                    <a:pt x="63" y="53"/>
                    <a:pt x="63" y="53"/>
                  </a:cubicBezTo>
                  <a:cubicBezTo>
                    <a:pt x="45" y="54"/>
                    <a:pt x="45" y="54"/>
                    <a:pt x="45" y="54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51" y="49"/>
                    <a:pt x="55" y="46"/>
                    <a:pt x="57" y="43"/>
                  </a:cubicBezTo>
                  <a:cubicBezTo>
                    <a:pt x="59" y="40"/>
                    <a:pt x="60" y="36"/>
                    <a:pt x="60" y="32"/>
                  </a:cubicBezTo>
                  <a:lnTo>
                    <a:pt x="60" y="23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7" name="Freeform 120" descr="© INSCALE GmbH, 26.05.2010&#10;http://www.presentationload.com/"/>
            <p:cNvSpPr/>
            <p:nvPr/>
          </p:nvSpPr>
          <p:spPr>
            <a:xfrm>
              <a:off x="6512040" y="2269800"/>
              <a:ext cx="146520" cy="140760"/>
            </a:xfrm>
            <a:custGeom>
              <a:avLst/>
              <a:gdLst>
                <a:gd name="textAreaLeft" fmla="*/ 0 w 146520"/>
                <a:gd name="textAreaRight" fmla="*/ 146880 w 146520"/>
                <a:gd name="textAreaTop" fmla="*/ 0 h 140760"/>
                <a:gd name="textAreaBottom" fmla="*/ 141120 h 140760"/>
                <a:gd name="GluePoint1X" fmla="*/ 37 w 0"/>
                <a:gd name="GluePoint1Y" fmla="*/ 11 h 0"/>
                <a:gd name="GluePoint2X" fmla="*/ 30 w 0"/>
                <a:gd name="GluePoint2Y" fmla="*/ 36 h 0"/>
                <a:gd name="GluePoint3X" fmla="*/ 42 w 0"/>
                <a:gd name="GluePoint3Y" fmla="*/ 26 h 0"/>
                <a:gd name="GluePoint4X" fmla="*/ 44 w 0"/>
                <a:gd name="GluePoint4Y" fmla="*/ 23 h 0"/>
                <a:gd name="GluePoint5X" fmla="*/ 43 w 0"/>
                <a:gd name="GluePoint5Y" fmla="*/ 21 h 0"/>
                <a:gd name="GluePoint6X" fmla="*/ 42 w 0"/>
                <a:gd name="GluePoint6Y" fmla="*/ 20 h 0"/>
                <a:gd name="GluePoint7X" fmla="*/ 43 w 0"/>
                <a:gd name="GluePoint7Y" fmla="*/ 18 h 0"/>
                <a:gd name="GluePoint8X" fmla="*/ 50 w 0"/>
                <a:gd name="GluePoint8Y" fmla="*/ 27 h 0"/>
                <a:gd name="GluePoint9X" fmla="*/ 49 w 0"/>
                <a:gd name="GluePoint9Y" fmla="*/ 28 h 0"/>
                <a:gd name="GluePoint10X" fmla="*/ 48 w 0"/>
                <a:gd name="GluePoint10Y" fmla="*/ 27 h 0"/>
                <a:gd name="GluePoint11X" fmla="*/ 46 w 0"/>
                <a:gd name="GluePoint11Y" fmla="*/ 26 h 0"/>
                <a:gd name="GluePoint12X" fmla="*/ 44 w 0"/>
                <a:gd name="GluePoint12Y" fmla="*/ 27 h 0"/>
                <a:gd name="GluePoint13X" fmla="*/ 19 w 0"/>
                <a:gd name="GluePoint13Y" fmla="*/ 48 h 0"/>
                <a:gd name="GluePoint14X" fmla="*/ 18 w 0"/>
                <a:gd name="GluePoint14Y" fmla="*/ 46 h 0"/>
                <a:gd name="GluePoint15X" fmla="*/ 29 w 0"/>
                <a:gd name="GluePoint15Y" fmla="*/ 9 h 0"/>
                <a:gd name="GluePoint16X" fmla="*/ 8 w 0"/>
                <a:gd name="GluePoint16Y" fmla="*/ 26 h 0"/>
                <a:gd name="GluePoint17X" fmla="*/ 6 w 0"/>
                <a:gd name="GluePoint17Y" fmla="*/ 28 h 0"/>
                <a:gd name="GluePoint18X" fmla="*/ 8 w 0"/>
                <a:gd name="GluePoint18Y" fmla="*/ 30 h 0"/>
                <a:gd name="GluePoint19X" fmla="*/ 9 w 0"/>
                <a:gd name="GluePoint19Y" fmla="*/ 32 h 0"/>
                <a:gd name="GluePoint20X" fmla="*/ 8 w 0"/>
                <a:gd name="GluePoint20Y" fmla="*/ 33 h 0"/>
                <a:gd name="GluePoint21X" fmla=""/>
                <a:gd name="GluePoint21Y" fmla="*/ 24 h 0"/>
                <a:gd name="GluePoint22X" fmla=""/>
                <a:gd name="GluePoint22Y" fmla="*/ 23 h 0"/>
                <a:gd name="GluePoint23X" fmla="*/ 2 w 0"/>
                <a:gd name="GluePoint23Y" fmla="*/ 24 h 0"/>
                <a:gd name="GluePoint24X" fmla="*/ 5 w 0"/>
                <a:gd name="GluePoint24Y" fmla="*/ 26 h 0"/>
                <a:gd name="GluePoint25X" fmla="*/ 8 w 0"/>
                <a:gd name="GluePoint25Y" fmla="*/ 23 h 0"/>
                <a:gd name="GluePoint26X" fmla="*/ 27 w 0"/>
                <a:gd name="GluePoint26Y" fmla="*/ 7 h 0"/>
                <a:gd name="GluePoint27X" fmla="*/ 29 w 0"/>
                <a:gd name="GluePoint27Y" fmla="*/ 5 h 0"/>
                <a:gd name="GluePoint28X" fmla="*/ 28 w 0"/>
                <a:gd name="GluePoint28Y" fmla="*/ 3 h 0"/>
                <a:gd name="GluePoint29X" fmla="*/ 27 w 0"/>
                <a:gd name="GluePoint29Y" fmla="*/ 2 h 0"/>
                <a:gd name="GluePoint30X" fmla="*/ 28 w 0"/>
                <a:gd name="GluePoint30Y" fmla=""/>
                <a:gd name="GluePoint31X" fmla="*/ 37 w 0"/>
                <a:gd name="GluePoint31Y" fmla="*/ 11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50" h="48">
                  <a:moveTo>
                    <a:pt x="37" y="11"/>
                  </a:moveTo>
                  <a:cubicBezTo>
                    <a:pt x="30" y="36"/>
                    <a:pt x="30" y="36"/>
                    <a:pt x="30" y="36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5"/>
                    <a:pt x="44" y="24"/>
                    <a:pt x="44" y="23"/>
                  </a:cubicBezTo>
                  <a:cubicBezTo>
                    <a:pt x="44" y="23"/>
                    <a:pt x="44" y="22"/>
                    <a:pt x="43" y="21"/>
                  </a:cubicBezTo>
                  <a:cubicBezTo>
                    <a:pt x="42" y="20"/>
                    <a:pt x="42" y="20"/>
                    <a:pt x="42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6"/>
                    <a:pt x="47" y="26"/>
                    <a:pt x="46" y="26"/>
                  </a:cubicBezTo>
                  <a:cubicBezTo>
                    <a:pt x="45" y="26"/>
                    <a:pt x="45" y="26"/>
                    <a:pt x="44" y="27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7" y="27"/>
                    <a:pt x="6" y="27"/>
                    <a:pt x="6" y="28"/>
                  </a:cubicBezTo>
                  <a:cubicBezTo>
                    <a:pt x="6" y="28"/>
                    <a:pt x="7" y="29"/>
                    <a:pt x="8" y="30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3" y="25"/>
                    <a:pt x="4" y="26"/>
                    <a:pt x="5" y="26"/>
                  </a:cubicBezTo>
                  <a:cubicBezTo>
                    <a:pt x="5" y="26"/>
                    <a:pt x="6" y="25"/>
                    <a:pt x="8" y="23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8" y="6"/>
                    <a:pt x="29" y="6"/>
                    <a:pt x="29" y="5"/>
                  </a:cubicBezTo>
                  <a:cubicBezTo>
                    <a:pt x="29" y="5"/>
                    <a:pt x="29" y="4"/>
                    <a:pt x="28" y="3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8" y="0"/>
                    <a:pt x="28" y="0"/>
                    <a:pt x="28" y="0"/>
                  </a:cubicBezTo>
                  <a:lnTo>
                    <a:pt x="37" y="11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8" name="Freeform 121" descr="© INSCALE GmbH, 26.05.2010&#10;http://www.presentationload.com/"/>
            <p:cNvSpPr/>
            <p:nvPr/>
          </p:nvSpPr>
          <p:spPr>
            <a:xfrm>
              <a:off x="6579720" y="2355120"/>
              <a:ext cx="141840" cy="13824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138240"/>
                <a:gd name="textAreaBottom" fmla="*/ 138600 h 138240"/>
                <a:gd name="GluePoint1X" fmla="*/ 35 w 0"/>
                <a:gd name="GluePoint1Y" fmla="*/ 11 h 0"/>
                <a:gd name="GluePoint2X" fmla="*/ 23 w 0"/>
                <a:gd name="GluePoint2Y" fmla="*/ 21 h 0"/>
                <a:gd name="GluePoint3X" fmla="*/ 24 w 0"/>
                <a:gd name="GluePoint3Y" fmla="*/ 22 h 0"/>
                <a:gd name="GluePoint4X" fmla="*/ 33 w 0"/>
                <a:gd name="GluePoint4Y" fmla="*/ 23 h 0"/>
                <a:gd name="GluePoint5X" fmla="*/ 34 w 0"/>
                <a:gd name="GluePoint5Y" fmla="*/ 24 h 0"/>
                <a:gd name="GluePoint6X" fmla="*/ 23 w 0"/>
                <a:gd name="GluePoint6Y" fmla="*/ 34 h 0"/>
                <a:gd name="GluePoint7X" fmla="*/ 22 w 0"/>
                <a:gd name="GluePoint7Y" fmla="*/ 33 h 0"/>
                <a:gd name="GluePoint8X" fmla="*/ 23 w 0"/>
                <a:gd name="GluePoint8Y" fmla="*/ 23 h 0"/>
                <a:gd name="GluePoint9X" fmla="*/ 22 w 0"/>
                <a:gd name="GluePoint9Y" fmla="*/ 22 h 0"/>
                <a:gd name="GluePoint10X" fmla="*/ 10 w 0"/>
                <a:gd name="GluePoint10Y" fmla="*/ 33 h 0"/>
                <a:gd name="GluePoint11X" fmla="*/ 14 w 0"/>
                <a:gd name="GluePoint11Y" fmla="*/ 37 h 0"/>
                <a:gd name="GluePoint12X" fmla="*/ 29 w 0"/>
                <a:gd name="GluePoint12Y" fmla="*/ 39 h 0"/>
                <a:gd name="GluePoint13X" fmla="*/ 30 w 0"/>
                <a:gd name="GluePoint13Y" fmla="*/ 41 h 0"/>
                <a:gd name="GluePoint14X" fmla="*/ 20 w 0"/>
                <a:gd name="GluePoint14Y" fmla="*/ 48 h 0"/>
                <a:gd name="GluePoint15X" fmla=""/>
                <a:gd name="GluePoint15Y" fmla="*/ 23 h 0"/>
                <a:gd name="GluePoint16X" fmla=""/>
                <a:gd name="GluePoint16Y" fmla="*/ 22 h 0"/>
                <a:gd name="GluePoint17X" fmla="*/ 4 w 0"/>
                <a:gd name="GluePoint17Y" fmla="*/ 26 h 0"/>
                <a:gd name="GluePoint18X" fmla="*/ 29 w 0"/>
                <a:gd name="GluePoint18Y" fmla="*/ 4 h 0"/>
                <a:gd name="GluePoint19X" fmla="*/ 26 w 0"/>
                <a:gd name="GluePoint19Y" fmla=""/>
                <a:gd name="GluePoint20X" fmla="*/ 28 w 0"/>
                <a:gd name="GluePoint20Y" fmla=""/>
                <a:gd name="GluePoint21X" fmla="*/ 48 w 0"/>
                <a:gd name="GluePoint21Y" fmla="*/ 23 h 0"/>
                <a:gd name="GluePoint22X" fmla="*/ 40 w 0"/>
                <a:gd name="GluePoint22Y" fmla="*/ 30 h 0"/>
                <a:gd name="GluePoint23X" fmla="*/ 39 w 0"/>
                <a:gd name="GluePoint23Y" fmla="*/ 29 h 0"/>
                <a:gd name="GluePoint24X" fmla="*/ 41 w 0"/>
                <a:gd name="GluePoint24Y" fmla="*/ 21 h 0"/>
                <a:gd name="GluePoint25X" fmla="*/ 38 w 0"/>
                <a:gd name="GluePoint25Y" fmla="*/ 15 h 0"/>
                <a:gd name="GluePoint26X" fmla="*/ 35 w 0"/>
                <a:gd name="GluePoint26Y" fmla="*/ 11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</a:cxnLst>
              <a:rect l="textAreaLeft" t="textAreaTop" r="textAreaRight" b="textAreaBottom"/>
              <a:pathLst>
                <a:path w="48" h="48">
                  <a:moveTo>
                    <a:pt x="35" y="11"/>
                  </a:moveTo>
                  <a:cubicBezTo>
                    <a:pt x="23" y="21"/>
                    <a:pt x="23" y="21"/>
                    <a:pt x="23" y="21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7" y="25"/>
                    <a:pt x="30" y="25"/>
                    <a:pt x="33" y="23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5" y="30"/>
                    <a:pt x="25" y="26"/>
                    <a:pt x="23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7" y="42"/>
                    <a:pt x="22" y="42"/>
                    <a:pt x="29" y="39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1" y="26"/>
                    <a:pt x="42" y="23"/>
                    <a:pt x="41" y="21"/>
                  </a:cubicBezTo>
                  <a:cubicBezTo>
                    <a:pt x="41" y="19"/>
                    <a:pt x="40" y="17"/>
                    <a:pt x="38" y="15"/>
                  </a:cubicBezTo>
                  <a:lnTo>
                    <a:pt x="35" y="11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9" name="Freeform 122" descr="© INSCALE GmbH, 26.05.2010&#10;http://www.presentationload.com/"/>
            <p:cNvSpPr/>
            <p:nvPr/>
          </p:nvSpPr>
          <p:spPr>
            <a:xfrm>
              <a:off x="6631200" y="4138200"/>
              <a:ext cx="104400" cy="11988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119880"/>
                <a:gd name="textAreaBottom" fmla="*/ 120240 h 119880"/>
                <a:gd name="GluePoint1X" fmla="*/ 24 w 0"/>
                <a:gd name="GluePoint1Y" fmla="*/ 41 h 0"/>
                <a:gd name="GluePoint2X" fmla="*/ 16 w 0"/>
                <a:gd name="GluePoint2Y" fmla="*/ 34 h 0"/>
                <a:gd name="GluePoint3X" fmla="*/ 18 w 0"/>
                <a:gd name="GluePoint3Y" fmla="*/ 33 h 0"/>
                <a:gd name="GluePoint4X" fmla="*/ 26 w 0"/>
                <a:gd name="GluePoint4Y" fmla="*/ 34 h 0"/>
                <a:gd name="GluePoint5X" fmla="*/ 31 w 0"/>
                <a:gd name="GluePoint5Y" fmla="*/ 32 h 0"/>
                <a:gd name="GluePoint6X" fmla="*/ 32 w 0"/>
                <a:gd name="GluePoint6Y" fmla="*/ 27 h 0"/>
                <a:gd name="GluePoint7X" fmla="*/ 31 w 0"/>
                <a:gd name="GluePoint7Y" fmla="*/ 23 h 0"/>
                <a:gd name="GluePoint8X" fmla="*/ 27 w 0"/>
                <a:gd name="GluePoint8Y" fmla="*/ 22 h 0"/>
                <a:gd name="GluePoint9X" fmla="*/ 21 w 0"/>
                <a:gd name="GluePoint9Y" fmla="*/ 26 h 0"/>
                <a:gd name="GluePoint10X" fmla="*/ 12 w 0"/>
                <a:gd name="GluePoint10Y" fmla="*/ 29 h 0"/>
                <a:gd name="GluePoint11X" fmla="*/ 5 w 0"/>
                <a:gd name="GluePoint11Y" fmla="*/ 26 h 0"/>
                <a:gd name="GluePoint12X" fmla=""/>
                <a:gd name="GluePoint12Y" fmla="*/ 17 h 0"/>
                <a:gd name="GluePoint13X" fmla="*/ 3 w 0"/>
                <a:gd name="GluePoint13Y" fmla="*/ 9 h 0"/>
                <a:gd name="GluePoint14X" fmla="*/ 10 w 0"/>
                <a:gd name="GluePoint14Y" fmla="*/ 5 h 0"/>
                <a:gd name="GluePoint15X" fmla="*/ 10 w 0"/>
                <a:gd name="GluePoint15Y" fmla=""/>
                <a:gd name="GluePoint16X" fmla="*/ 11 w 0"/>
                <a:gd name="GluePoint16Y" fmla=""/>
                <a:gd name="GluePoint17X" fmla="*/ 19 w 0"/>
                <a:gd name="GluePoint17Y" fmla="*/ 7 h 0"/>
                <a:gd name="GluePoint18X" fmla="*/ 18 w 0"/>
                <a:gd name="GluePoint18Y" fmla="*/ 9 h 0"/>
                <a:gd name="GluePoint19X" fmla="*/ 5 w 0"/>
                <a:gd name="GluePoint19Y" fmla="*/ 10 h 0"/>
                <a:gd name="GluePoint20X" fmla="*/ 2 w 0"/>
                <a:gd name="GluePoint20Y" fmla="*/ 15 h 0"/>
                <a:gd name="GluePoint21X" fmla="*/ 5 w 0"/>
                <a:gd name="GluePoint21Y" fmla="*/ 20 h 0"/>
                <a:gd name="GluePoint22X" fmla="*/ 7 w 0"/>
                <a:gd name="GluePoint22Y" fmla="*/ 21 h 0"/>
                <a:gd name="GluePoint23X" fmla="*/ 10 w 0"/>
                <a:gd name="GluePoint23Y" fmla="*/ 21 h 0"/>
                <a:gd name="GluePoint24X" fmla="*/ 15 w 0"/>
                <a:gd name="GluePoint24Y" fmla="*/ 18 h 0"/>
                <a:gd name="GluePoint25X" fmla="*/ 24 w 0"/>
                <a:gd name="GluePoint25Y" fmla="*/ 15 h 0"/>
                <a:gd name="GluePoint26X" fmla="*/ 31 w 0"/>
                <a:gd name="GluePoint26Y" fmla="*/ 18 h 0"/>
                <a:gd name="GluePoint27X" fmla="*/ 34 w 0"/>
                <a:gd name="GluePoint27Y" fmla="*/ 25 h 0"/>
                <a:gd name="GluePoint28X" fmla="*/ 32 w 0"/>
                <a:gd name="GluePoint28Y" fmla="*/ 33 h 0"/>
                <a:gd name="GluePoint29X" fmla="*/ 25 w 0"/>
                <a:gd name="GluePoint29Y" fmla="*/ 36 h 0"/>
                <a:gd name="GluePoint30X" fmla="*/ 25 w 0"/>
                <a:gd name="GluePoint30Y" fmla="*/ 39 h 0"/>
                <a:gd name="GluePoint31X" fmla="*/ 24 w 0"/>
                <a:gd name="GluePoint31Y" fmla="*/ 41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35" h="41">
                  <a:moveTo>
                    <a:pt x="24" y="41"/>
                  </a:moveTo>
                  <a:cubicBezTo>
                    <a:pt x="16" y="34"/>
                    <a:pt x="16" y="34"/>
                    <a:pt x="16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21" y="34"/>
                    <a:pt x="24" y="35"/>
                    <a:pt x="26" y="34"/>
                  </a:cubicBezTo>
                  <a:cubicBezTo>
                    <a:pt x="28" y="34"/>
                    <a:pt x="29" y="33"/>
                    <a:pt x="31" y="32"/>
                  </a:cubicBezTo>
                  <a:cubicBezTo>
                    <a:pt x="32" y="30"/>
                    <a:pt x="32" y="29"/>
                    <a:pt x="32" y="27"/>
                  </a:cubicBezTo>
                  <a:cubicBezTo>
                    <a:pt x="32" y="26"/>
                    <a:pt x="32" y="24"/>
                    <a:pt x="31" y="23"/>
                  </a:cubicBezTo>
                  <a:cubicBezTo>
                    <a:pt x="29" y="22"/>
                    <a:pt x="28" y="22"/>
                    <a:pt x="27" y="22"/>
                  </a:cubicBezTo>
                  <a:cubicBezTo>
                    <a:pt x="25" y="23"/>
                    <a:pt x="24" y="24"/>
                    <a:pt x="21" y="26"/>
                  </a:cubicBezTo>
                  <a:cubicBezTo>
                    <a:pt x="17" y="28"/>
                    <a:pt x="14" y="29"/>
                    <a:pt x="12" y="29"/>
                  </a:cubicBezTo>
                  <a:cubicBezTo>
                    <a:pt x="9" y="29"/>
                    <a:pt x="7" y="28"/>
                    <a:pt x="5" y="26"/>
                  </a:cubicBezTo>
                  <a:cubicBezTo>
                    <a:pt x="2" y="23"/>
                    <a:pt x="1" y="21"/>
                    <a:pt x="0" y="17"/>
                  </a:cubicBezTo>
                  <a:cubicBezTo>
                    <a:pt x="0" y="14"/>
                    <a:pt x="1" y="11"/>
                    <a:pt x="3" y="9"/>
                  </a:cubicBezTo>
                  <a:cubicBezTo>
                    <a:pt x="5" y="7"/>
                    <a:pt x="7" y="6"/>
                    <a:pt x="10" y="5"/>
                  </a:cubicBezTo>
                  <a:cubicBezTo>
                    <a:pt x="10" y="4"/>
                    <a:pt x="10" y="3"/>
                    <a:pt x="10" y="1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2" y="6"/>
                    <a:pt x="8" y="6"/>
                    <a:pt x="5" y="10"/>
                  </a:cubicBezTo>
                  <a:cubicBezTo>
                    <a:pt x="3" y="11"/>
                    <a:pt x="2" y="13"/>
                    <a:pt x="2" y="15"/>
                  </a:cubicBezTo>
                  <a:cubicBezTo>
                    <a:pt x="2" y="17"/>
                    <a:pt x="3" y="19"/>
                    <a:pt x="5" y="20"/>
                  </a:cubicBezTo>
                  <a:cubicBezTo>
                    <a:pt x="5" y="21"/>
                    <a:pt x="6" y="21"/>
                    <a:pt x="7" y="21"/>
                  </a:cubicBezTo>
                  <a:cubicBezTo>
                    <a:pt x="8" y="21"/>
                    <a:pt x="9" y="21"/>
                    <a:pt x="10" y="21"/>
                  </a:cubicBezTo>
                  <a:cubicBezTo>
                    <a:pt x="11" y="21"/>
                    <a:pt x="13" y="20"/>
                    <a:pt x="15" y="18"/>
                  </a:cubicBezTo>
                  <a:cubicBezTo>
                    <a:pt x="18" y="16"/>
                    <a:pt x="21" y="15"/>
                    <a:pt x="24" y="15"/>
                  </a:cubicBezTo>
                  <a:cubicBezTo>
                    <a:pt x="26" y="15"/>
                    <a:pt x="28" y="16"/>
                    <a:pt x="31" y="18"/>
                  </a:cubicBezTo>
                  <a:cubicBezTo>
                    <a:pt x="33" y="20"/>
                    <a:pt x="34" y="23"/>
                    <a:pt x="34" y="25"/>
                  </a:cubicBezTo>
                  <a:cubicBezTo>
                    <a:pt x="35" y="28"/>
                    <a:pt x="34" y="31"/>
                    <a:pt x="32" y="33"/>
                  </a:cubicBezTo>
                  <a:cubicBezTo>
                    <a:pt x="30" y="35"/>
                    <a:pt x="28" y="36"/>
                    <a:pt x="25" y="36"/>
                  </a:cubicBezTo>
                  <a:cubicBezTo>
                    <a:pt x="25" y="37"/>
                    <a:pt x="25" y="38"/>
                    <a:pt x="25" y="39"/>
                  </a:cubicBezTo>
                  <a:lnTo>
                    <a:pt x="24" y="41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0" name="Freeform 123" descr="© INSCALE GmbH, 26.05.2010&#10;http://www.presentationload.com/"/>
            <p:cNvSpPr/>
            <p:nvPr/>
          </p:nvSpPr>
          <p:spPr>
            <a:xfrm>
              <a:off x="6549480" y="4200840"/>
              <a:ext cx="139320" cy="133920"/>
            </a:xfrm>
            <a:custGeom>
              <a:avLst/>
              <a:gdLst>
                <a:gd name="textAreaLeft" fmla="*/ 0 w 139320"/>
                <a:gd name="textAreaRight" fmla="*/ 139680 w 139320"/>
                <a:gd name="textAreaTop" fmla="*/ 0 h 133920"/>
                <a:gd name="textAreaBottom" fmla="*/ 134280 h 133920"/>
                <a:gd name="GluePoint1X" fmla="*/ 38 w 0"/>
                <a:gd name="GluePoint1Y" fmla="*/ 34 h 0"/>
                <a:gd name="GluePoint2X" fmla="*/ 26 w 0"/>
                <a:gd name="GluePoint2Y" fmla="*/ 23 h 0"/>
                <a:gd name="GluePoint3X" fmla="*/ 25 w 0"/>
                <a:gd name="GluePoint3Y" fmla="*/ 24 h 0"/>
                <a:gd name="GluePoint4X" fmla="*/ 26 w 0"/>
                <a:gd name="GluePoint4Y" fmla="*/ 33 h 0"/>
                <a:gd name="GluePoint5X" fmla="*/ 24 w 0"/>
                <a:gd name="GluePoint5Y" fmla="*/ 35 h 0"/>
                <a:gd name="GluePoint6X" fmla="*/ 13 w 0"/>
                <a:gd name="GluePoint6Y" fmla="*/ 24 h 0"/>
                <a:gd name="GluePoint7X" fmla="*/ 15 w 0"/>
                <a:gd name="GluePoint7Y" fmla="*/ 23 h 0"/>
                <a:gd name="GluePoint8X" fmla="*/ 24 w 0"/>
                <a:gd name="GluePoint8Y" fmla="*/ 23 h 0"/>
                <a:gd name="GluePoint9X" fmla="*/ 25 w 0"/>
                <a:gd name="GluePoint9Y" fmla="*/ 22 h 0"/>
                <a:gd name="GluePoint10X" fmla="*/ 13 w 0"/>
                <a:gd name="GluePoint10Y" fmla="*/ 11 h 0"/>
                <a:gd name="GluePoint11X" fmla="*/ 9 w 0"/>
                <a:gd name="GluePoint11Y" fmla="*/ 16 h 0"/>
                <a:gd name="GluePoint12X" fmla="*/ 9 w 0"/>
                <a:gd name="GluePoint12Y" fmla="*/ 31 h 0"/>
                <a:gd name="GluePoint13X" fmla="*/ 8 w 0"/>
                <a:gd name="GluePoint13Y" fmla="*/ 32 h 0"/>
                <a:gd name="GluePoint14X" fmla=""/>
                <a:gd name="GluePoint14Y" fmla="*/ 23 h 0"/>
                <a:gd name="GluePoint15X" fmla="*/ 21 w 0"/>
                <a:gd name="GluePoint15Y" fmla=""/>
                <a:gd name="GluePoint16X" fmla="*/ 23 w 0"/>
                <a:gd name="GluePoint16Y" fmla=""/>
                <a:gd name="GluePoint17X" fmla="*/ 19 w 0"/>
                <a:gd name="GluePoint17Y" fmla="*/ 5 h 0"/>
                <a:gd name="GluePoint18X" fmla="*/ 44 w 0"/>
                <a:gd name="GluePoint18Y" fmla="*/ 27 h 0"/>
                <a:gd name="GluePoint19X" fmla="*/ 47 w 0"/>
                <a:gd name="GluePoint19Y" fmla="*/ 24 h 0"/>
                <a:gd name="GluePoint20X" fmla="*/ 48 w 0"/>
                <a:gd name="GluePoint20Y" fmla="*/ 25 h 0"/>
                <a:gd name="GluePoint21X" fmla="*/ 27 w 0"/>
                <a:gd name="GluePoint21Y" fmla="*/ 47 h 0"/>
                <a:gd name="GluePoint22X" fmla="*/ 19 w 0"/>
                <a:gd name="GluePoint22Y" fmla="*/ 41 h 0"/>
                <a:gd name="GluePoint23X" fmla="*/ 21 w 0"/>
                <a:gd name="GluePoint23Y" fmla="*/ 40 h 0"/>
                <a:gd name="GluePoint24X" fmla="*/ 29 w 0"/>
                <a:gd name="GluePoint24Y" fmla="*/ 41 h 0"/>
                <a:gd name="GluePoint25X" fmla="*/ 34 w 0"/>
                <a:gd name="GluePoint25Y" fmla="*/ 37 h 0"/>
                <a:gd name="GluePoint26X" fmla="*/ 38 w 0"/>
                <a:gd name="GluePoint26Y" fmla="*/ 34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</a:cxnLst>
              <a:rect l="textAreaLeft" t="textAreaTop" r="textAreaRight" b="textAreaBottom"/>
              <a:pathLst>
                <a:path w="48" h="47">
                  <a:moveTo>
                    <a:pt x="38" y="34"/>
                  </a:moveTo>
                  <a:cubicBezTo>
                    <a:pt x="26" y="23"/>
                    <a:pt x="26" y="23"/>
                    <a:pt x="26" y="23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3" y="27"/>
                    <a:pt x="23" y="30"/>
                    <a:pt x="26" y="33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8" y="26"/>
                    <a:pt x="21" y="26"/>
                    <a:pt x="24" y="23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5" y="20"/>
                    <a:pt x="5" y="25"/>
                    <a:pt x="9" y="31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4" y="41"/>
                    <a:pt x="27" y="42"/>
                    <a:pt x="29" y="41"/>
                  </a:cubicBezTo>
                  <a:cubicBezTo>
                    <a:pt x="31" y="41"/>
                    <a:pt x="32" y="39"/>
                    <a:pt x="34" y="37"/>
                  </a:cubicBezTo>
                  <a:lnTo>
                    <a:pt x="38" y="34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1" name="Freeform 124" descr="© INSCALE GmbH, 26.05.2010&#10;http://www.presentationload.com/"/>
            <p:cNvSpPr/>
            <p:nvPr/>
          </p:nvSpPr>
          <p:spPr>
            <a:xfrm>
              <a:off x="4337640" y="2406240"/>
              <a:ext cx="139320" cy="140760"/>
            </a:xfrm>
            <a:custGeom>
              <a:avLst/>
              <a:gdLst>
                <a:gd name="textAreaLeft" fmla="*/ 0 w 139320"/>
                <a:gd name="textAreaRight" fmla="*/ 139680 w 139320"/>
                <a:gd name="textAreaTop" fmla="*/ 0 h 140760"/>
                <a:gd name="textAreaBottom" fmla="*/ 141120 h 140760"/>
                <a:gd name="GluePoint1X" fmla="*/ 8 w 0"/>
                <a:gd name="GluePoint1Y" fmla="*/ 16 h 0"/>
                <a:gd name="GluePoint2X" fmla="*/ 34 w 0"/>
                <a:gd name="GluePoint2Y" fmla="*/ 18 h 0"/>
                <a:gd name="GluePoint3X" fmla="*/ 22 w 0"/>
                <a:gd name="GluePoint3Y" fmla="*/ 8 h 0"/>
                <a:gd name="GluePoint4X" fmla="*/ 19 w 0"/>
                <a:gd name="GluePoint4Y" fmla="*/ 7 h 0"/>
                <a:gd name="GluePoint5X" fmla="*/ 17 w 0"/>
                <a:gd name="GluePoint5Y" fmla="*/ 8 h 0"/>
                <a:gd name="GluePoint6X" fmla="*/ 16 w 0"/>
                <a:gd name="GluePoint6Y" fmla="*/ 10 h 0"/>
                <a:gd name="GluePoint7X" fmla="*/ 14 w 0"/>
                <a:gd name="GluePoint7Y" fmla="*/ 9 h 0"/>
                <a:gd name="GluePoint8X" fmla="*/ 21 w 0"/>
                <a:gd name="GluePoint8Y" fmla=""/>
                <a:gd name="GluePoint9X" fmla="*/ 22 w 0"/>
                <a:gd name="GluePoint9Y" fmla=""/>
                <a:gd name="GluePoint10X" fmla="*/ 22 w 0"/>
                <a:gd name="GluePoint10Y" fmla="*/ 2 h 0"/>
                <a:gd name="GluePoint11X" fmla="*/ 21 w 0"/>
                <a:gd name="GluePoint11Y" fmla="*/ 4 h 0"/>
                <a:gd name="GluePoint12X" fmla="*/ 22 w 0"/>
                <a:gd name="GluePoint12Y" fmla="*/ 6 h 0"/>
                <a:gd name="GluePoint13X" fmla="*/ 48 w 0"/>
                <a:gd name="GluePoint13Y" fmla="*/ 26 h 0"/>
                <a:gd name="GluePoint14X" fmla="*/ 46 w 0"/>
                <a:gd name="GluePoint14Y" fmla="*/ 28 h 0"/>
                <a:gd name="GluePoint15X" fmla="*/ 8 w 0"/>
                <a:gd name="GluePoint15Y" fmla="*/ 25 h 0"/>
                <a:gd name="GluePoint16X" fmla="*/ 28 w 0"/>
                <a:gd name="GluePoint16Y" fmla="*/ 41 h 0"/>
                <a:gd name="GluePoint17X" fmla="*/ 31 w 0"/>
                <a:gd name="GluePoint17Y" fmla="*/ 43 h 0"/>
                <a:gd name="GluePoint18X" fmla="*/ 33 w 0"/>
                <a:gd name="GluePoint18Y" fmla="*/ 41 h 0"/>
                <a:gd name="GluePoint19X" fmla="*/ 34 w 0"/>
                <a:gd name="GluePoint19Y" fmla="*/ 40 h 0"/>
                <a:gd name="GluePoint20X" fmla="*/ 36 w 0"/>
                <a:gd name="GluePoint20Y" fmla="*/ 41 h 0"/>
                <a:gd name="GluePoint21X" fmla="*/ 29 w 0"/>
                <a:gd name="GluePoint21Y" fmla="*/ 50 h 0"/>
                <a:gd name="GluePoint22X" fmla="*/ 27 w 0"/>
                <a:gd name="GluePoint22Y" fmla="*/ 49 h 0"/>
                <a:gd name="GluePoint23X" fmla="*/ 28 w 0"/>
                <a:gd name="GluePoint23Y" fmla="*/ 48 h 0"/>
                <a:gd name="GluePoint24X" fmla="*/ 29 w 0"/>
                <a:gd name="GluePoint24Y" fmla="*/ 45 h 0"/>
                <a:gd name="GluePoint25X" fmla="*/ 26 w 0"/>
                <a:gd name="GluePoint25Y" fmla="*/ 42 h 0"/>
                <a:gd name="GluePoint26X" fmla="*/ 6 w 0"/>
                <a:gd name="GluePoint26Y" fmla="*/ 27 h 0"/>
                <a:gd name="GluePoint27X" fmla="*/ 4 w 0"/>
                <a:gd name="GluePoint27Y" fmla="*/ 25 h 0"/>
                <a:gd name="GluePoint28X" fmla="*/ 2 w 0"/>
                <a:gd name="GluePoint28Y" fmla="*/ 27 h 0"/>
                <a:gd name="GluePoint29X" fmla=""/>
                <a:gd name="GluePoint29Y" fmla="*/ 28 h 0"/>
                <a:gd name="GluePoint30X" fmla=""/>
                <a:gd name="GluePoint30Y" fmla="*/ 27 h 0"/>
                <a:gd name="GluePoint31X" fmla="*/ 8 w 0"/>
                <a:gd name="GluePoint31Y" fmla="*/ 16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48" h="50">
                  <a:moveTo>
                    <a:pt x="8" y="16"/>
                  </a:moveTo>
                  <a:cubicBezTo>
                    <a:pt x="34" y="18"/>
                    <a:pt x="34" y="18"/>
                    <a:pt x="34" y="1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8" y="7"/>
                    <a:pt x="18" y="7"/>
                    <a:pt x="17" y="8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3"/>
                    <a:pt x="20" y="4"/>
                    <a:pt x="21" y="4"/>
                  </a:cubicBezTo>
                  <a:cubicBezTo>
                    <a:pt x="21" y="5"/>
                    <a:pt x="21" y="6"/>
                    <a:pt x="22" y="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30" y="42"/>
                    <a:pt x="30" y="43"/>
                    <a:pt x="31" y="43"/>
                  </a:cubicBezTo>
                  <a:cubicBezTo>
                    <a:pt x="32" y="43"/>
                    <a:pt x="32" y="42"/>
                    <a:pt x="33" y="41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9" y="46"/>
                    <a:pt x="29" y="46"/>
                    <a:pt x="29" y="45"/>
                  </a:cubicBezTo>
                  <a:cubicBezTo>
                    <a:pt x="29" y="44"/>
                    <a:pt x="28" y="44"/>
                    <a:pt x="26" y="42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5" y="26"/>
                    <a:pt x="5" y="25"/>
                    <a:pt x="4" y="25"/>
                  </a:cubicBezTo>
                  <a:cubicBezTo>
                    <a:pt x="4" y="25"/>
                    <a:pt x="3" y="26"/>
                    <a:pt x="2" y="27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0" y="27"/>
                    <a:pt x="0" y="27"/>
                    <a:pt x="0" y="27"/>
                  </a:cubicBezTo>
                  <a:lnTo>
                    <a:pt x="8" y="1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2" name="Freeform 125" descr="© INSCALE GmbH, 26.05.2010&#10;http://www.presentationload.com/"/>
            <p:cNvSpPr/>
            <p:nvPr/>
          </p:nvSpPr>
          <p:spPr>
            <a:xfrm>
              <a:off x="4400640" y="2281320"/>
              <a:ext cx="151200" cy="145440"/>
            </a:xfrm>
            <a:custGeom>
              <a:avLst/>
              <a:gdLst>
                <a:gd name="textAreaLeft" fmla="*/ 0 w 151200"/>
                <a:gd name="textAreaRight" fmla="*/ 151560 w 151200"/>
                <a:gd name="textAreaTop" fmla="*/ 0 h 145440"/>
                <a:gd name="textAreaBottom" fmla="*/ 145800 h 145440"/>
                <a:gd name="GluePoint1X" fmla="*/ 29 w 0"/>
                <a:gd name="GluePoint1Y" fmla="*/ 24 h 0"/>
                <a:gd name="GluePoint2X" fmla="*/ 44 w 0"/>
                <a:gd name="GluePoint2Y" fmla="*/ 28 h 0"/>
                <a:gd name="GluePoint3X" fmla="*/ 33 w 0"/>
                <a:gd name="GluePoint3Y" fmla="*/ 9 h 0"/>
                <a:gd name="GluePoint4X" fmla="*/ 32 w 0"/>
                <a:gd name="GluePoint4Y" fmla="*/ 8 h 0"/>
                <a:gd name="GluePoint5X" fmla="*/ 31 w 0"/>
                <a:gd name="GluePoint5Y" fmla="*/ 7 h 0"/>
                <a:gd name="GluePoint6X" fmla="*/ 29 w 0"/>
                <a:gd name="GluePoint6Y" fmla="*/ 8 h 0"/>
                <a:gd name="GluePoint7X" fmla="*/ 28 w 0"/>
                <a:gd name="GluePoint7Y" fmla="*/ 9 h 0"/>
                <a:gd name="GluePoint8X" fmla="*/ 27 w 0"/>
                <a:gd name="GluePoint8Y" fmla="*/ 8 h 0"/>
                <a:gd name="GluePoint9X" fmla="*/ 33 w 0"/>
                <a:gd name="GluePoint9Y" fmla=""/>
                <a:gd name="GluePoint10X" fmla="*/ 34 w 0"/>
                <a:gd name="GluePoint10Y" fmla=""/>
                <a:gd name="GluePoint11X" fmla="*/ 34 w 0"/>
                <a:gd name="GluePoint11Y" fmla="*/ 2 h 0"/>
                <a:gd name="GluePoint12X" fmla="*/ 32 w 0"/>
                <a:gd name="GluePoint12Y" fmla="*/ 4 h 0"/>
                <a:gd name="GluePoint13X" fmla="*/ 34 w 0"/>
                <a:gd name="GluePoint13Y" fmla="*/ 7 h 0"/>
                <a:gd name="GluePoint14X" fmla="*/ 51 w 0"/>
                <a:gd name="GluePoint14Y" fmla="*/ 37 h 0"/>
                <a:gd name="GluePoint15X" fmla="*/ 50 w 0"/>
                <a:gd name="GluePoint15Y" fmla="*/ 38 h 0"/>
                <a:gd name="GluePoint16X" fmla="*/ 34 w 0"/>
                <a:gd name="GluePoint16Y" fmla="*/ 34 h 0"/>
                <a:gd name="GluePoint17X" fmla="*/ 42 w 0"/>
                <a:gd name="GluePoint17Y" fmla="*/ 49 h 0"/>
                <a:gd name="GluePoint18X" fmla="*/ 41 w 0"/>
                <a:gd name="GluePoint18Y" fmla="*/ 51 h 0"/>
                <a:gd name="GluePoint19X" fmla="*/ 4 w 0"/>
                <a:gd name="GluePoint19Y" fmla="*/ 40 h 0"/>
                <a:gd name="GluePoint20X" fmla=""/>
                <a:gd name="GluePoint20Y" fmla="*/ 43 h 0"/>
                <a:gd name="GluePoint21X" fmla=""/>
                <a:gd name="GluePoint21Y" fmla="*/ 42 h 0"/>
                <a:gd name="GluePoint22X" fmla="*/ 25 w 0"/>
                <a:gd name="GluePoint22Y" fmla="*/ 10 h 0"/>
                <a:gd name="GluePoint23X" fmla="*/ 26 w 0"/>
                <a:gd name="GluePoint23Y" fmla="*/ 11 h 0"/>
                <a:gd name="GluePoint24X" fmla="*/ 26 w 0"/>
                <a:gd name="GluePoint24Y" fmla="*/ 12 h 0"/>
                <a:gd name="GluePoint25X" fmla="*/ 25 w 0"/>
                <a:gd name="GluePoint25Y" fmla="*/ 14 h 0"/>
                <a:gd name="GluePoint26X" fmla="*/ 26 w 0"/>
                <a:gd name="GluePoint26Y" fmla="*/ 17 h 0"/>
                <a:gd name="GluePoint27X" fmla="*/ 29 w 0"/>
                <a:gd name="GluePoint27Y" fmla="*/ 24 h 0"/>
                <a:gd name="GluePoint28X" fmla="*/ 9 w 0"/>
                <a:gd name="GluePoint28Y" fmla="*/ 33 h 0"/>
                <a:gd name="GluePoint29X" fmla="*/ 35 w 0"/>
                <a:gd name="GluePoint29Y" fmla="*/ 40 h 0"/>
                <a:gd name="GluePoint30X" fmla="*/ 32 w 0"/>
                <a:gd name="GluePoint30Y" fmla="*/ 33 h 0"/>
                <a:gd name="GluePoint31X" fmla="*/ 13 w 0"/>
                <a:gd name="GluePoint31Y" fmla="*/ 28 h 0"/>
                <a:gd name="GluePoint32X" fmla="*/ 9 w 0"/>
                <a:gd name="GluePoint32Y" fmla="*/ 33 h 0"/>
                <a:gd name="GluePoint33X" fmla="*/ 19 w 0"/>
                <a:gd name="GluePoint33Y" fmla="*/ 21 h 0"/>
                <a:gd name="GluePoint34X" fmla="*/ 27 w 0"/>
                <a:gd name="GluePoint34Y" fmla="*/ 23 h 0"/>
                <a:gd name="GluePoint35X" fmla="*/ 24 w 0"/>
                <a:gd name="GluePoint35Y" fmla="*/ 18 h 0"/>
                <a:gd name="GluePoint36X" fmla="*/ 23 w 0"/>
                <a:gd name="GluePoint36Y" fmla="*/ 17 h 0"/>
                <a:gd name="GluePoint37X" fmla="*/ 22 w 0"/>
                <a:gd name="GluePoint37Y" fmla="*/ 17 h 0"/>
                <a:gd name="GluePoint38X" fmla="*/ 19 w 0"/>
                <a:gd name="GluePoint38Y" fmla="*/ 21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</a:cxnLst>
              <a:rect l="textAreaLeft" t="textAreaTop" r="textAreaRight" b="textAreaBottom"/>
              <a:pathLst>
                <a:path w="51" h="51">
                  <a:moveTo>
                    <a:pt x="29" y="24"/>
                  </a:moveTo>
                  <a:cubicBezTo>
                    <a:pt x="44" y="28"/>
                    <a:pt x="44" y="28"/>
                    <a:pt x="44" y="28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9"/>
                    <a:pt x="33" y="9"/>
                    <a:pt x="32" y="8"/>
                  </a:cubicBezTo>
                  <a:cubicBezTo>
                    <a:pt x="32" y="7"/>
                    <a:pt x="31" y="7"/>
                    <a:pt x="31" y="7"/>
                  </a:cubicBezTo>
                  <a:cubicBezTo>
                    <a:pt x="30" y="6"/>
                    <a:pt x="30" y="7"/>
                    <a:pt x="29" y="8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3" y="3"/>
                    <a:pt x="32" y="4"/>
                    <a:pt x="32" y="4"/>
                  </a:cubicBezTo>
                  <a:cubicBezTo>
                    <a:pt x="32" y="5"/>
                    <a:pt x="33" y="6"/>
                    <a:pt x="34" y="7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5" y="13"/>
                    <a:pt x="25" y="13"/>
                    <a:pt x="25" y="14"/>
                  </a:cubicBezTo>
                  <a:cubicBezTo>
                    <a:pt x="25" y="14"/>
                    <a:pt x="25" y="15"/>
                    <a:pt x="26" y="17"/>
                  </a:cubicBezTo>
                  <a:lnTo>
                    <a:pt x="29" y="24"/>
                  </a:lnTo>
                  <a:close/>
                  <a:moveTo>
                    <a:pt x="9" y="33"/>
                  </a:moveTo>
                  <a:cubicBezTo>
                    <a:pt x="35" y="40"/>
                    <a:pt x="35" y="40"/>
                    <a:pt x="35" y="40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13" y="28"/>
                    <a:pt x="13" y="28"/>
                    <a:pt x="13" y="28"/>
                  </a:cubicBezTo>
                  <a:lnTo>
                    <a:pt x="9" y="33"/>
                  </a:lnTo>
                  <a:close/>
                  <a:moveTo>
                    <a:pt x="19" y="21"/>
                  </a:moveTo>
                  <a:cubicBezTo>
                    <a:pt x="27" y="23"/>
                    <a:pt x="27" y="23"/>
                    <a:pt x="27" y="23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7"/>
                    <a:pt x="24" y="17"/>
                    <a:pt x="23" y="17"/>
                  </a:cubicBezTo>
                  <a:cubicBezTo>
                    <a:pt x="23" y="16"/>
                    <a:pt x="22" y="16"/>
                    <a:pt x="22" y="17"/>
                  </a:cubicBezTo>
                  <a:lnTo>
                    <a:pt x="19" y="21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Freeform 126" descr="© INSCALE GmbH, 26.05.2010&#10;http://www.presentationload.com/"/>
            <p:cNvSpPr/>
            <p:nvPr/>
          </p:nvSpPr>
          <p:spPr>
            <a:xfrm>
              <a:off x="4451760" y="4256280"/>
              <a:ext cx="116280" cy="99000"/>
            </a:xfrm>
            <a:custGeom>
              <a:avLst/>
              <a:gdLst>
                <a:gd name="textAreaLeft" fmla="*/ 0 w 116280"/>
                <a:gd name="textAreaRight" fmla="*/ 116640 w 116280"/>
                <a:gd name="textAreaTop" fmla="*/ 0 h 99000"/>
                <a:gd name="textAreaBottom" fmla="*/ 99360 h 99000"/>
                <a:gd name="GluePoint1X" fmla=""/>
                <a:gd name="GluePoint1Y" fmla="*/ 22 h 0"/>
                <a:gd name="GluePoint2X" fmla="*/ 7 w 0"/>
                <a:gd name="GluePoint2Y" fmla="*/ 15 h 0"/>
                <a:gd name="GluePoint3X" fmla="*/ 8 w 0"/>
                <a:gd name="GluePoint3Y" fmla="*/ 16 h 0"/>
                <a:gd name="GluePoint4X" fmla="*/ 6 w 0"/>
                <a:gd name="GluePoint4Y" fmla="*/ 24 h 0"/>
                <a:gd name="GluePoint5X" fmla="*/ 8 w 0"/>
                <a:gd name="GluePoint5Y" fmla="*/ 29 h 0"/>
                <a:gd name="GluePoint6X" fmla="*/ 12 w 0"/>
                <a:gd name="GluePoint6Y" fmla="*/ 31 h 0"/>
                <a:gd name="GluePoint7X" fmla="*/ 16 w 0"/>
                <a:gd name="GluePoint7Y" fmla="*/ 30 h 0"/>
                <a:gd name="GluePoint8X" fmla="*/ 18 w 0"/>
                <a:gd name="GluePoint8Y" fmla="*/ 26 h 0"/>
                <a:gd name="GluePoint9X" fmla="*/ 15 w 0"/>
                <a:gd name="GluePoint9Y" fmla="*/ 20 h 0"/>
                <a:gd name="GluePoint10X" fmla="*/ 12 w 0"/>
                <a:gd name="GluePoint10Y" fmla="*/ 11 h 0"/>
                <a:gd name="GluePoint11X" fmla="*/ 16 w 0"/>
                <a:gd name="GluePoint11Y" fmla="*/ 4 h 0"/>
                <a:gd name="GluePoint12X" fmla="*/ 25 w 0"/>
                <a:gd name="GluePoint12Y" fmla=""/>
                <a:gd name="GluePoint13X" fmla="*/ 33 w 0"/>
                <a:gd name="GluePoint13Y" fmla="*/ 4 h 0"/>
                <a:gd name="GluePoint14X" fmla="*/ 36 w 0"/>
                <a:gd name="GluePoint14Y" fmla="*/ 11 h 0"/>
                <a:gd name="GluePoint15X" fmla="*/ 40 w 0"/>
                <a:gd name="GluePoint15Y" fmla="*/ 11 h 0"/>
                <a:gd name="GluePoint16X" fmla="*/ 41 w 0"/>
                <a:gd name="GluePoint16Y" fmla="*/ 13 h 0"/>
                <a:gd name="GluePoint17X" fmla="*/ 33 w 0"/>
                <a:gd name="GluePoint17Y" fmla="*/ 20 h 0"/>
                <a:gd name="GluePoint18X" fmla="*/ 32 w 0"/>
                <a:gd name="GluePoint18Y" fmla="*/ 18 h 0"/>
                <a:gd name="GluePoint19X" fmla="*/ 32 w 0"/>
                <a:gd name="GluePoint19Y" fmla="*/ 5 h 0"/>
                <a:gd name="GluePoint20X" fmla="*/ 27 w 0"/>
                <a:gd name="GluePoint20Y" fmla="*/ 2 h 0"/>
                <a:gd name="GluePoint21X" fmla="*/ 22 w 0"/>
                <a:gd name="GluePoint21Y" fmla="*/ 4 h 0"/>
                <a:gd name="GluePoint22X" fmla="*/ 20 w 0"/>
                <a:gd name="GluePoint22Y" fmla="*/ 7 h 0"/>
                <a:gd name="GluePoint23X" fmla="*/ 20 w 0"/>
                <a:gd name="GluePoint23Y" fmla="*/ 9 h 0"/>
                <a:gd name="GluePoint24X" fmla="*/ 23 w 0"/>
                <a:gd name="GluePoint24Y" fmla="*/ 15 h 0"/>
                <a:gd name="GluePoint25X" fmla="*/ 25 w 0"/>
                <a:gd name="GluePoint25Y" fmla="*/ 24 h 0"/>
                <a:gd name="GluePoint26X" fmla="*/ 22 w 0"/>
                <a:gd name="GluePoint26Y" fmla="*/ 30 h 0"/>
                <a:gd name="GluePoint27X" fmla="*/ 14 w 0"/>
                <a:gd name="GluePoint27Y" fmla="*/ 33 h 0"/>
                <a:gd name="GluePoint28X" fmla="*/ 6 w 0"/>
                <a:gd name="GluePoint28Y" fmla="*/ 30 h 0"/>
                <a:gd name="GluePoint29X" fmla="*/ 4 w 0"/>
                <a:gd name="GluePoint29Y" fmla="*/ 24 h 0"/>
                <a:gd name="GluePoint30X" fmla=""/>
                <a:gd name="GluePoint30Y" fmla="*/ 23 h 0"/>
                <a:gd name="GluePoint31X" fmla=""/>
                <a:gd name="GluePoint31Y" fmla="*/ 22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41" h="33">
                  <a:moveTo>
                    <a:pt x="0" y="22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9"/>
                    <a:pt x="6" y="22"/>
                    <a:pt x="6" y="24"/>
                  </a:cubicBezTo>
                  <a:cubicBezTo>
                    <a:pt x="6" y="26"/>
                    <a:pt x="7" y="28"/>
                    <a:pt x="8" y="29"/>
                  </a:cubicBezTo>
                  <a:cubicBezTo>
                    <a:pt x="9" y="30"/>
                    <a:pt x="10" y="31"/>
                    <a:pt x="12" y="31"/>
                  </a:cubicBezTo>
                  <a:cubicBezTo>
                    <a:pt x="14" y="31"/>
                    <a:pt x="15" y="31"/>
                    <a:pt x="16" y="30"/>
                  </a:cubicBezTo>
                  <a:cubicBezTo>
                    <a:pt x="17" y="29"/>
                    <a:pt x="18" y="27"/>
                    <a:pt x="18" y="26"/>
                  </a:cubicBezTo>
                  <a:cubicBezTo>
                    <a:pt x="17" y="25"/>
                    <a:pt x="16" y="23"/>
                    <a:pt x="15" y="20"/>
                  </a:cubicBezTo>
                  <a:cubicBezTo>
                    <a:pt x="13" y="16"/>
                    <a:pt x="12" y="13"/>
                    <a:pt x="12" y="11"/>
                  </a:cubicBezTo>
                  <a:cubicBezTo>
                    <a:pt x="12" y="8"/>
                    <a:pt x="14" y="6"/>
                    <a:pt x="16" y="4"/>
                  </a:cubicBezTo>
                  <a:cubicBezTo>
                    <a:pt x="19" y="2"/>
                    <a:pt x="22" y="0"/>
                    <a:pt x="25" y="0"/>
                  </a:cubicBezTo>
                  <a:cubicBezTo>
                    <a:pt x="28" y="0"/>
                    <a:pt x="31" y="1"/>
                    <a:pt x="33" y="4"/>
                  </a:cubicBezTo>
                  <a:cubicBezTo>
                    <a:pt x="35" y="6"/>
                    <a:pt x="36" y="8"/>
                    <a:pt x="36" y="11"/>
                  </a:cubicBezTo>
                  <a:cubicBezTo>
                    <a:pt x="38" y="11"/>
                    <a:pt x="39" y="11"/>
                    <a:pt x="40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5" y="13"/>
                    <a:pt x="35" y="9"/>
                    <a:pt x="32" y="5"/>
                  </a:cubicBezTo>
                  <a:cubicBezTo>
                    <a:pt x="31" y="3"/>
                    <a:pt x="29" y="2"/>
                    <a:pt x="27" y="2"/>
                  </a:cubicBezTo>
                  <a:cubicBezTo>
                    <a:pt x="25" y="2"/>
                    <a:pt x="23" y="3"/>
                    <a:pt x="22" y="4"/>
                  </a:cubicBezTo>
                  <a:cubicBezTo>
                    <a:pt x="21" y="5"/>
                    <a:pt x="21" y="6"/>
                    <a:pt x="20" y="7"/>
                  </a:cubicBezTo>
                  <a:cubicBezTo>
                    <a:pt x="20" y="8"/>
                    <a:pt x="20" y="9"/>
                    <a:pt x="20" y="9"/>
                  </a:cubicBezTo>
                  <a:cubicBezTo>
                    <a:pt x="21" y="10"/>
                    <a:pt x="22" y="12"/>
                    <a:pt x="23" y="15"/>
                  </a:cubicBezTo>
                  <a:cubicBezTo>
                    <a:pt x="25" y="18"/>
                    <a:pt x="26" y="21"/>
                    <a:pt x="25" y="24"/>
                  </a:cubicBezTo>
                  <a:cubicBezTo>
                    <a:pt x="25" y="26"/>
                    <a:pt x="24" y="28"/>
                    <a:pt x="22" y="30"/>
                  </a:cubicBezTo>
                  <a:cubicBezTo>
                    <a:pt x="19" y="32"/>
                    <a:pt x="17" y="33"/>
                    <a:pt x="14" y="33"/>
                  </a:cubicBezTo>
                  <a:cubicBezTo>
                    <a:pt x="11" y="33"/>
                    <a:pt x="8" y="32"/>
                    <a:pt x="6" y="30"/>
                  </a:cubicBezTo>
                  <a:cubicBezTo>
                    <a:pt x="5" y="29"/>
                    <a:pt x="4" y="26"/>
                    <a:pt x="4" y="24"/>
                  </a:cubicBezTo>
                  <a:cubicBezTo>
                    <a:pt x="3" y="23"/>
                    <a:pt x="2" y="23"/>
                    <a:pt x="1" y="23"/>
                  </a:cubicBezTo>
                  <a:lnTo>
                    <a:pt x="0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4" name="Freeform 127" descr="© INSCALE GmbH, 26.05.2010&#10;http://www.presentationload.com/"/>
            <p:cNvSpPr/>
            <p:nvPr/>
          </p:nvSpPr>
          <p:spPr>
            <a:xfrm>
              <a:off x="4337640" y="4163760"/>
              <a:ext cx="146520" cy="150120"/>
            </a:xfrm>
            <a:custGeom>
              <a:avLst/>
              <a:gdLst>
                <a:gd name="textAreaLeft" fmla="*/ 0 w 146520"/>
                <a:gd name="textAreaRight" fmla="*/ 146880 w 146520"/>
                <a:gd name="textAreaTop" fmla="*/ 0 h 150120"/>
                <a:gd name="textAreaBottom" fmla="*/ 150480 h 150120"/>
                <a:gd name="GluePoint1X" fmla="*/ 22 w 0"/>
                <a:gd name="GluePoint1Y" fmla="*/ 19 h 0"/>
                <a:gd name="GluePoint2X" fmla="*/ 29 w 0"/>
                <a:gd name="GluePoint2Y" fmla="*/ 6 h 0"/>
                <a:gd name="GluePoint3X" fmla="*/ 9 w 0"/>
                <a:gd name="GluePoint3Y" fmla="*/ 13 h 0"/>
                <a:gd name="GluePoint4X" fmla="*/ 8 w 0"/>
                <a:gd name="GluePoint4Y" fmla="*/ 14 h 0"/>
                <a:gd name="GluePoint5X" fmla="*/ 6 w 0"/>
                <a:gd name="GluePoint5Y" fmla="*/ 15 h 0"/>
                <a:gd name="GluePoint6X" fmla="*/ 6 w 0"/>
                <a:gd name="GluePoint6Y" fmla="*/ 17 h 0"/>
                <a:gd name="GluePoint7X" fmla="*/ 8 w 0"/>
                <a:gd name="GluePoint7Y" fmla="*/ 18 h 0"/>
                <a:gd name="GluePoint8X" fmla="*/ 6 w 0"/>
                <a:gd name="GluePoint8Y" fmla="*/ 19 h 0"/>
                <a:gd name="GluePoint9X" fmla=""/>
                <a:gd name="GluePoint9Y" fmla="*/ 12 h 0"/>
                <a:gd name="GluePoint10X" fmla=""/>
                <a:gd name="GluePoint10Y" fmla="*/ 11 h 0"/>
                <a:gd name="GluePoint11X" fmla=""/>
                <a:gd name="GluePoint11Y" fmla="*/ 11 h 0"/>
                <a:gd name="GluePoint12X" fmla="*/ 4 w 0"/>
                <a:gd name="GluePoint12Y" fmla="*/ 13 h 0"/>
                <a:gd name="GluePoint13X" fmla="*/ 7 w 0"/>
                <a:gd name="GluePoint13Y" fmla="*/ 12 h 0"/>
                <a:gd name="GluePoint14X" fmla="*/ 39 w 0"/>
                <a:gd name="GluePoint14Y" fmla=""/>
                <a:gd name="GluePoint15X" fmla="*/ 40 w 0"/>
                <a:gd name="GluePoint15Y" fmla=""/>
                <a:gd name="GluePoint16X" fmla="*/ 33 w 0"/>
                <a:gd name="GluePoint16Y" fmla="*/ 16 h 0"/>
                <a:gd name="GluePoint17X" fmla="*/ 49 w 0"/>
                <a:gd name="GluePoint17Y" fmla="*/ 11 h 0"/>
                <a:gd name="GluePoint18X" fmla="*/ 51 w 0"/>
                <a:gd name="GluePoint18Y" fmla="*/ 13 h 0"/>
                <a:gd name="GluePoint19X" fmla="*/ 34 w 0"/>
                <a:gd name="GluePoint19Y" fmla="*/ 47 h 0"/>
                <a:gd name="GluePoint20X" fmla="*/ 37 w 0"/>
                <a:gd name="GluePoint20Y" fmla="*/ 50 h 0"/>
                <a:gd name="GluePoint21X" fmla="*/ 35 w 0"/>
                <a:gd name="GluePoint21Y" fmla="*/ 51 h 0"/>
                <a:gd name="GluePoint22X" fmla="*/ 8 w 0"/>
                <a:gd name="GluePoint22Y" fmla="*/ 21 h 0"/>
                <a:gd name="GluePoint23X" fmla="*/ 9 w 0"/>
                <a:gd name="GluePoint23Y" fmla="*/ 20 h 0"/>
                <a:gd name="GluePoint24X" fmla="*/ 10 w 0"/>
                <a:gd name="GluePoint24Y" fmla="*/ 21 h 0"/>
                <a:gd name="GluePoint25X" fmla="*/ 12 w 0"/>
                <a:gd name="GluePoint25Y" fmla="*/ 22 h 0"/>
                <a:gd name="GluePoint26X" fmla="*/ 15 w 0"/>
                <a:gd name="GluePoint26Y" fmla="*/ 21 h 0"/>
                <a:gd name="GluePoint27X" fmla="*/ 22 w 0"/>
                <a:gd name="GluePoint27Y" fmla="*/ 19 h 0"/>
                <a:gd name="GluePoint28X" fmla="*/ 17 w 0"/>
                <a:gd name="GluePoint28Y" fmla="*/ 29 h 0"/>
                <a:gd name="GluePoint29X" fmla="*/ 21 w 0"/>
                <a:gd name="GluePoint29Y" fmla="*/ 22 h 0"/>
                <a:gd name="GluePoint30X" fmla="*/ 16 w 0"/>
                <a:gd name="GluePoint30Y" fmla="*/ 23 h 0"/>
                <a:gd name="GluePoint31X" fmla="*/ 14 w 0"/>
                <a:gd name="GluePoint31Y" fmla="*/ 24 h 0"/>
                <a:gd name="GluePoint32X" fmla="*/ 15 w 0"/>
                <a:gd name="GluePoint32Y" fmla="*/ 26 h 0"/>
                <a:gd name="GluePoint33X" fmla="*/ 17 w 0"/>
                <a:gd name="GluePoint33Y" fmla="*/ 29 h 0"/>
                <a:gd name="GluePoint34X" fmla="*/ 28 w 0"/>
                <a:gd name="GluePoint34Y" fmla="*/ 40 h 0"/>
                <a:gd name="GluePoint35X" fmla="*/ 40 w 0"/>
                <a:gd name="GluePoint35Y" fmla="*/ 16 h 0"/>
                <a:gd name="GluePoint36X" fmla="*/ 32 w 0"/>
                <a:gd name="GluePoint36Y" fmla="*/ 18 h 0"/>
                <a:gd name="GluePoint37X" fmla="*/ 24 w 0"/>
                <a:gd name="GluePoint37Y" fmla="*/ 36 h 0"/>
                <a:gd name="GluePoint38X" fmla="*/ 28 w 0"/>
                <a:gd name="GluePoint38Y" fmla="*/ 4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</a:cxnLst>
              <a:rect l="textAreaLeft" t="textAreaTop" r="textAreaRight" b="textAreaBottom"/>
              <a:pathLst>
                <a:path w="51" h="51">
                  <a:moveTo>
                    <a:pt x="22" y="19"/>
                  </a:moveTo>
                  <a:cubicBezTo>
                    <a:pt x="29" y="6"/>
                    <a:pt x="29" y="6"/>
                    <a:pt x="29" y="6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3"/>
                    <a:pt x="8" y="13"/>
                    <a:pt x="8" y="14"/>
                  </a:cubicBezTo>
                  <a:cubicBezTo>
                    <a:pt x="7" y="14"/>
                    <a:pt x="6" y="14"/>
                    <a:pt x="6" y="15"/>
                  </a:cubicBezTo>
                  <a:cubicBezTo>
                    <a:pt x="5" y="15"/>
                    <a:pt x="6" y="16"/>
                    <a:pt x="6" y="17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2"/>
                    <a:pt x="3" y="13"/>
                    <a:pt x="4" y="13"/>
                  </a:cubicBezTo>
                  <a:cubicBezTo>
                    <a:pt x="4" y="13"/>
                    <a:pt x="5" y="13"/>
                    <a:pt x="7" y="12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2"/>
                    <a:pt x="12" y="22"/>
                  </a:cubicBezTo>
                  <a:cubicBezTo>
                    <a:pt x="12" y="22"/>
                    <a:pt x="13" y="22"/>
                    <a:pt x="15" y="21"/>
                  </a:cubicBezTo>
                  <a:lnTo>
                    <a:pt x="22" y="19"/>
                  </a:lnTo>
                  <a:close/>
                  <a:moveTo>
                    <a:pt x="17" y="29"/>
                  </a:moveTo>
                  <a:cubicBezTo>
                    <a:pt x="21" y="22"/>
                    <a:pt x="21" y="22"/>
                    <a:pt x="21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5" y="23"/>
                    <a:pt x="15" y="24"/>
                    <a:pt x="14" y="24"/>
                  </a:cubicBezTo>
                  <a:cubicBezTo>
                    <a:pt x="14" y="24"/>
                    <a:pt x="14" y="25"/>
                    <a:pt x="15" y="26"/>
                  </a:cubicBezTo>
                  <a:lnTo>
                    <a:pt x="17" y="29"/>
                  </a:lnTo>
                  <a:close/>
                  <a:moveTo>
                    <a:pt x="28" y="40"/>
                  </a:moveTo>
                  <a:cubicBezTo>
                    <a:pt x="40" y="16"/>
                    <a:pt x="40" y="16"/>
                    <a:pt x="40" y="16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24" y="36"/>
                    <a:pt x="24" y="36"/>
                    <a:pt x="24" y="36"/>
                  </a:cubicBezTo>
                  <a:lnTo>
                    <a:pt x="28" y="4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5" name="Line 128"/>
            <p:cNvSpPr/>
            <p:nvPr/>
          </p:nvSpPr>
          <p:spPr>
            <a:xfrm>
              <a:off x="5556240" y="1386000"/>
              <a:ext cx="4680" cy="12024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6" name="Line 129"/>
            <p:cNvSpPr/>
            <p:nvPr/>
          </p:nvSpPr>
          <p:spPr>
            <a:xfrm>
              <a:off x="5230080" y="1418400"/>
              <a:ext cx="16200" cy="1180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7" name="Line 130"/>
            <p:cNvSpPr/>
            <p:nvPr/>
          </p:nvSpPr>
          <p:spPr>
            <a:xfrm>
              <a:off x="4910760" y="1506240"/>
              <a:ext cx="41760" cy="10872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8" name="Line 131"/>
            <p:cNvSpPr/>
            <p:nvPr/>
          </p:nvSpPr>
          <p:spPr>
            <a:xfrm>
              <a:off x="4607640" y="1647360"/>
              <a:ext cx="63000" cy="1018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9" name="Line 132"/>
            <p:cNvSpPr/>
            <p:nvPr/>
          </p:nvSpPr>
          <p:spPr>
            <a:xfrm>
              <a:off x="4325760" y="1827720"/>
              <a:ext cx="74520" cy="9036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0" name="Line 133"/>
            <p:cNvSpPr/>
            <p:nvPr/>
          </p:nvSpPr>
          <p:spPr>
            <a:xfrm>
              <a:off x="4055400" y="2084400"/>
              <a:ext cx="88560" cy="7632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1320" bIns="313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1" name="Line 134"/>
            <p:cNvSpPr/>
            <p:nvPr/>
          </p:nvSpPr>
          <p:spPr>
            <a:xfrm>
              <a:off x="3887640" y="2322720"/>
              <a:ext cx="104760" cy="622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280" bIns="1728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2" name="Line 135"/>
            <p:cNvSpPr/>
            <p:nvPr/>
          </p:nvSpPr>
          <p:spPr>
            <a:xfrm>
              <a:off x="3714840" y="2665080"/>
              <a:ext cx="114480" cy="3672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8280" bIns="-828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3" name="Line 136"/>
            <p:cNvSpPr/>
            <p:nvPr/>
          </p:nvSpPr>
          <p:spPr>
            <a:xfrm>
              <a:off x="3640320" y="2951640"/>
              <a:ext cx="116640" cy="208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120" bIns="-241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4" name="Line 137"/>
            <p:cNvSpPr/>
            <p:nvPr/>
          </p:nvSpPr>
          <p:spPr>
            <a:xfrm>
              <a:off x="3610080" y="3305520"/>
              <a:ext cx="116640" cy="46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0320" bIns="-403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5" name="Line 138"/>
            <p:cNvSpPr/>
            <p:nvPr/>
          </p:nvSpPr>
          <p:spPr>
            <a:xfrm flipV="1">
              <a:off x="3640320" y="3617640"/>
              <a:ext cx="116640" cy="208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120" bIns="-241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6" name="Line 139"/>
            <p:cNvSpPr/>
            <p:nvPr/>
          </p:nvSpPr>
          <p:spPr>
            <a:xfrm flipV="1">
              <a:off x="3726720" y="3946320"/>
              <a:ext cx="109440" cy="4140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" bIns="-36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7" name="Line 140"/>
            <p:cNvSpPr/>
            <p:nvPr/>
          </p:nvSpPr>
          <p:spPr>
            <a:xfrm flipV="1">
              <a:off x="3866400" y="4216680"/>
              <a:ext cx="100440" cy="6264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640" bIns="176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8" name="Line 141"/>
            <p:cNvSpPr/>
            <p:nvPr/>
          </p:nvSpPr>
          <p:spPr>
            <a:xfrm flipV="1">
              <a:off x="4069440" y="4489560"/>
              <a:ext cx="88560" cy="7416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160" bIns="2916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" name="Line 142"/>
            <p:cNvSpPr/>
            <p:nvPr/>
          </p:nvSpPr>
          <p:spPr>
            <a:xfrm flipV="1">
              <a:off x="4300200" y="4698000"/>
              <a:ext cx="74520" cy="9000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" name="Line 143"/>
            <p:cNvSpPr/>
            <p:nvPr/>
          </p:nvSpPr>
          <p:spPr>
            <a:xfrm flipV="1">
              <a:off x="4598280" y="4887360"/>
              <a:ext cx="58320" cy="10404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1" name="Line 144"/>
            <p:cNvSpPr/>
            <p:nvPr/>
          </p:nvSpPr>
          <p:spPr>
            <a:xfrm flipV="1">
              <a:off x="4896720" y="5010120"/>
              <a:ext cx="42120" cy="1108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2" name="Line 145"/>
            <p:cNvSpPr/>
            <p:nvPr/>
          </p:nvSpPr>
          <p:spPr>
            <a:xfrm flipV="1">
              <a:off x="5230080" y="5079600"/>
              <a:ext cx="16200" cy="12024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3" name="Line 146"/>
            <p:cNvSpPr/>
            <p:nvPr/>
          </p:nvSpPr>
          <p:spPr>
            <a:xfrm flipV="1">
              <a:off x="5556240" y="5104800"/>
              <a:ext cx="4680" cy="12492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Line 147"/>
            <p:cNvSpPr/>
            <p:nvPr/>
          </p:nvSpPr>
          <p:spPr>
            <a:xfrm flipH="1" flipV="1">
              <a:off x="5857200" y="5093280"/>
              <a:ext cx="20880" cy="11556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5" name="Line 148"/>
            <p:cNvSpPr/>
            <p:nvPr/>
          </p:nvSpPr>
          <p:spPr>
            <a:xfrm flipH="1" flipV="1">
              <a:off x="6167160" y="5000760"/>
              <a:ext cx="41760" cy="10872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6" name="Line 149"/>
            <p:cNvSpPr/>
            <p:nvPr/>
          </p:nvSpPr>
          <p:spPr>
            <a:xfrm flipH="1" flipV="1">
              <a:off x="6449040" y="4866840"/>
              <a:ext cx="58320" cy="10152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7" name="Line 150"/>
            <p:cNvSpPr/>
            <p:nvPr/>
          </p:nvSpPr>
          <p:spPr>
            <a:xfrm flipH="1" flipV="1">
              <a:off x="6705360" y="4709520"/>
              <a:ext cx="77040" cy="9252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8" name="Line 151"/>
            <p:cNvSpPr/>
            <p:nvPr/>
          </p:nvSpPr>
          <p:spPr>
            <a:xfrm flipH="1" flipV="1">
              <a:off x="6936120" y="4489560"/>
              <a:ext cx="88560" cy="7416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160" bIns="2916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9" name="Line 152"/>
            <p:cNvSpPr/>
            <p:nvPr/>
          </p:nvSpPr>
          <p:spPr>
            <a:xfrm flipH="1" flipV="1">
              <a:off x="7113240" y="4216680"/>
              <a:ext cx="105120" cy="6264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640" bIns="176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0" name="Line 153"/>
            <p:cNvSpPr/>
            <p:nvPr/>
          </p:nvSpPr>
          <p:spPr>
            <a:xfrm flipH="1" flipV="1">
              <a:off x="7257960" y="3946320"/>
              <a:ext cx="107280" cy="4140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" bIns="-36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1" name="Line 154"/>
            <p:cNvSpPr/>
            <p:nvPr/>
          </p:nvSpPr>
          <p:spPr>
            <a:xfrm flipH="1" flipV="1">
              <a:off x="7337160" y="3617640"/>
              <a:ext cx="116640" cy="208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120" bIns="-241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2" name="Line 155"/>
            <p:cNvSpPr/>
            <p:nvPr/>
          </p:nvSpPr>
          <p:spPr>
            <a:xfrm flipH="1">
              <a:off x="7362720" y="3305520"/>
              <a:ext cx="121320" cy="46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0320" bIns="-403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3" name="Line 156"/>
            <p:cNvSpPr/>
            <p:nvPr/>
          </p:nvSpPr>
          <p:spPr>
            <a:xfrm flipH="1">
              <a:off x="7337160" y="2972520"/>
              <a:ext cx="116640" cy="2556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440" bIns="-194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4" name="Line 157"/>
            <p:cNvSpPr/>
            <p:nvPr/>
          </p:nvSpPr>
          <p:spPr>
            <a:xfrm flipH="1">
              <a:off x="7257960" y="2651040"/>
              <a:ext cx="107280" cy="3924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760" bIns="-576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5" name="Line 158"/>
            <p:cNvSpPr/>
            <p:nvPr/>
          </p:nvSpPr>
          <p:spPr>
            <a:xfrm flipH="1">
              <a:off x="7113240" y="2334240"/>
              <a:ext cx="105120" cy="622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280" bIns="1728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6" name="Line 159"/>
            <p:cNvSpPr/>
            <p:nvPr/>
          </p:nvSpPr>
          <p:spPr>
            <a:xfrm flipH="1">
              <a:off x="6936120" y="2072880"/>
              <a:ext cx="88560" cy="7416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160" bIns="2916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7" name="Line 160"/>
            <p:cNvSpPr/>
            <p:nvPr/>
          </p:nvSpPr>
          <p:spPr>
            <a:xfrm flipH="1">
              <a:off x="6705360" y="1839240"/>
              <a:ext cx="77040" cy="8784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840" bIns="428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8" name="Line 161"/>
            <p:cNvSpPr/>
            <p:nvPr/>
          </p:nvSpPr>
          <p:spPr>
            <a:xfrm flipH="1">
              <a:off x="6449040" y="1647360"/>
              <a:ext cx="58320" cy="1018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9" name="Line 162"/>
            <p:cNvSpPr/>
            <p:nvPr/>
          </p:nvSpPr>
          <p:spPr>
            <a:xfrm flipH="1">
              <a:off x="6167160" y="1506240"/>
              <a:ext cx="41760" cy="10872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0" name="Line 163"/>
            <p:cNvSpPr/>
            <p:nvPr/>
          </p:nvSpPr>
          <p:spPr>
            <a:xfrm flipH="1">
              <a:off x="5868720" y="1418400"/>
              <a:ext cx="20880" cy="1180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1" name="Line 164"/>
            <p:cNvSpPr/>
            <p:nvPr/>
          </p:nvSpPr>
          <p:spPr>
            <a:xfrm>
              <a:off x="5393160" y="1392840"/>
              <a:ext cx="4680" cy="6732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320" bIns="223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2" name="Line 165"/>
            <p:cNvSpPr/>
            <p:nvPr/>
          </p:nvSpPr>
          <p:spPr>
            <a:xfrm>
              <a:off x="5064480" y="1452960"/>
              <a:ext cx="21240" cy="6480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800" bIns="198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3" name="Line 166"/>
            <p:cNvSpPr/>
            <p:nvPr/>
          </p:nvSpPr>
          <p:spPr>
            <a:xfrm>
              <a:off x="4754520" y="1568520"/>
              <a:ext cx="28080" cy="6264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640" bIns="176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4" name="Line 167"/>
            <p:cNvSpPr/>
            <p:nvPr/>
          </p:nvSpPr>
          <p:spPr>
            <a:xfrm>
              <a:off x="4442400" y="1735200"/>
              <a:ext cx="41760" cy="5544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440" bIns="104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5" name="Line 168"/>
            <p:cNvSpPr/>
            <p:nvPr/>
          </p:nvSpPr>
          <p:spPr>
            <a:xfrm>
              <a:off x="4202280" y="1936440"/>
              <a:ext cx="46440" cy="532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280" bIns="828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6" name="Line 169"/>
            <p:cNvSpPr/>
            <p:nvPr/>
          </p:nvSpPr>
          <p:spPr>
            <a:xfrm>
              <a:off x="3980880" y="2193120"/>
              <a:ext cx="53280" cy="4176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40" bIns="-32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7" name="Line 170"/>
            <p:cNvSpPr/>
            <p:nvPr/>
          </p:nvSpPr>
          <p:spPr>
            <a:xfrm>
              <a:off x="3799080" y="2493720"/>
              <a:ext cx="62640" cy="3240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600" bIns="-126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8" name="Line 171"/>
            <p:cNvSpPr/>
            <p:nvPr/>
          </p:nvSpPr>
          <p:spPr>
            <a:xfrm>
              <a:off x="3684600" y="2789640"/>
              <a:ext cx="67680" cy="1620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8800" bIns="-288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9" name="Line 172"/>
            <p:cNvSpPr/>
            <p:nvPr/>
          </p:nvSpPr>
          <p:spPr>
            <a:xfrm>
              <a:off x="3614760" y="3143520"/>
              <a:ext cx="69840" cy="46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0320" bIns="-403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0" name="Line 173"/>
            <p:cNvSpPr/>
            <p:nvPr/>
          </p:nvSpPr>
          <p:spPr>
            <a:xfrm flipV="1">
              <a:off x="3614760" y="3467520"/>
              <a:ext cx="69840" cy="46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0320" bIns="-403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1" name="Line 174"/>
            <p:cNvSpPr/>
            <p:nvPr/>
          </p:nvSpPr>
          <p:spPr>
            <a:xfrm flipV="1">
              <a:off x="3673080" y="3789000"/>
              <a:ext cx="67680" cy="1620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8800" bIns="-288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2" name="Line 175"/>
            <p:cNvSpPr/>
            <p:nvPr/>
          </p:nvSpPr>
          <p:spPr>
            <a:xfrm flipV="1">
              <a:off x="3791880" y="4089600"/>
              <a:ext cx="58320" cy="2772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7280" bIns="-1728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Line 176"/>
            <p:cNvSpPr/>
            <p:nvPr/>
          </p:nvSpPr>
          <p:spPr>
            <a:xfrm flipV="1">
              <a:off x="3966840" y="4380840"/>
              <a:ext cx="55800" cy="370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920" bIns="-79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4" name="Line 177"/>
            <p:cNvSpPr/>
            <p:nvPr/>
          </p:nvSpPr>
          <p:spPr>
            <a:xfrm flipV="1">
              <a:off x="4178880" y="4626000"/>
              <a:ext cx="48960" cy="532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280" bIns="828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5" name="Line 178"/>
            <p:cNvSpPr/>
            <p:nvPr/>
          </p:nvSpPr>
          <p:spPr>
            <a:xfrm flipV="1">
              <a:off x="4456080" y="4845960"/>
              <a:ext cx="42120" cy="5544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440" bIns="104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6" name="Line 179"/>
            <p:cNvSpPr/>
            <p:nvPr/>
          </p:nvSpPr>
          <p:spPr>
            <a:xfrm flipV="1">
              <a:off x="4740480" y="4996080"/>
              <a:ext cx="30240" cy="6264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640" bIns="176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7" name="Line 180"/>
            <p:cNvSpPr/>
            <p:nvPr/>
          </p:nvSpPr>
          <p:spPr>
            <a:xfrm flipV="1">
              <a:off x="5043600" y="5104800"/>
              <a:ext cx="18720" cy="6732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320" bIns="223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8" name="Line 181"/>
            <p:cNvSpPr/>
            <p:nvPr/>
          </p:nvSpPr>
          <p:spPr>
            <a:xfrm flipV="1">
              <a:off x="5393160" y="5151240"/>
              <a:ext cx="4680" cy="6912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120" bIns="241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9" name="Line 182"/>
            <p:cNvSpPr/>
            <p:nvPr/>
          </p:nvSpPr>
          <p:spPr>
            <a:xfrm flipH="1" flipV="1">
              <a:off x="5717160" y="5151240"/>
              <a:ext cx="4680" cy="6912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120" bIns="241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0" name="Line 183"/>
            <p:cNvSpPr/>
            <p:nvPr/>
          </p:nvSpPr>
          <p:spPr>
            <a:xfrm flipH="1" flipV="1">
              <a:off x="6031800" y="5095800"/>
              <a:ext cx="20880" cy="6696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960" bIns="2196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1" name="Line 184"/>
            <p:cNvSpPr/>
            <p:nvPr/>
          </p:nvSpPr>
          <p:spPr>
            <a:xfrm flipH="1" flipV="1">
              <a:off x="6334920" y="4984560"/>
              <a:ext cx="25560" cy="6264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640" bIns="176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2" name="Line 185"/>
            <p:cNvSpPr/>
            <p:nvPr/>
          </p:nvSpPr>
          <p:spPr>
            <a:xfrm flipH="1" flipV="1">
              <a:off x="6609960" y="4845960"/>
              <a:ext cx="37440" cy="5544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440" bIns="104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3" name="Line 186"/>
            <p:cNvSpPr/>
            <p:nvPr/>
          </p:nvSpPr>
          <p:spPr>
            <a:xfrm flipH="1" flipV="1">
              <a:off x="6852240" y="4637520"/>
              <a:ext cx="51480" cy="5112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120" bIns="61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4" name="Line 187"/>
            <p:cNvSpPr/>
            <p:nvPr/>
          </p:nvSpPr>
          <p:spPr>
            <a:xfrm flipH="1" flipV="1">
              <a:off x="7071480" y="4392720"/>
              <a:ext cx="55800" cy="3672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8280" bIns="-828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5" name="Line 188"/>
            <p:cNvSpPr/>
            <p:nvPr/>
          </p:nvSpPr>
          <p:spPr>
            <a:xfrm flipH="1" flipV="1">
              <a:off x="7227720" y="4112640"/>
              <a:ext cx="67320" cy="2556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440" bIns="-194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6" name="Line 189"/>
            <p:cNvSpPr/>
            <p:nvPr/>
          </p:nvSpPr>
          <p:spPr>
            <a:xfrm flipH="1" flipV="1">
              <a:off x="7353360" y="3789000"/>
              <a:ext cx="63000" cy="1620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8800" bIns="-288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7" name="Line 190"/>
            <p:cNvSpPr/>
            <p:nvPr/>
          </p:nvSpPr>
          <p:spPr>
            <a:xfrm flipH="1" flipV="1">
              <a:off x="7407000" y="3467520"/>
              <a:ext cx="67680" cy="46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0320" bIns="-403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8" name="Line 191"/>
            <p:cNvSpPr/>
            <p:nvPr/>
          </p:nvSpPr>
          <p:spPr>
            <a:xfrm flipH="1">
              <a:off x="7407000" y="3143520"/>
              <a:ext cx="67680" cy="468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0320" bIns="-403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9" name="Line 192"/>
            <p:cNvSpPr/>
            <p:nvPr/>
          </p:nvSpPr>
          <p:spPr>
            <a:xfrm flipH="1">
              <a:off x="7353360" y="2810520"/>
              <a:ext cx="63000" cy="1620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8800" bIns="-288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0" name="Line 193"/>
            <p:cNvSpPr/>
            <p:nvPr/>
          </p:nvSpPr>
          <p:spPr>
            <a:xfrm flipH="1">
              <a:off x="7227720" y="2482200"/>
              <a:ext cx="67320" cy="3240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600" bIns="-126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" name="Line 194"/>
            <p:cNvSpPr/>
            <p:nvPr/>
          </p:nvSpPr>
          <p:spPr>
            <a:xfrm flipH="1">
              <a:off x="7071480" y="2193120"/>
              <a:ext cx="55800" cy="4176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40" bIns="-32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2" name="Line 195"/>
            <p:cNvSpPr/>
            <p:nvPr/>
          </p:nvSpPr>
          <p:spPr>
            <a:xfrm flipH="1">
              <a:off x="6852240" y="1947960"/>
              <a:ext cx="51480" cy="5076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3" name="Line 196"/>
            <p:cNvSpPr/>
            <p:nvPr/>
          </p:nvSpPr>
          <p:spPr>
            <a:xfrm flipH="1">
              <a:off x="6609960" y="1735200"/>
              <a:ext cx="37440" cy="5544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440" bIns="104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4" name="Line 197"/>
            <p:cNvSpPr/>
            <p:nvPr/>
          </p:nvSpPr>
          <p:spPr>
            <a:xfrm flipH="1">
              <a:off x="6334920" y="1568520"/>
              <a:ext cx="25560" cy="6264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640" bIns="1764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5" name="Line 198"/>
            <p:cNvSpPr/>
            <p:nvPr/>
          </p:nvSpPr>
          <p:spPr>
            <a:xfrm flipH="1">
              <a:off x="6031800" y="1452960"/>
              <a:ext cx="20880" cy="6480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800" bIns="1980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6" name="Line 199"/>
            <p:cNvSpPr/>
            <p:nvPr/>
          </p:nvSpPr>
          <p:spPr>
            <a:xfrm flipH="1">
              <a:off x="5717160" y="1392840"/>
              <a:ext cx="4680" cy="67320"/>
            </a:xfrm>
            <a:prstGeom prst="line">
              <a:avLst/>
            </a:prstGeom>
            <a:ln w="4763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320" bIns="22320" anchor="t">
              <a:noAutofit/>
            </a:bodyPr>
            <a:p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7" name="Freeform 200" descr="© INSCALE GmbH, 26.05.2010&#10;http://www.presentationload.com/"/>
            <p:cNvSpPr/>
            <p:nvPr/>
          </p:nvSpPr>
          <p:spPr>
            <a:xfrm>
              <a:off x="3407400" y="1189440"/>
              <a:ext cx="4278960" cy="4243680"/>
            </a:xfrm>
            <a:custGeom>
              <a:avLst/>
              <a:gdLst>
                <a:gd name="textAreaLeft" fmla="*/ 0 w 4278960"/>
                <a:gd name="textAreaRight" fmla="*/ 4279320 w 4278960"/>
                <a:gd name="textAreaTop" fmla="*/ 0 h 4243680"/>
                <a:gd name="textAreaBottom" fmla="*/ 4244040 h 4243680"/>
                <a:gd name="GluePoint1X" fmla="*/ 732 w 0"/>
                <a:gd name="GluePoint1Y" fmla=""/>
                <a:gd name="GluePoint2X" fmla=""/>
                <a:gd name="GluePoint2Y" fmla="*/ 732 h 0"/>
                <a:gd name="GluePoint3X" fmla="*/ 732 w 0"/>
                <a:gd name="GluePoint3Y" fmla="*/ 1464 h 0"/>
                <a:gd name="GluePoint4X" fmla="*/ 1463 w 0"/>
                <a:gd name="GluePoint4Y" fmla="*/ 732 h 0"/>
                <a:gd name="GluePoint5X" fmla="*/ 732 w 0"/>
                <a:gd name="GluePoint5Y" fmla=""/>
                <a:gd name="GluePoint6X" fmla="*/ 737 w 0"/>
                <a:gd name="GluePoint6Y" fmla="*/ 1450 h 0"/>
                <a:gd name="GluePoint7X" fmla="*/ 26 w 0"/>
                <a:gd name="GluePoint7Y" fmla="*/ 732 h 0"/>
                <a:gd name="GluePoint8X" fmla="*/ 732 w 0"/>
                <a:gd name="GluePoint8Y" fmla="*/ 27 h 0"/>
                <a:gd name="GluePoint9X" fmla="*/ 1437 w 0"/>
                <a:gd name="GluePoint9Y" fmla="*/ 732 h 0"/>
                <a:gd name="GluePoint10X" fmla="*/ 737 w 0"/>
                <a:gd name="GluePoint10Y" fmla="*/ 145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463" h="1464">
                  <a:moveTo>
                    <a:pt x="732" y="0"/>
                  </a:moveTo>
                  <a:cubicBezTo>
                    <a:pt x="327" y="0"/>
                    <a:pt x="0" y="328"/>
                    <a:pt x="0" y="732"/>
                  </a:cubicBezTo>
                  <a:cubicBezTo>
                    <a:pt x="0" y="1137"/>
                    <a:pt x="327" y="1464"/>
                    <a:pt x="732" y="1464"/>
                  </a:cubicBezTo>
                  <a:cubicBezTo>
                    <a:pt x="1136" y="1464"/>
                    <a:pt x="1463" y="1137"/>
                    <a:pt x="1463" y="732"/>
                  </a:cubicBezTo>
                  <a:cubicBezTo>
                    <a:pt x="1463" y="328"/>
                    <a:pt x="1136" y="0"/>
                    <a:pt x="732" y="0"/>
                  </a:cubicBezTo>
                  <a:close/>
                  <a:moveTo>
                    <a:pt x="737" y="1450"/>
                  </a:moveTo>
                  <a:cubicBezTo>
                    <a:pt x="348" y="1450"/>
                    <a:pt x="26" y="1122"/>
                    <a:pt x="26" y="732"/>
                  </a:cubicBezTo>
                  <a:cubicBezTo>
                    <a:pt x="26" y="343"/>
                    <a:pt x="342" y="27"/>
                    <a:pt x="732" y="27"/>
                  </a:cubicBezTo>
                  <a:cubicBezTo>
                    <a:pt x="1121" y="27"/>
                    <a:pt x="1437" y="343"/>
                    <a:pt x="1437" y="732"/>
                  </a:cubicBezTo>
                  <a:cubicBezTo>
                    <a:pt x="1437" y="1122"/>
                    <a:pt x="1127" y="1450"/>
                    <a:pt x="737" y="1450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8" name="Freeform 201" descr="© INSCALE GmbH, 26.05.2010&#10;http://www.presentationload.com/"/>
            <p:cNvSpPr/>
            <p:nvPr/>
          </p:nvSpPr>
          <p:spPr>
            <a:xfrm>
              <a:off x="5477400" y="3317400"/>
              <a:ext cx="144000" cy="80640"/>
            </a:xfrm>
            <a:custGeom>
              <a:avLst/>
              <a:gdLst>
                <a:gd name="textAreaLeft" fmla="*/ 0 w 144000"/>
                <a:gd name="textAreaRight" fmla="*/ 144360 w 144000"/>
                <a:gd name="textAreaTop" fmla="*/ 0 h 80640"/>
                <a:gd name="textAreaBottom" fmla="*/ 81000 h 80640"/>
                <a:gd name="GluePoint1X" fmla="*/ 49 w 0"/>
                <a:gd name="GluePoint1Y" fmla=""/>
                <a:gd name="GluePoint2X" fmla="*/ 49 w 0"/>
                <a:gd name="GluePoint2Y" fmla=""/>
                <a:gd name="GluePoint3X" fmla="*/ 26 w 0"/>
                <a:gd name="GluePoint3Y" fmla="*/ 26 h 0"/>
                <a:gd name="GluePoint4X" fmla=""/>
                <a:gd name="GluePoint4Y" fmla="*/ 3 h 0"/>
                <a:gd name="GluePoint5X" fmla=""/>
                <a:gd name="GluePoint5Y" fmla=""/>
                <a:gd name="GluePoint6X" fmla="*/ 2 w 0"/>
                <a:gd name="GluePoint6Y" fmla=""/>
                <a:gd name="GluePoint7X" fmla="*/ 2 w 0"/>
                <a:gd name="GluePoint7Y" fmla=""/>
                <a:gd name="GluePoint8X" fmla="*/ 2 w 0"/>
                <a:gd name="GluePoint8Y" fmla="*/ 3 h 0"/>
                <a:gd name="GluePoint9X" fmla="*/ 26 w 0"/>
                <a:gd name="GluePoint9Y" fmla="*/ 24 h 0"/>
                <a:gd name="GluePoint10X" fmla="*/ 48 w 0"/>
                <a:gd name="GluePoint10Y" fmla=""/>
                <a:gd name="GluePoint11X" fmla="*/ 48 w 0"/>
                <a:gd name="GluePoint11Y" fmla=""/>
                <a:gd name="GluePoint12X" fmla="*/ 49 w 0"/>
                <a:gd name="GluePoint12Y" fmla="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0" h="27">
                  <a:moveTo>
                    <a:pt x="49" y="0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50" y="14"/>
                    <a:pt x="39" y="25"/>
                    <a:pt x="26" y="26"/>
                  </a:cubicBezTo>
                  <a:cubicBezTo>
                    <a:pt x="12" y="27"/>
                    <a:pt x="1" y="16"/>
                    <a:pt x="0" y="3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2" y="15"/>
                    <a:pt x="13" y="25"/>
                    <a:pt x="26" y="24"/>
                  </a:cubicBezTo>
                  <a:cubicBezTo>
                    <a:pt x="39" y="24"/>
                    <a:pt x="48" y="13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1a341b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99" name="PlaceHolder 1"/>
          <p:cNvSpPr>
            <a:spLocks noGrp="1"/>
          </p:cNvSpPr>
          <p:nvPr>
            <p:ph type="subTitle"/>
          </p:nvPr>
        </p:nvSpPr>
        <p:spPr>
          <a:xfrm>
            <a:off x="324720" y="364680"/>
            <a:ext cx="10018440" cy="42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Light"/>
              </a:rPr>
              <a:t>Panorama Geral de Impactos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00" name="Conector reto 7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pic>
        <p:nvPicPr>
          <p:cNvPr id="701" name="Imagem 8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6119640"/>
            <a:ext cx="12191760" cy="742680"/>
          </a:xfrm>
          <a:prstGeom prst="rect">
            <a:avLst/>
          </a:prstGeom>
          <a:solidFill>
            <a:srgbClr val="143351"/>
          </a:solidFill>
          <a:ln w="0">
            <a:noFill/>
          </a:ln>
        </p:spPr>
      </p:pic>
      <p:sp>
        <p:nvSpPr>
          <p:cNvPr id="702" name="Freeform 9"/>
          <p:cNvSpPr/>
          <p:nvPr/>
        </p:nvSpPr>
        <p:spPr>
          <a:xfrm>
            <a:off x="3563640" y="1124640"/>
            <a:ext cx="541800" cy="539280"/>
          </a:xfrm>
          <a:custGeom>
            <a:avLst/>
            <a:gdLst>
              <a:gd name="textAreaLeft" fmla="*/ 0 w 541800"/>
              <a:gd name="textAreaRight" fmla="*/ 542160 w 541800"/>
              <a:gd name="textAreaTop" fmla="*/ 0 h 539280"/>
              <a:gd name="textAreaBottom" fmla="*/ 539640 h 539280"/>
              <a:gd name="GluePoint1X" fmla="*/ 2147483647 w 4778"/>
              <a:gd name="GluePoint1Y" fmla="*/ 2147483647 h 4763"/>
              <a:gd name="GluePoint2X" fmla="*/ 2147483647 w 4778"/>
              <a:gd name="GluePoint2Y" fmla="*/ 2147483647 h 4763"/>
              <a:gd name="GluePoint3X" fmla="*/ 2147483647 w 4778"/>
              <a:gd name="GluePoint3Y" fmla="*/ 2147483647 h 4763"/>
              <a:gd name="GluePoint4X" fmla="*/ 2147483647 w 4778"/>
              <a:gd name="GluePoint4Y" fmla="*/ 2147483647 h 4763"/>
              <a:gd name="GluePoint5X" fmla="*/ 2147483647 w 4778"/>
              <a:gd name="GluePoint5Y" fmla="*/ 2147483647 h 4763"/>
              <a:gd name="GluePoint6X" fmla="*/ 2147483647 w 4778"/>
              <a:gd name="GluePoint6Y" fmla="*/ 2147483647 h 4763"/>
              <a:gd name="GluePoint7X" fmla="*/ 2147483647 w 4778"/>
              <a:gd name="GluePoint7Y" fmla="*/ 2147483647 h 4763"/>
              <a:gd name="GluePoint8X" fmla="*/ 2147483647 w 4778"/>
              <a:gd name="GluePoint8Y" fmla="*/ 2147483647 h 4763"/>
              <a:gd name="GluePoint9X" fmla="*/ 2147483647 w 4778"/>
              <a:gd name="GluePoint9Y" fmla="*/ 2147483647 h 4763"/>
              <a:gd name="GluePoint10X" fmla="*/ 2147483647 w 4778"/>
              <a:gd name="GluePoint10Y" fmla="*/ 2147483647 h 4763"/>
              <a:gd name="GluePoint11X" fmla="*/ 2147483647 w 4778"/>
              <a:gd name="GluePoint11Y" fmla="*/ 2147483647 h 4763"/>
              <a:gd name="GluePoint12X" fmla="*/ 2147483647 w 4778"/>
              <a:gd name="GluePoint12Y" fmla="*/ 2147483647 h 4763"/>
              <a:gd name="GluePoint13X" fmla="*/ 2147483647 w 4778"/>
              <a:gd name="GluePoint13Y" fmla="*/ 2147483647 h 4763"/>
              <a:gd name="GluePoint14X" fmla="*/ 2147483647 w 4778"/>
              <a:gd name="GluePoint14Y" fmla="*/ 2147483647 h 4763"/>
              <a:gd name="GluePoint15X" fmla="*/ 2147483647 w 4778"/>
              <a:gd name="GluePoint15Y" fmla="*/ 2147483647 h 4763"/>
              <a:gd name="GluePoint16X" fmla="*/ 2147483647 w 4778"/>
              <a:gd name="GluePoint16Y" fmla="*/ 2147483647 h 4763"/>
              <a:gd name="GluePoint17X" fmla="*/ 2147483647 w 4778"/>
              <a:gd name="GluePoint17Y" fmla="*/ 2147483647 h 4763"/>
              <a:gd name="GluePoint18X" fmla="*/ 2147483647 w 4778"/>
              <a:gd name="GluePoint18Y" fmla="*/ 2147483647 h 4763"/>
              <a:gd name="GluePoint19X" fmla="*/ 2147483647 w 4778"/>
              <a:gd name="GluePoint19Y" fmla="*/ 2147483647 h 4763"/>
              <a:gd name="GluePoint20X" fmla="*/ 2147483647 w 4778"/>
              <a:gd name="GluePoint20Y" fmla="*/ 2147483647 h 4763"/>
              <a:gd name="GluePoint21X" fmla="*/ 2147483647 w 4778"/>
              <a:gd name="GluePoint21Y" fmla="*/ 2147483647 h 4763"/>
              <a:gd name="GluePoint22X" fmla="*/ 2147483647 w 4778"/>
              <a:gd name="GluePoint22Y" fmla="*/ 2147483647 h 4763"/>
              <a:gd name="GluePoint23X" fmla="*/ 2147483647 w 4778"/>
              <a:gd name="GluePoint23Y" fmla="*/ 2147483647 h 4763"/>
              <a:gd name="GluePoint24X" fmla="*/ 2147483647 w 4778"/>
              <a:gd name="GluePoint24Y" fmla="*/ 2147483647 h 4763"/>
              <a:gd name="GluePoint25X" fmla="*/ 2147483647 w 4778"/>
              <a:gd name="GluePoint25Y" fmla="*/ 2147483647 h 4763"/>
              <a:gd name="GluePoint26X" fmla="*/ 2147483647 w 4778"/>
              <a:gd name="GluePoint26Y" fmla="*/ 2147483647 h 4763"/>
              <a:gd name="GluePoint27X" fmla="*/ 2147483647 w 4778"/>
              <a:gd name="GluePoint27Y" fmla="*/ 2147483647 h 4763"/>
              <a:gd name="GluePoint28X" fmla="*/ 2147483647 w 4778"/>
              <a:gd name="GluePoint28Y" fmla="*/ 2147483647 h 4763"/>
              <a:gd name="GluePoint29X" fmla="*/ 2147483647 w 4778"/>
              <a:gd name="GluePoint29Y" fmla="*/ 2147483647 h 4763"/>
              <a:gd name="GluePoint30X" fmla="*/ 2147483647 w 4778"/>
              <a:gd name="GluePoint30Y" fmla="*/ 2147483647 h 4763"/>
              <a:gd name="GluePoint31X" fmla="*/ 2147483647 w 4778"/>
              <a:gd name="GluePoint31Y" fmla="*/ 2147483647 h 4763"/>
              <a:gd name="GluePoint32X" fmla="*/ 2147483647 w 4778"/>
              <a:gd name="GluePoint32Y" fmla="*/ 2147483647 h 4763"/>
              <a:gd name="GluePoint33X" fmla="*/ 2147483647 w 4778"/>
              <a:gd name="GluePoint33Y" fmla="*/ 2147483647 h 4763"/>
              <a:gd name="GluePoint34X" fmla="*/ 2147483647 w 4778"/>
              <a:gd name="GluePoint34Y" fmla="*/ 2147483647 h 4763"/>
              <a:gd name="GluePoint35X" fmla="*/ 2147483647 w 4778"/>
              <a:gd name="GluePoint35Y" fmla="*/ 2147483647 h 4763"/>
              <a:gd name="GluePoint36X" fmla="*/ 2147483647 w 4778"/>
              <a:gd name="GluePoint36Y" fmla="*/ 2147483647 h 4763"/>
              <a:gd name="GluePoint37X" fmla="*/ 2147483647 w 4778"/>
              <a:gd name="GluePoint37Y" fmla="*/ 2147483647 h 4763"/>
              <a:gd name="GluePoint38X" fmla="*/ 2147483647 w 4778"/>
              <a:gd name="GluePoint38Y" fmla="*/ 2147483647 h 4763"/>
              <a:gd name="GluePoint39X" fmla="*/ 2147483647 w 4778"/>
              <a:gd name="GluePoint39Y" fmla="*/ 2147483647 h 4763"/>
              <a:gd name="GluePoint40X" fmla="*/ 2147483647 w 4778"/>
              <a:gd name="GluePoint40Y" fmla="*/ 2147483647 h 4763"/>
              <a:gd name="GluePoint41X" fmla="*/ 2147483647 w 4778"/>
              <a:gd name="GluePoint41Y" fmla="*/ 2147483647 h 4763"/>
              <a:gd name="GluePoint42X" fmla="*/ 2147483647 w 4778"/>
              <a:gd name="GluePoint42Y" fmla="*/ 2147483647 h 4763"/>
              <a:gd name="GluePoint43X" fmla="*/ 2147483647 w 4778"/>
              <a:gd name="GluePoint43Y" fmla="*/ 2147483647 h 4763"/>
              <a:gd name="GluePoint44X" fmla="*/ 2147483647 w 4778"/>
              <a:gd name="GluePoint44Y" fmla="*/ 2147483647 h 4763"/>
              <a:gd name="GluePoint45X" fmla="*/ 2147483647 w 4778"/>
              <a:gd name="GluePoint45Y" fmla="*/ 2147483647 h 4763"/>
              <a:gd name="GluePoint46X" fmla="*/ 2147483647 w 4778"/>
              <a:gd name="GluePoint46Y" fmla="*/ 2147483647 h 4763"/>
              <a:gd name="GluePoint47X" fmla="*/ 2147483647 w 4778"/>
              <a:gd name="GluePoint47Y" fmla="*/ 2147483647 h 4763"/>
              <a:gd name="GluePoint48X" fmla="*/ 2147483647 w 4778"/>
              <a:gd name="GluePoint48Y" fmla="*/ 2147483647 h 4763"/>
              <a:gd name="GluePoint49X" fmla="*/ 2147483647 w 4778"/>
              <a:gd name="GluePoint49Y" fmla="*/ 2147483647 h 4763"/>
              <a:gd name="GluePoint50X" fmla="*/ 2147483647 w 4778"/>
              <a:gd name="GluePoint50Y" fmla="*/ 2147483647 h 4763"/>
              <a:gd name="GluePoint51X" fmla="*/ 2147483647 w 4778"/>
              <a:gd name="GluePoint51Y" fmla="*/ 2147483647 h 4763"/>
              <a:gd name="GluePoint52X" fmla="*/ 2147483647 w 4778"/>
              <a:gd name="GluePoint52Y" fmla="*/ 2147483647 h 4763"/>
              <a:gd name="GluePoint53X" fmla="*/ 2147483647 w 4778"/>
              <a:gd name="GluePoint53Y" fmla="*/ 2147483647 h 4763"/>
              <a:gd name="GluePoint54X" fmla="*/ 2147483647 w 4778"/>
              <a:gd name="GluePoint54Y" fmla="*/ 2147483647 h 4763"/>
              <a:gd name="GluePoint55X" fmla="*/ 2147483647 w 4778"/>
              <a:gd name="GluePoint55Y" fmla="*/ 2147483647 h 4763"/>
              <a:gd name="GluePoint56X" fmla="*/ 2147483647 w 4778"/>
              <a:gd name="GluePoint56Y" fmla="*/ 2147483647 h 4763"/>
              <a:gd name="GluePoint57X" fmla="*/ 2147483647 w 4778"/>
              <a:gd name="GluePoint57Y" fmla="*/ 2147483647 h 4763"/>
              <a:gd name="GluePoint58X" fmla="*/ 2147483647 w 4778"/>
              <a:gd name="GluePoint58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</a:cxnLst>
            <a:rect l="textAreaLeft" t="textAreaTop" r="textAreaRight" b="textAreaBottom"/>
            <a:pathLst>
              <a:path w="4778" h="4763">
                <a:moveTo>
                  <a:pt x="2889" y="3492"/>
                </a:moveTo>
                <a:lnTo>
                  <a:pt x="2889" y="3624"/>
                </a:lnTo>
                <a:lnTo>
                  <a:pt x="2789" y="3624"/>
                </a:lnTo>
                <a:lnTo>
                  <a:pt x="2789" y="3492"/>
                </a:lnTo>
                <a:lnTo>
                  <a:pt x="2889" y="3492"/>
                </a:lnTo>
                <a:close/>
                <a:moveTo>
                  <a:pt x="2889" y="3724"/>
                </a:moveTo>
                <a:lnTo>
                  <a:pt x="2889" y="3860"/>
                </a:lnTo>
                <a:lnTo>
                  <a:pt x="2789" y="3860"/>
                </a:lnTo>
                <a:lnTo>
                  <a:pt x="2789" y="3724"/>
                </a:lnTo>
                <a:lnTo>
                  <a:pt x="2889" y="3724"/>
                </a:lnTo>
                <a:close/>
                <a:moveTo>
                  <a:pt x="2019" y="3492"/>
                </a:moveTo>
                <a:lnTo>
                  <a:pt x="2019" y="3624"/>
                </a:lnTo>
                <a:lnTo>
                  <a:pt x="1919" y="3624"/>
                </a:lnTo>
                <a:lnTo>
                  <a:pt x="1919" y="3492"/>
                </a:lnTo>
                <a:lnTo>
                  <a:pt x="2019" y="3492"/>
                </a:lnTo>
                <a:close/>
                <a:moveTo>
                  <a:pt x="2019" y="3724"/>
                </a:moveTo>
                <a:lnTo>
                  <a:pt x="2019" y="3860"/>
                </a:lnTo>
                <a:lnTo>
                  <a:pt x="1919" y="3860"/>
                </a:lnTo>
                <a:lnTo>
                  <a:pt x="1919" y="3724"/>
                </a:lnTo>
                <a:lnTo>
                  <a:pt x="2019" y="3724"/>
                </a:lnTo>
                <a:close/>
                <a:moveTo>
                  <a:pt x="2671" y="3492"/>
                </a:moveTo>
                <a:lnTo>
                  <a:pt x="2671" y="3624"/>
                </a:lnTo>
                <a:lnTo>
                  <a:pt x="2571" y="3624"/>
                </a:lnTo>
                <a:lnTo>
                  <a:pt x="2571" y="3492"/>
                </a:lnTo>
                <a:lnTo>
                  <a:pt x="2671" y="3492"/>
                </a:lnTo>
                <a:close/>
                <a:moveTo>
                  <a:pt x="2671" y="3724"/>
                </a:moveTo>
                <a:lnTo>
                  <a:pt x="2671" y="3860"/>
                </a:lnTo>
                <a:lnTo>
                  <a:pt x="2571" y="3860"/>
                </a:lnTo>
                <a:lnTo>
                  <a:pt x="2571" y="3724"/>
                </a:lnTo>
                <a:lnTo>
                  <a:pt x="2671" y="3724"/>
                </a:lnTo>
                <a:close/>
                <a:moveTo>
                  <a:pt x="2453" y="3492"/>
                </a:moveTo>
                <a:lnTo>
                  <a:pt x="2453" y="3624"/>
                </a:lnTo>
                <a:lnTo>
                  <a:pt x="2353" y="3624"/>
                </a:lnTo>
                <a:lnTo>
                  <a:pt x="2353" y="3492"/>
                </a:lnTo>
                <a:lnTo>
                  <a:pt x="2453" y="3492"/>
                </a:lnTo>
                <a:close/>
                <a:moveTo>
                  <a:pt x="2453" y="3724"/>
                </a:moveTo>
                <a:lnTo>
                  <a:pt x="2453" y="3860"/>
                </a:lnTo>
                <a:lnTo>
                  <a:pt x="2353" y="3860"/>
                </a:lnTo>
                <a:lnTo>
                  <a:pt x="2353" y="3724"/>
                </a:lnTo>
                <a:lnTo>
                  <a:pt x="2453" y="3724"/>
                </a:lnTo>
                <a:close/>
                <a:moveTo>
                  <a:pt x="2236" y="3492"/>
                </a:moveTo>
                <a:lnTo>
                  <a:pt x="2236" y="3624"/>
                </a:lnTo>
                <a:lnTo>
                  <a:pt x="2136" y="3624"/>
                </a:lnTo>
                <a:lnTo>
                  <a:pt x="2136" y="3492"/>
                </a:lnTo>
                <a:lnTo>
                  <a:pt x="2236" y="3492"/>
                </a:lnTo>
                <a:close/>
                <a:moveTo>
                  <a:pt x="2236" y="3724"/>
                </a:moveTo>
                <a:lnTo>
                  <a:pt x="2236" y="3860"/>
                </a:lnTo>
                <a:lnTo>
                  <a:pt x="2136" y="3860"/>
                </a:lnTo>
                <a:lnTo>
                  <a:pt x="2136" y="3724"/>
                </a:lnTo>
                <a:lnTo>
                  <a:pt x="2236" y="3724"/>
                </a:lnTo>
                <a:close/>
                <a:moveTo>
                  <a:pt x="1697" y="3860"/>
                </a:moveTo>
                <a:lnTo>
                  <a:pt x="1697" y="3278"/>
                </a:lnTo>
                <a:lnTo>
                  <a:pt x="3111" y="3278"/>
                </a:lnTo>
                <a:lnTo>
                  <a:pt x="3111" y="3860"/>
                </a:lnTo>
                <a:lnTo>
                  <a:pt x="3011" y="3860"/>
                </a:lnTo>
                <a:lnTo>
                  <a:pt x="3011" y="3379"/>
                </a:lnTo>
                <a:lnTo>
                  <a:pt x="1798" y="3379"/>
                </a:lnTo>
                <a:lnTo>
                  <a:pt x="1798" y="3860"/>
                </a:lnTo>
                <a:lnTo>
                  <a:pt x="1697" y="3860"/>
                </a:lnTo>
                <a:close/>
                <a:moveTo>
                  <a:pt x="3365" y="2367"/>
                </a:moveTo>
                <a:lnTo>
                  <a:pt x="3365" y="1785"/>
                </a:lnTo>
                <a:lnTo>
                  <a:pt x="4778" y="1785"/>
                </a:lnTo>
                <a:lnTo>
                  <a:pt x="4778" y="2367"/>
                </a:lnTo>
                <a:lnTo>
                  <a:pt x="4678" y="2367"/>
                </a:lnTo>
                <a:lnTo>
                  <a:pt x="4678" y="1885"/>
                </a:lnTo>
                <a:lnTo>
                  <a:pt x="3465" y="1885"/>
                </a:lnTo>
                <a:lnTo>
                  <a:pt x="3465" y="2367"/>
                </a:lnTo>
                <a:lnTo>
                  <a:pt x="3365" y="2367"/>
                </a:lnTo>
                <a:close/>
                <a:moveTo>
                  <a:pt x="4556" y="2000"/>
                </a:moveTo>
                <a:lnTo>
                  <a:pt x="4556" y="2132"/>
                </a:lnTo>
                <a:lnTo>
                  <a:pt x="4456" y="2132"/>
                </a:lnTo>
                <a:lnTo>
                  <a:pt x="4456" y="2000"/>
                </a:lnTo>
                <a:lnTo>
                  <a:pt x="4556" y="2000"/>
                </a:lnTo>
                <a:close/>
                <a:moveTo>
                  <a:pt x="4556" y="2232"/>
                </a:moveTo>
                <a:lnTo>
                  <a:pt x="4556" y="2367"/>
                </a:lnTo>
                <a:lnTo>
                  <a:pt x="4456" y="2367"/>
                </a:lnTo>
                <a:lnTo>
                  <a:pt x="4456" y="2232"/>
                </a:lnTo>
                <a:lnTo>
                  <a:pt x="4556" y="2232"/>
                </a:lnTo>
                <a:close/>
                <a:moveTo>
                  <a:pt x="3686" y="2000"/>
                </a:moveTo>
                <a:lnTo>
                  <a:pt x="3686" y="2132"/>
                </a:lnTo>
                <a:lnTo>
                  <a:pt x="3586" y="2132"/>
                </a:lnTo>
                <a:lnTo>
                  <a:pt x="3586" y="2000"/>
                </a:lnTo>
                <a:lnTo>
                  <a:pt x="3686" y="2000"/>
                </a:lnTo>
                <a:close/>
                <a:moveTo>
                  <a:pt x="3686" y="2232"/>
                </a:moveTo>
                <a:lnTo>
                  <a:pt x="3686" y="2367"/>
                </a:lnTo>
                <a:lnTo>
                  <a:pt x="3586" y="2367"/>
                </a:lnTo>
                <a:lnTo>
                  <a:pt x="3586" y="2232"/>
                </a:lnTo>
                <a:lnTo>
                  <a:pt x="3686" y="2232"/>
                </a:lnTo>
                <a:close/>
                <a:moveTo>
                  <a:pt x="4339" y="2000"/>
                </a:moveTo>
                <a:lnTo>
                  <a:pt x="4339" y="2132"/>
                </a:lnTo>
                <a:lnTo>
                  <a:pt x="4238" y="2132"/>
                </a:lnTo>
                <a:lnTo>
                  <a:pt x="4238" y="2000"/>
                </a:lnTo>
                <a:lnTo>
                  <a:pt x="4339" y="2000"/>
                </a:lnTo>
                <a:close/>
                <a:moveTo>
                  <a:pt x="4339" y="2232"/>
                </a:moveTo>
                <a:lnTo>
                  <a:pt x="4339" y="2367"/>
                </a:lnTo>
                <a:lnTo>
                  <a:pt x="4238" y="2367"/>
                </a:lnTo>
                <a:lnTo>
                  <a:pt x="4238" y="2232"/>
                </a:lnTo>
                <a:lnTo>
                  <a:pt x="4339" y="2232"/>
                </a:lnTo>
                <a:close/>
                <a:moveTo>
                  <a:pt x="4121" y="2000"/>
                </a:moveTo>
                <a:lnTo>
                  <a:pt x="4121" y="2132"/>
                </a:lnTo>
                <a:lnTo>
                  <a:pt x="4021" y="2132"/>
                </a:lnTo>
                <a:lnTo>
                  <a:pt x="4021" y="2000"/>
                </a:lnTo>
                <a:lnTo>
                  <a:pt x="4121" y="2000"/>
                </a:lnTo>
                <a:close/>
                <a:moveTo>
                  <a:pt x="4121" y="2232"/>
                </a:moveTo>
                <a:lnTo>
                  <a:pt x="4121" y="2367"/>
                </a:lnTo>
                <a:lnTo>
                  <a:pt x="4021" y="2367"/>
                </a:lnTo>
                <a:lnTo>
                  <a:pt x="4021" y="2232"/>
                </a:lnTo>
                <a:lnTo>
                  <a:pt x="4121" y="2232"/>
                </a:lnTo>
                <a:close/>
                <a:moveTo>
                  <a:pt x="3903" y="2000"/>
                </a:moveTo>
                <a:lnTo>
                  <a:pt x="3903" y="2132"/>
                </a:lnTo>
                <a:lnTo>
                  <a:pt x="3803" y="2132"/>
                </a:lnTo>
                <a:lnTo>
                  <a:pt x="3803" y="2000"/>
                </a:lnTo>
                <a:lnTo>
                  <a:pt x="3903" y="2000"/>
                </a:lnTo>
                <a:close/>
                <a:moveTo>
                  <a:pt x="3903" y="2232"/>
                </a:moveTo>
                <a:lnTo>
                  <a:pt x="3903" y="2367"/>
                </a:lnTo>
                <a:lnTo>
                  <a:pt x="3803" y="2367"/>
                </a:lnTo>
                <a:lnTo>
                  <a:pt x="3803" y="2232"/>
                </a:lnTo>
                <a:lnTo>
                  <a:pt x="3903" y="2232"/>
                </a:lnTo>
                <a:close/>
                <a:moveTo>
                  <a:pt x="0" y="2367"/>
                </a:moveTo>
                <a:lnTo>
                  <a:pt x="0" y="1785"/>
                </a:lnTo>
                <a:lnTo>
                  <a:pt x="1413" y="1785"/>
                </a:lnTo>
                <a:lnTo>
                  <a:pt x="1413" y="2367"/>
                </a:lnTo>
                <a:lnTo>
                  <a:pt x="1313" y="2367"/>
                </a:lnTo>
                <a:lnTo>
                  <a:pt x="1313" y="1885"/>
                </a:lnTo>
                <a:lnTo>
                  <a:pt x="100" y="1885"/>
                </a:lnTo>
                <a:lnTo>
                  <a:pt x="100" y="2367"/>
                </a:lnTo>
                <a:lnTo>
                  <a:pt x="0" y="2367"/>
                </a:lnTo>
                <a:close/>
                <a:moveTo>
                  <a:pt x="1192" y="2000"/>
                </a:moveTo>
                <a:lnTo>
                  <a:pt x="1192" y="2132"/>
                </a:lnTo>
                <a:lnTo>
                  <a:pt x="1092" y="2132"/>
                </a:lnTo>
                <a:lnTo>
                  <a:pt x="1092" y="2000"/>
                </a:lnTo>
                <a:lnTo>
                  <a:pt x="1192" y="2000"/>
                </a:lnTo>
                <a:close/>
                <a:moveTo>
                  <a:pt x="1192" y="2232"/>
                </a:moveTo>
                <a:lnTo>
                  <a:pt x="1192" y="2367"/>
                </a:lnTo>
                <a:lnTo>
                  <a:pt x="1092" y="2367"/>
                </a:lnTo>
                <a:lnTo>
                  <a:pt x="1092" y="2232"/>
                </a:lnTo>
                <a:lnTo>
                  <a:pt x="1192" y="2232"/>
                </a:lnTo>
                <a:close/>
                <a:moveTo>
                  <a:pt x="322" y="2000"/>
                </a:moveTo>
                <a:lnTo>
                  <a:pt x="322" y="2132"/>
                </a:lnTo>
                <a:lnTo>
                  <a:pt x="222" y="2132"/>
                </a:lnTo>
                <a:lnTo>
                  <a:pt x="222" y="2000"/>
                </a:lnTo>
                <a:lnTo>
                  <a:pt x="322" y="2000"/>
                </a:lnTo>
                <a:close/>
                <a:moveTo>
                  <a:pt x="322" y="2232"/>
                </a:moveTo>
                <a:lnTo>
                  <a:pt x="322" y="2367"/>
                </a:lnTo>
                <a:lnTo>
                  <a:pt x="222" y="2367"/>
                </a:lnTo>
                <a:lnTo>
                  <a:pt x="222" y="2232"/>
                </a:lnTo>
                <a:lnTo>
                  <a:pt x="322" y="2232"/>
                </a:lnTo>
                <a:close/>
                <a:moveTo>
                  <a:pt x="974" y="2000"/>
                </a:moveTo>
                <a:lnTo>
                  <a:pt x="974" y="2132"/>
                </a:lnTo>
                <a:lnTo>
                  <a:pt x="874" y="2132"/>
                </a:lnTo>
                <a:lnTo>
                  <a:pt x="874" y="2000"/>
                </a:lnTo>
                <a:lnTo>
                  <a:pt x="974" y="2000"/>
                </a:lnTo>
                <a:close/>
                <a:moveTo>
                  <a:pt x="974" y="2232"/>
                </a:moveTo>
                <a:lnTo>
                  <a:pt x="974" y="2367"/>
                </a:lnTo>
                <a:lnTo>
                  <a:pt x="874" y="2367"/>
                </a:lnTo>
                <a:lnTo>
                  <a:pt x="874" y="2232"/>
                </a:lnTo>
                <a:lnTo>
                  <a:pt x="974" y="2232"/>
                </a:lnTo>
                <a:close/>
                <a:moveTo>
                  <a:pt x="756" y="2000"/>
                </a:moveTo>
                <a:lnTo>
                  <a:pt x="756" y="2132"/>
                </a:lnTo>
                <a:lnTo>
                  <a:pt x="656" y="2132"/>
                </a:lnTo>
                <a:lnTo>
                  <a:pt x="656" y="2000"/>
                </a:lnTo>
                <a:lnTo>
                  <a:pt x="756" y="2000"/>
                </a:lnTo>
                <a:close/>
                <a:moveTo>
                  <a:pt x="756" y="2232"/>
                </a:moveTo>
                <a:lnTo>
                  <a:pt x="756" y="2367"/>
                </a:lnTo>
                <a:lnTo>
                  <a:pt x="656" y="2367"/>
                </a:lnTo>
                <a:lnTo>
                  <a:pt x="656" y="2232"/>
                </a:lnTo>
                <a:lnTo>
                  <a:pt x="756" y="2232"/>
                </a:lnTo>
                <a:close/>
                <a:moveTo>
                  <a:pt x="538" y="2000"/>
                </a:moveTo>
                <a:lnTo>
                  <a:pt x="538" y="2132"/>
                </a:lnTo>
                <a:lnTo>
                  <a:pt x="438" y="2132"/>
                </a:lnTo>
                <a:lnTo>
                  <a:pt x="438" y="2000"/>
                </a:lnTo>
                <a:lnTo>
                  <a:pt x="538" y="2000"/>
                </a:lnTo>
                <a:close/>
                <a:moveTo>
                  <a:pt x="538" y="2232"/>
                </a:moveTo>
                <a:lnTo>
                  <a:pt x="538" y="2367"/>
                </a:lnTo>
                <a:lnTo>
                  <a:pt x="438" y="2367"/>
                </a:lnTo>
                <a:lnTo>
                  <a:pt x="438" y="2232"/>
                </a:lnTo>
                <a:lnTo>
                  <a:pt x="538" y="2232"/>
                </a:lnTo>
                <a:close/>
                <a:moveTo>
                  <a:pt x="3230" y="1074"/>
                </a:moveTo>
                <a:lnTo>
                  <a:pt x="4083" y="1677"/>
                </a:lnTo>
                <a:lnTo>
                  <a:pt x="3909" y="1677"/>
                </a:lnTo>
                <a:lnTo>
                  <a:pt x="3230" y="1197"/>
                </a:lnTo>
                <a:lnTo>
                  <a:pt x="3230" y="1631"/>
                </a:lnTo>
                <a:lnTo>
                  <a:pt x="2514" y="1631"/>
                </a:lnTo>
                <a:lnTo>
                  <a:pt x="2514" y="1531"/>
                </a:lnTo>
                <a:lnTo>
                  <a:pt x="3024" y="1531"/>
                </a:lnTo>
                <a:lnTo>
                  <a:pt x="3024" y="693"/>
                </a:lnTo>
                <a:lnTo>
                  <a:pt x="2413" y="507"/>
                </a:lnTo>
                <a:lnTo>
                  <a:pt x="1801" y="693"/>
                </a:lnTo>
                <a:lnTo>
                  <a:pt x="1801" y="1531"/>
                </a:lnTo>
                <a:lnTo>
                  <a:pt x="2313" y="1531"/>
                </a:lnTo>
                <a:lnTo>
                  <a:pt x="2313" y="1631"/>
                </a:lnTo>
                <a:lnTo>
                  <a:pt x="1601" y="1631"/>
                </a:lnTo>
                <a:lnTo>
                  <a:pt x="1601" y="1184"/>
                </a:lnTo>
                <a:lnTo>
                  <a:pt x="901" y="1677"/>
                </a:lnTo>
                <a:lnTo>
                  <a:pt x="727" y="1677"/>
                </a:lnTo>
                <a:lnTo>
                  <a:pt x="1601" y="1062"/>
                </a:lnTo>
                <a:lnTo>
                  <a:pt x="1601" y="545"/>
                </a:lnTo>
                <a:lnTo>
                  <a:pt x="2361" y="313"/>
                </a:lnTo>
                <a:lnTo>
                  <a:pt x="2361" y="310"/>
                </a:lnTo>
                <a:lnTo>
                  <a:pt x="2361" y="0"/>
                </a:lnTo>
                <a:lnTo>
                  <a:pt x="2773" y="136"/>
                </a:lnTo>
                <a:lnTo>
                  <a:pt x="2461" y="268"/>
                </a:lnTo>
                <a:lnTo>
                  <a:pt x="2461" y="313"/>
                </a:lnTo>
                <a:lnTo>
                  <a:pt x="3230" y="545"/>
                </a:lnTo>
                <a:lnTo>
                  <a:pt x="3230" y="1074"/>
                </a:lnTo>
                <a:close/>
                <a:moveTo>
                  <a:pt x="2898" y="874"/>
                </a:moveTo>
                <a:lnTo>
                  <a:pt x="2898" y="1030"/>
                </a:lnTo>
                <a:lnTo>
                  <a:pt x="2798" y="1030"/>
                </a:lnTo>
                <a:lnTo>
                  <a:pt x="2798" y="874"/>
                </a:lnTo>
                <a:lnTo>
                  <a:pt x="2898" y="874"/>
                </a:lnTo>
                <a:close/>
                <a:moveTo>
                  <a:pt x="2898" y="1130"/>
                </a:moveTo>
                <a:lnTo>
                  <a:pt x="2898" y="1288"/>
                </a:lnTo>
                <a:lnTo>
                  <a:pt x="2798" y="1288"/>
                </a:lnTo>
                <a:lnTo>
                  <a:pt x="2798" y="1130"/>
                </a:lnTo>
                <a:lnTo>
                  <a:pt x="2898" y="1130"/>
                </a:lnTo>
                <a:close/>
                <a:moveTo>
                  <a:pt x="2028" y="874"/>
                </a:moveTo>
                <a:lnTo>
                  <a:pt x="2028" y="1030"/>
                </a:lnTo>
                <a:lnTo>
                  <a:pt x="1928" y="1030"/>
                </a:lnTo>
                <a:lnTo>
                  <a:pt x="1928" y="874"/>
                </a:lnTo>
                <a:lnTo>
                  <a:pt x="2028" y="874"/>
                </a:lnTo>
                <a:close/>
                <a:moveTo>
                  <a:pt x="2028" y="1130"/>
                </a:moveTo>
                <a:lnTo>
                  <a:pt x="2028" y="1288"/>
                </a:lnTo>
                <a:lnTo>
                  <a:pt x="1928" y="1288"/>
                </a:lnTo>
                <a:lnTo>
                  <a:pt x="1928" y="1130"/>
                </a:lnTo>
                <a:lnTo>
                  <a:pt x="2028" y="1130"/>
                </a:lnTo>
                <a:close/>
                <a:moveTo>
                  <a:pt x="2680" y="874"/>
                </a:moveTo>
                <a:lnTo>
                  <a:pt x="2680" y="1030"/>
                </a:lnTo>
                <a:lnTo>
                  <a:pt x="2580" y="1030"/>
                </a:lnTo>
                <a:lnTo>
                  <a:pt x="2580" y="874"/>
                </a:lnTo>
                <a:lnTo>
                  <a:pt x="2680" y="874"/>
                </a:lnTo>
                <a:close/>
                <a:moveTo>
                  <a:pt x="2680" y="1130"/>
                </a:moveTo>
                <a:lnTo>
                  <a:pt x="2680" y="1288"/>
                </a:lnTo>
                <a:lnTo>
                  <a:pt x="2580" y="1288"/>
                </a:lnTo>
                <a:lnTo>
                  <a:pt x="2580" y="1130"/>
                </a:lnTo>
                <a:lnTo>
                  <a:pt x="2680" y="1130"/>
                </a:lnTo>
                <a:close/>
                <a:moveTo>
                  <a:pt x="2463" y="874"/>
                </a:moveTo>
                <a:lnTo>
                  <a:pt x="2463" y="1030"/>
                </a:lnTo>
                <a:lnTo>
                  <a:pt x="2363" y="1030"/>
                </a:lnTo>
                <a:lnTo>
                  <a:pt x="2363" y="874"/>
                </a:lnTo>
                <a:lnTo>
                  <a:pt x="2463" y="874"/>
                </a:lnTo>
                <a:close/>
                <a:moveTo>
                  <a:pt x="2463" y="1130"/>
                </a:moveTo>
                <a:lnTo>
                  <a:pt x="2463" y="1288"/>
                </a:lnTo>
                <a:lnTo>
                  <a:pt x="2363" y="1288"/>
                </a:lnTo>
                <a:lnTo>
                  <a:pt x="2363" y="1130"/>
                </a:lnTo>
                <a:lnTo>
                  <a:pt x="2463" y="1130"/>
                </a:lnTo>
                <a:close/>
                <a:moveTo>
                  <a:pt x="2246" y="874"/>
                </a:moveTo>
                <a:lnTo>
                  <a:pt x="2246" y="1030"/>
                </a:lnTo>
                <a:lnTo>
                  <a:pt x="2146" y="1030"/>
                </a:lnTo>
                <a:lnTo>
                  <a:pt x="2146" y="874"/>
                </a:lnTo>
                <a:lnTo>
                  <a:pt x="2246" y="874"/>
                </a:lnTo>
                <a:close/>
                <a:moveTo>
                  <a:pt x="2246" y="1130"/>
                </a:moveTo>
                <a:lnTo>
                  <a:pt x="2246" y="1288"/>
                </a:lnTo>
                <a:lnTo>
                  <a:pt x="2146" y="1288"/>
                </a:lnTo>
                <a:lnTo>
                  <a:pt x="2146" y="1130"/>
                </a:lnTo>
                <a:lnTo>
                  <a:pt x="2246" y="1130"/>
                </a:lnTo>
                <a:close/>
                <a:moveTo>
                  <a:pt x="2514" y="1729"/>
                </a:moveTo>
                <a:lnTo>
                  <a:pt x="2773" y="1944"/>
                </a:lnTo>
                <a:lnTo>
                  <a:pt x="2773" y="2074"/>
                </a:lnTo>
                <a:lnTo>
                  <a:pt x="2614" y="1943"/>
                </a:lnTo>
                <a:lnTo>
                  <a:pt x="2614" y="2509"/>
                </a:lnTo>
                <a:lnTo>
                  <a:pt x="2664" y="2519"/>
                </a:lnTo>
                <a:lnTo>
                  <a:pt x="2713" y="2530"/>
                </a:lnTo>
                <a:lnTo>
                  <a:pt x="2760" y="2544"/>
                </a:lnTo>
                <a:lnTo>
                  <a:pt x="2808" y="2560"/>
                </a:lnTo>
                <a:lnTo>
                  <a:pt x="2853" y="2579"/>
                </a:lnTo>
                <a:lnTo>
                  <a:pt x="2898" y="2599"/>
                </a:lnTo>
                <a:lnTo>
                  <a:pt x="2942" y="2620"/>
                </a:lnTo>
                <a:lnTo>
                  <a:pt x="2985" y="2644"/>
                </a:lnTo>
                <a:lnTo>
                  <a:pt x="3027" y="2670"/>
                </a:lnTo>
                <a:lnTo>
                  <a:pt x="3067" y="2696"/>
                </a:lnTo>
                <a:lnTo>
                  <a:pt x="3107" y="2725"/>
                </a:lnTo>
                <a:lnTo>
                  <a:pt x="3144" y="2756"/>
                </a:lnTo>
                <a:lnTo>
                  <a:pt x="3181" y="2788"/>
                </a:lnTo>
                <a:lnTo>
                  <a:pt x="3216" y="2821"/>
                </a:lnTo>
                <a:lnTo>
                  <a:pt x="3250" y="2857"/>
                </a:lnTo>
                <a:lnTo>
                  <a:pt x="3282" y="2893"/>
                </a:lnTo>
                <a:lnTo>
                  <a:pt x="3312" y="2930"/>
                </a:lnTo>
                <a:lnTo>
                  <a:pt x="3341" y="2970"/>
                </a:lnTo>
                <a:lnTo>
                  <a:pt x="3369" y="3011"/>
                </a:lnTo>
                <a:lnTo>
                  <a:pt x="3395" y="3052"/>
                </a:lnTo>
                <a:lnTo>
                  <a:pt x="3419" y="3094"/>
                </a:lnTo>
                <a:lnTo>
                  <a:pt x="3440" y="3138"/>
                </a:lnTo>
                <a:lnTo>
                  <a:pt x="3461" y="3183"/>
                </a:lnTo>
                <a:lnTo>
                  <a:pt x="3479" y="3230"/>
                </a:lnTo>
                <a:lnTo>
                  <a:pt x="3495" y="3276"/>
                </a:lnTo>
                <a:lnTo>
                  <a:pt x="3510" y="3323"/>
                </a:lnTo>
                <a:lnTo>
                  <a:pt x="3521" y="3372"/>
                </a:lnTo>
                <a:lnTo>
                  <a:pt x="3532" y="3422"/>
                </a:lnTo>
                <a:lnTo>
                  <a:pt x="3540" y="3472"/>
                </a:lnTo>
                <a:lnTo>
                  <a:pt x="3546" y="3524"/>
                </a:lnTo>
                <a:lnTo>
                  <a:pt x="3549" y="3575"/>
                </a:lnTo>
                <a:lnTo>
                  <a:pt x="3550" y="3626"/>
                </a:lnTo>
                <a:lnTo>
                  <a:pt x="3549" y="3685"/>
                </a:lnTo>
                <a:lnTo>
                  <a:pt x="3545" y="3743"/>
                </a:lnTo>
                <a:lnTo>
                  <a:pt x="3537" y="3800"/>
                </a:lnTo>
                <a:lnTo>
                  <a:pt x="3527" y="3855"/>
                </a:lnTo>
                <a:lnTo>
                  <a:pt x="3515" y="3911"/>
                </a:lnTo>
                <a:lnTo>
                  <a:pt x="3499" y="3964"/>
                </a:lnTo>
                <a:lnTo>
                  <a:pt x="3481" y="4018"/>
                </a:lnTo>
                <a:lnTo>
                  <a:pt x="3461" y="4070"/>
                </a:lnTo>
                <a:lnTo>
                  <a:pt x="3439" y="4120"/>
                </a:lnTo>
                <a:lnTo>
                  <a:pt x="3414" y="4168"/>
                </a:lnTo>
                <a:lnTo>
                  <a:pt x="3386" y="4216"/>
                </a:lnTo>
                <a:lnTo>
                  <a:pt x="3356" y="4262"/>
                </a:lnTo>
                <a:lnTo>
                  <a:pt x="3325" y="4307"/>
                </a:lnTo>
                <a:lnTo>
                  <a:pt x="3291" y="4350"/>
                </a:lnTo>
                <a:lnTo>
                  <a:pt x="3255" y="4391"/>
                </a:lnTo>
                <a:lnTo>
                  <a:pt x="3217" y="4430"/>
                </a:lnTo>
                <a:lnTo>
                  <a:pt x="3178" y="4468"/>
                </a:lnTo>
                <a:lnTo>
                  <a:pt x="3137" y="4504"/>
                </a:lnTo>
                <a:lnTo>
                  <a:pt x="3094" y="4538"/>
                </a:lnTo>
                <a:lnTo>
                  <a:pt x="3049" y="4569"/>
                </a:lnTo>
                <a:lnTo>
                  <a:pt x="3003" y="4599"/>
                </a:lnTo>
                <a:lnTo>
                  <a:pt x="2955" y="4627"/>
                </a:lnTo>
                <a:lnTo>
                  <a:pt x="2907" y="4652"/>
                </a:lnTo>
                <a:lnTo>
                  <a:pt x="2857" y="4674"/>
                </a:lnTo>
                <a:lnTo>
                  <a:pt x="2805" y="4694"/>
                </a:lnTo>
                <a:lnTo>
                  <a:pt x="2751" y="4712"/>
                </a:lnTo>
                <a:lnTo>
                  <a:pt x="2698" y="4728"/>
                </a:lnTo>
                <a:lnTo>
                  <a:pt x="2642" y="4740"/>
                </a:lnTo>
                <a:lnTo>
                  <a:pt x="2587" y="4750"/>
                </a:lnTo>
                <a:lnTo>
                  <a:pt x="2530" y="4758"/>
                </a:lnTo>
                <a:lnTo>
                  <a:pt x="2472" y="4762"/>
                </a:lnTo>
                <a:lnTo>
                  <a:pt x="2413" y="4763"/>
                </a:lnTo>
                <a:lnTo>
                  <a:pt x="2356" y="4762"/>
                </a:lnTo>
                <a:lnTo>
                  <a:pt x="2298" y="4758"/>
                </a:lnTo>
                <a:lnTo>
                  <a:pt x="2241" y="4750"/>
                </a:lnTo>
                <a:lnTo>
                  <a:pt x="2184" y="4740"/>
                </a:lnTo>
                <a:lnTo>
                  <a:pt x="2131" y="4728"/>
                </a:lnTo>
                <a:lnTo>
                  <a:pt x="2075" y="4712"/>
                </a:lnTo>
                <a:lnTo>
                  <a:pt x="2023" y="4694"/>
                </a:lnTo>
                <a:lnTo>
                  <a:pt x="1972" y="4674"/>
                </a:lnTo>
                <a:lnTo>
                  <a:pt x="1921" y="4652"/>
                </a:lnTo>
                <a:lnTo>
                  <a:pt x="1873" y="4627"/>
                </a:lnTo>
                <a:lnTo>
                  <a:pt x="1825" y="4599"/>
                </a:lnTo>
                <a:lnTo>
                  <a:pt x="1779" y="4569"/>
                </a:lnTo>
                <a:lnTo>
                  <a:pt x="1734" y="4538"/>
                </a:lnTo>
                <a:lnTo>
                  <a:pt x="1691" y="4504"/>
                </a:lnTo>
                <a:lnTo>
                  <a:pt x="1650" y="4468"/>
                </a:lnTo>
                <a:lnTo>
                  <a:pt x="1610" y="4430"/>
                </a:lnTo>
                <a:lnTo>
                  <a:pt x="1572" y="4391"/>
                </a:lnTo>
                <a:lnTo>
                  <a:pt x="1537" y="4350"/>
                </a:lnTo>
                <a:lnTo>
                  <a:pt x="1503" y="4307"/>
                </a:lnTo>
                <a:lnTo>
                  <a:pt x="1472" y="4262"/>
                </a:lnTo>
                <a:lnTo>
                  <a:pt x="1442" y="4216"/>
                </a:lnTo>
                <a:lnTo>
                  <a:pt x="1414" y="4168"/>
                </a:lnTo>
                <a:lnTo>
                  <a:pt x="1389" y="4120"/>
                </a:lnTo>
                <a:lnTo>
                  <a:pt x="1367" y="4070"/>
                </a:lnTo>
                <a:lnTo>
                  <a:pt x="1347" y="4018"/>
                </a:lnTo>
                <a:lnTo>
                  <a:pt x="1328" y="3964"/>
                </a:lnTo>
                <a:lnTo>
                  <a:pt x="1313" y="3911"/>
                </a:lnTo>
                <a:lnTo>
                  <a:pt x="1301" y="3855"/>
                </a:lnTo>
                <a:lnTo>
                  <a:pt x="1291" y="3800"/>
                </a:lnTo>
                <a:lnTo>
                  <a:pt x="1283" y="3743"/>
                </a:lnTo>
                <a:lnTo>
                  <a:pt x="1279" y="3685"/>
                </a:lnTo>
                <a:lnTo>
                  <a:pt x="1278" y="3626"/>
                </a:lnTo>
                <a:lnTo>
                  <a:pt x="1279" y="3575"/>
                </a:lnTo>
                <a:lnTo>
                  <a:pt x="1282" y="3524"/>
                </a:lnTo>
                <a:lnTo>
                  <a:pt x="1288" y="3472"/>
                </a:lnTo>
                <a:lnTo>
                  <a:pt x="1296" y="3422"/>
                </a:lnTo>
                <a:lnTo>
                  <a:pt x="1306" y="3372"/>
                </a:lnTo>
                <a:lnTo>
                  <a:pt x="1318" y="3323"/>
                </a:lnTo>
                <a:lnTo>
                  <a:pt x="1333" y="3276"/>
                </a:lnTo>
                <a:lnTo>
                  <a:pt x="1349" y="3230"/>
                </a:lnTo>
                <a:lnTo>
                  <a:pt x="1367" y="3183"/>
                </a:lnTo>
                <a:lnTo>
                  <a:pt x="1387" y="3138"/>
                </a:lnTo>
                <a:lnTo>
                  <a:pt x="1409" y="3094"/>
                </a:lnTo>
                <a:lnTo>
                  <a:pt x="1433" y="3052"/>
                </a:lnTo>
                <a:lnTo>
                  <a:pt x="1460" y="3011"/>
                </a:lnTo>
                <a:lnTo>
                  <a:pt x="1486" y="2970"/>
                </a:lnTo>
                <a:lnTo>
                  <a:pt x="1516" y="2930"/>
                </a:lnTo>
                <a:lnTo>
                  <a:pt x="1546" y="2893"/>
                </a:lnTo>
                <a:lnTo>
                  <a:pt x="1578" y="2857"/>
                </a:lnTo>
                <a:lnTo>
                  <a:pt x="1612" y="2821"/>
                </a:lnTo>
                <a:lnTo>
                  <a:pt x="1647" y="2788"/>
                </a:lnTo>
                <a:lnTo>
                  <a:pt x="1684" y="2756"/>
                </a:lnTo>
                <a:lnTo>
                  <a:pt x="1721" y="2725"/>
                </a:lnTo>
                <a:lnTo>
                  <a:pt x="1761" y="2696"/>
                </a:lnTo>
                <a:lnTo>
                  <a:pt x="1801" y="2670"/>
                </a:lnTo>
                <a:lnTo>
                  <a:pt x="1843" y="2644"/>
                </a:lnTo>
                <a:lnTo>
                  <a:pt x="1885" y="2620"/>
                </a:lnTo>
                <a:lnTo>
                  <a:pt x="1930" y="2599"/>
                </a:lnTo>
                <a:lnTo>
                  <a:pt x="1974" y="2579"/>
                </a:lnTo>
                <a:lnTo>
                  <a:pt x="2020" y="2560"/>
                </a:lnTo>
                <a:lnTo>
                  <a:pt x="2068" y="2544"/>
                </a:lnTo>
                <a:lnTo>
                  <a:pt x="2115" y="2530"/>
                </a:lnTo>
                <a:lnTo>
                  <a:pt x="2164" y="2519"/>
                </a:lnTo>
                <a:lnTo>
                  <a:pt x="2213" y="2509"/>
                </a:lnTo>
                <a:lnTo>
                  <a:pt x="2213" y="1943"/>
                </a:lnTo>
                <a:lnTo>
                  <a:pt x="2055" y="2074"/>
                </a:lnTo>
                <a:lnTo>
                  <a:pt x="2055" y="1944"/>
                </a:lnTo>
                <a:lnTo>
                  <a:pt x="2313" y="1729"/>
                </a:lnTo>
                <a:lnTo>
                  <a:pt x="2313" y="2696"/>
                </a:lnTo>
                <a:lnTo>
                  <a:pt x="2269" y="2701"/>
                </a:lnTo>
                <a:lnTo>
                  <a:pt x="2227" y="2709"/>
                </a:lnTo>
                <a:lnTo>
                  <a:pt x="2184" y="2719"/>
                </a:lnTo>
                <a:lnTo>
                  <a:pt x="2143" y="2730"/>
                </a:lnTo>
                <a:lnTo>
                  <a:pt x="2102" y="2744"/>
                </a:lnTo>
                <a:lnTo>
                  <a:pt x="2062" y="2759"/>
                </a:lnTo>
                <a:lnTo>
                  <a:pt x="2023" y="2776"/>
                </a:lnTo>
                <a:lnTo>
                  <a:pt x="1985" y="2795"/>
                </a:lnTo>
                <a:lnTo>
                  <a:pt x="1948" y="2815"/>
                </a:lnTo>
                <a:lnTo>
                  <a:pt x="1911" y="2837"/>
                </a:lnTo>
                <a:lnTo>
                  <a:pt x="1876" y="2860"/>
                </a:lnTo>
                <a:lnTo>
                  <a:pt x="1843" y="2885"/>
                </a:lnTo>
                <a:lnTo>
                  <a:pt x="1810" y="2912"/>
                </a:lnTo>
                <a:lnTo>
                  <a:pt x="1779" y="2939"/>
                </a:lnTo>
                <a:lnTo>
                  <a:pt x="1749" y="2968"/>
                </a:lnTo>
                <a:lnTo>
                  <a:pt x="1720" y="2999"/>
                </a:lnTo>
                <a:lnTo>
                  <a:pt x="1692" y="3031"/>
                </a:lnTo>
                <a:lnTo>
                  <a:pt x="1666" y="3064"/>
                </a:lnTo>
                <a:lnTo>
                  <a:pt x="1641" y="3098"/>
                </a:lnTo>
                <a:lnTo>
                  <a:pt x="1619" y="3133"/>
                </a:lnTo>
                <a:lnTo>
                  <a:pt x="1597" y="3169"/>
                </a:lnTo>
                <a:lnTo>
                  <a:pt x="1577" y="3207"/>
                </a:lnTo>
                <a:lnTo>
                  <a:pt x="1558" y="3246"/>
                </a:lnTo>
                <a:lnTo>
                  <a:pt x="1542" y="3285"/>
                </a:lnTo>
                <a:lnTo>
                  <a:pt x="1527" y="3325"/>
                </a:lnTo>
                <a:lnTo>
                  <a:pt x="1515" y="3366"/>
                </a:lnTo>
                <a:lnTo>
                  <a:pt x="1503" y="3407"/>
                </a:lnTo>
                <a:lnTo>
                  <a:pt x="1495" y="3450"/>
                </a:lnTo>
                <a:lnTo>
                  <a:pt x="1487" y="3494"/>
                </a:lnTo>
                <a:lnTo>
                  <a:pt x="1482" y="3538"/>
                </a:lnTo>
                <a:lnTo>
                  <a:pt x="1478" y="3581"/>
                </a:lnTo>
                <a:lnTo>
                  <a:pt x="1478" y="3626"/>
                </a:lnTo>
                <a:lnTo>
                  <a:pt x="1480" y="3675"/>
                </a:lnTo>
                <a:lnTo>
                  <a:pt x="1482" y="3723"/>
                </a:lnTo>
                <a:lnTo>
                  <a:pt x="1488" y="3769"/>
                </a:lnTo>
                <a:lnTo>
                  <a:pt x="1497" y="3815"/>
                </a:lnTo>
                <a:lnTo>
                  <a:pt x="1507" y="3860"/>
                </a:lnTo>
                <a:lnTo>
                  <a:pt x="1520" y="3906"/>
                </a:lnTo>
                <a:lnTo>
                  <a:pt x="1535" y="3949"/>
                </a:lnTo>
                <a:lnTo>
                  <a:pt x="1551" y="3992"/>
                </a:lnTo>
                <a:lnTo>
                  <a:pt x="1570" y="4033"/>
                </a:lnTo>
                <a:lnTo>
                  <a:pt x="1591" y="4073"/>
                </a:lnTo>
                <a:lnTo>
                  <a:pt x="1614" y="4112"/>
                </a:lnTo>
                <a:lnTo>
                  <a:pt x="1637" y="4151"/>
                </a:lnTo>
                <a:lnTo>
                  <a:pt x="1664" y="4187"/>
                </a:lnTo>
                <a:lnTo>
                  <a:pt x="1691" y="4222"/>
                </a:lnTo>
                <a:lnTo>
                  <a:pt x="1721" y="4256"/>
                </a:lnTo>
                <a:lnTo>
                  <a:pt x="1752" y="4289"/>
                </a:lnTo>
                <a:lnTo>
                  <a:pt x="1785" y="4320"/>
                </a:lnTo>
                <a:lnTo>
                  <a:pt x="1819" y="4350"/>
                </a:lnTo>
                <a:lnTo>
                  <a:pt x="1854" y="4377"/>
                </a:lnTo>
                <a:lnTo>
                  <a:pt x="1890" y="4404"/>
                </a:lnTo>
                <a:lnTo>
                  <a:pt x="1929" y="4428"/>
                </a:lnTo>
                <a:lnTo>
                  <a:pt x="1968" y="4450"/>
                </a:lnTo>
                <a:lnTo>
                  <a:pt x="2008" y="4471"/>
                </a:lnTo>
                <a:lnTo>
                  <a:pt x="2049" y="4490"/>
                </a:lnTo>
                <a:lnTo>
                  <a:pt x="2092" y="4506"/>
                </a:lnTo>
                <a:lnTo>
                  <a:pt x="2136" y="4521"/>
                </a:lnTo>
                <a:lnTo>
                  <a:pt x="2181" y="4534"/>
                </a:lnTo>
                <a:lnTo>
                  <a:pt x="2226" y="4544"/>
                </a:lnTo>
                <a:lnTo>
                  <a:pt x="2272" y="4553"/>
                </a:lnTo>
                <a:lnTo>
                  <a:pt x="2318" y="4558"/>
                </a:lnTo>
                <a:lnTo>
                  <a:pt x="2366" y="4561"/>
                </a:lnTo>
                <a:lnTo>
                  <a:pt x="2413" y="4563"/>
                </a:lnTo>
                <a:lnTo>
                  <a:pt x="2462" y="4561"/>
                </a:lnTo>
                <a:lnTo>
                  <a:pt x="2510" y="4558"/>
                </a:lnTo>
                <a:lnTo>
                  <a:pt x="2556" y="4553"/>
                </a:lnTo>
                <a:lnTo>
                  <a:pt x="2602" y="4544"/>
                </a:lnTo>
                <a:lnTo>
                  <a:pt x="2647" y="4534"/>
                </a:lnTo>
                <a:lnTo>
                  <a:pt x="2693" y="4521"/>
                </a:lnTo>
                <a:lnTo>
                  <a:pt x="2736" y="4506"/>
                </a:lnTo>
                <a:lnTo>
                  <a:pt x="2779" y="4490"/>
                </a:lnTo>
                <a:lnTo>
                  <a:pt x="2820" y="4471"/>
                </a:lnTo>
                <a:lnTo>
                  <a:pt x="2860" y="4450"/>
                </a:lnTo>
                <a:lnTo>
                  <a:pt x="2899" y="4428"/>
                </a:lnTo>
                <a:lnTo>
                  <a:pt x="2938" y="4404"/>
                </a:lnTo>
                <a:lnTo>
                  <a:pt x="2974" y="4377"/>
                </a:lnTo>
                <a:lnTo>
                  <a:pt x="3009" y="4350"/>
                </a:lnTo>
                <a:lnTo>
                  <a:pt x="3043" y="4320"/>
                </a:lnTo>
                <a:lnTo>
                  <a:pt x="3076" y="4289"/>
                </a:lnTo>
                <a:lnTo>
                  <a:pt x="3107" y="4256"/>
                </a:lnTo>
                <a:lnTo>
                  <a:pt x="3137" y="4222"/>
                </a:lnTo>
                <a:lnTo>
                  <a:pt x="3164" y="4187"/>
                </a:lnTo>
                <a:lnTo>
                  <a:pt x="3191" y="4151"/>
                </a:lnTo>
                <a:lnTo>
                  <a:pt x="3215" y="4112"/>
                </a:lnTo>
                <a:lnTo>
                  <a:pt x="3237" y="4073"/>
                </a:lnTo>
                <a:lnTo>
                  <a:pt x="3258" y="4033"/>
                </a:lnTo>
                <a:lnTo>
                  <a:pt x="3277" y="3992"/>
                </a:lnTo>
                <a:lnTo>
                  <a:pt x="3293" y="3949"/>
                </a:lnTo>
                <a:lnTo>
                  <a:pt x="3308" y="3906"/>
                </a:lnTo>
                <a:lnTo>
                  <a:pt x="3321" y="3860"/>
                </a:lnTo>
                <a:lnTo>
                  <a:pt x="3331" y="3815"/>
                </a:lnTo>
                <a:lnTo>
                  <a:pt x="3340" y="3769"/>
                </a:lnTo>
                <a:lnTo>
                  <a:pt x="3345" y="3723"/>
                </a:lnTo>
                <a:lnTo>
                  <a:pt x="3348" y="3675"/>
                </a:lnTo>
                <a:lnTo>
                  <a:pt x="3350" y="3626"/>
                </a:lnTo>
                <a:lnTo>
                  <a:pt x="3348" y="3581"/>
                </a:lnTo>
                <a:lnTo>
                  <a:pt x="3346" y="3538"/>
                </a:lnTo>
                <a:lnTo>
                  <a:pt x="3341" y="3494"/>
                </a:lnTo>
                <a:lnTo>
                  <a:pt x="3333" y="3450"/>
                </a:lnTo>
                <a:lnTo>
                  <a:pt x="3325" y="3407"/>
                </a:lnTo>
                <a:lnTo>
                  <a:pt x="3313" y="3366"/>
                </a:lnTo>
                <a:lnTo>
                  <a:pt x="3301" y="3325"/>
                </a:lnTo>
                <a:lnTo>
                  <a:pt x="3286" y="3285"/>
                </a:lnTo>
                <a:lnTo>
                  <a:pt x="3270" y="3246"/>
                </a:lnTo>
                <a:lnTo>
                  <a:pt x="3251" y="3207"/>
                </a:lnTo>
                <a:lnTo>
                  <a:pt x="3231" y="3169"/>
                </a:lnTo>
                <a:lnTo>
                  <a:pt x="3210" y="3133"/>
                </a:lnTo>
                <a:lnTo>
                  <a:pt x="3187" y="3098"/>
                </a:lnTo>
                <a:lnTo>
                  <a:pt x="3162" y="3064"/>
                </a:lnTo>
                <a:lnTo>
                  <a:pt x="3136" y="3031"/>
                </a:lnTo>
                <a:lnTo>
                  <a:pt x="3108" y="2999"/>
                </a:lnTo>
                <a:lnTo>
                  <a:pt x="3079" y="2968"/>
                </a:lnTo>
                <a:lnTo>
                  <a:pt x="3049" y="2939"/>
                </a:lnTo>
                <a:lnTo>
                  <a:pt x="3018" y="2912"/>
                </a:lnTo>
                <a:lnTo>
                  <a:pt x="2985" y="2885"/>
                </a:lnTo>
                <a:lnTo>
                  <a:pt x="2952" y="2860"/>
                </a:lnTo>
                <a:lnTo>
                  <a:pt x="2917" y="2837"/>
                </a:lnTo>
                <a:lnTo>
                  <a:pt x="2880" y="2815"/>
                </a:lnTo>
                <a:lnTo>
                  <a:pt x="2843" y="2795"/>
                </a:lnTo>
                <a:lnTo>
                  <a:pt x="2805" y="2776"/>
                </a:lnTo>
                <a:lnTo>
                  <a:pt x="2765" y="2759"/>
                </a:lnTo>
                <a:lnTo>
                  <a:pt x="2726" y="2744"/>
                </a:lnTo>
                <a:lnTo>
                  <a:pt x="2685" y="2730"/>
                </a:lnTo>
                <a:lnTo>
                  <a:pt x="2644" y="2719"/>
                </a:lnTo>
                <a:lnTo>
                  <a:pt x="2601" y="2709"/>
                </a:lnTo>
                <a:lnTo>
                  <a:pt x="2557" y="2701"/>
                </a:lnTo>
                <a:lnTo>
                  <a:pt x="2514" y="2696"/>
                </a:lnTo>
                <a:lnTo>
                  <a:pt x="2514" y="1729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  <p:sp>
        <p:nvSpPr>
          <p:cNvPr id="703" name="Freeform 62"/>
          <p:cNvSpPr/>
          <p:nvPr/>
        </p:nvSpPr>
        <p:spPr>
          <a:xfrm>
            <a:off x="2610000" y="2224800"/>
            <a:ext cx="753840" cy="290520"/>
          </a:xfrm>
          <a:custGeom>
            <a:avLst/>
            <a:gdLst>
              <a:gd name="textAreaLeft" fmla="*/ 0 w 753840"/>
              <a:gd name="textAreaRight" fmla="*/ 754200 w 753840"/>
              <a:gd name="textAreaTop" fmla="*/ 0 h 290520"/>
              <a:gd name="textAreaBottom" fmla="*/ 290880 h 290520"/>
              <a:gd name="GluePoint1X" fmla="*/ 2147483647 w 6736"/>
              <a:gd name="GluePoint1Y" fmla="*/ 2147483647 h 2597"/>
              <a:gd name="GluePoint2X" fmla="*/ 2147483647 w 6736"/>
              <a:gd name="GluePoint2Y" fmla="*/ 2147483647 h 2597"/>
              <a:gd name="GluePoint3X" fmla="*/ 2147483647 w 6736"/>
              <a:gd name="GluePoint3Y" fmla="*/ 2147483647 h 2597"/>
              <a:gd name="GluePoint4X" fmla="*/ 2147483647 w 6736"/>
              <a:gd name="GluePoint4Y" fmla="*/ 2147483647 h 2597"/>
              <a:gd name="GluePoint5X" fmla="*/ 2147483647 w 6736"/>
              <a:gd name="GluePoint5Y" fmla="*/ 2147483647 h 2597"/>
              <a:gd name="GluePoint6X" fmla="*/ 2147483647 w 6736"/>
              <a:gd name="GluePoint6Y" fmla="*/ 2147483647 h 2597"/>
              <a:gd name="GluePoint7X" fmla="*/ 2147483647 w 6736"/>
              <a:gd name="GluePoint7Y" fmla="*/ 2147483647 h 2597"/>
              <a:gd name="GluePoint8X" fmla="*/ 2147483647 w 6736"/>
              <a:gd name="GluePoint8Y" fmla="*/ 2147483647 h 2597"/>
              <a:gd name="GluePoint9X" fmla="*/ 2147483647 w 6736"/>
              <a:gd name="GluePoint9Y" fmla="*/ 2147483647 h 2597"/>
              <a:gd name="GluePoint10X" fmla="*/ 2147483647 w 6736"/>
              <a:gd name="GluePoint10Y" fmla="*/ 2147483647 h 2597"/>
              <a:gd name="GluePoint11X" fmla="*/ 2147483647 w 6736"/>
              <a:gd name="GluePoint11Y" fmla="*/ 2147483647 h 2597"/>
              <a:gd name="GluePoint12X" fmla="*/ 2147483647 w 6736"/>
              <a:gd name="GluePoint12Y" fmla="*/ 2147483647 h 2597"/>
              <a:gd name="GluePoint13X" fmla="*/ 2147483647 w 6736"/>
              <a:gd name="GluePoint13Y" fmla="*/ 2147483647 h 2597"/>
              <a:gd name="GluePoint14X" fmla="*/ 2147483647 w 6736"/>
              <a:gd name="GluePoint14Y" fmla="*/ 2147483647 h 2597"/>
              <a:gd name="GluePoint15X" fmla="*/ 2147483647 w 6736"/>
              <a:gd name="GluePoint15Y" fmla="*/ 2147483647 h 2597"/>
              <a:gd name="GluePoint16X" fmla="*/ 2147483647 w 6736"/>
              <a:gd name="GluePoint16Y" fmla="*/ 2147483647 h 2597"/>
              <a:gd name="GluePoint17X" fmla="*/ 2147483647 w 6736"/>
              <a:gd name="GluePoint17Y" fmla="*/ 2147483647 h 2597"/>
              <a:gd name="GluePoint18X" fmla="*/ 2147483647 w 6736"/>
              <a:gd name="GluePoint18Y" fmla="*/ 2147483647 h 2597"/>
              <a:gd name="GluePoint19X" fmla="*/ 2147483647 w 6736"/>
              <a:gd name="GluePoint19Y" fmla="*/ 2147483647 h 2597"/>
              <a:gd name="GluePoint20X" fmla="*/ 2147483647 w 6736"/>
              <a:gd name="GluePoint20Y" fmla="*/ 2147483647 h 2597"/>
              <a:gd name="GluePoint21X" fmla="*/ 2147483647 w 6736"/>
              <a:gd name="GluePoint21Y" fmla="*/ 2147483647 h 2597"/>
              <a:gd name="GluePoint22X" fmla="*/ 2147483647 w 6736"/>
              <a:gd name="GluePoint22Y" fmla="*/ 2147483647 h 2597"/>
              <a:gd name="GluePoint23X" fmla="*/ 2147483647 w 6736"/>
              <a:gd name="GluePoint23Y" fmla="*/ 2147483647 h 2597"/>
              <a:gd name="GluePoint24X" fmla="*/ 2147483647 w 6736"/>
              <a:gd name="GluePoint24Y" fmla="*/ 2147483647 h 2597"/>
              <a:gd name="GluePoint25X" fmla="*/ 2147483647 w 6736"/>
              <a:gd name="GluePoint25Y" fmla="*/ 2147483647 h 2597"/>
              <a:gd name="GluePoint26X" fmla="*/ 2147483647 w 6736"/>
              <a:gd name="GluePoint26Y" fmla="*/ 2147483647 h 2597"/>
              <a:gd name="GluePoint27X" fmla="*/ 2147483647 w 6736"/>
              <a:gd name="GluePoint27Y" fmla="*/ 2147483647 h 2597"/>
              <a:gd name="GluePoint28X" fmla="*/ 2147483647 w 6736"/>
              <a:gd name="GluePoint28Y" fmla="*/ 2147483647 h 2597"/>
              <a:gd name="GluePoint29X" fmla="*/ 2147483647 w 6736"/>
              <a:gd name="GluePoint29Y" fmla="*/ 2147483647 h 2597"/>
              <a:gd name="GluePoint30X" fmla="*/ 2147483647 w 6736"/>
              <a:gd name="GluePoint30Y" fmla="*/ 2147483647 h 2597"/>
              <a:gd name="GluePoint31X" fmla="*/ 2147483647 w 6736"/>
              <a:gd name="GluePoint31Y" fmla="*/ 2147483647 h 2597"/>
              <a:gd name="GluePoint32X" fmla="*/ 2147483647 w 6736"/>
              <a:gd name="GluePoint32Y" fmla="*/ 2147483647 h 2597"/>
              <a:gd name="GluePoint33X" fmla="*/ 2147483647 w 6736"/>
              <a:gd name="GluePoint33Y" fmla="*/ 2147483647 h 2597"/>
              <a:gd name="GluePoint34X" fmla="*/ 2147483647 w 6736"/>
              <a:gd name="GluePoint34Y" fmla="*/ 2147483647 h 2597"/>
              <a:gd name="GluePoint35X" fmla="*/ 2147483647 w 6736"/>
              <a:gd name="GluePoint35Y" fmla="*/ 2147483647 h 2597"/>
              <a:gd name="GluePoint36X" fmla="*/ 0 w 6736"/>
              <a:gd name="GluePoint36Y" fmla="*/ 2147483647 h 2597"/>
              <a:gd name="GluePoint37X" fmla="*/ 2147483647 w 6736"/>
              <a:gd name="GluePoint37Y" fmla="*/ 2147483647 h 2597"/>
              <a:gd name="GluePoint38X" fmla="*/ 2147483647 w 6736"/>
              <a:gd name="GluePoint38Y" fmla="*/ 2147483647 h 2597"/>
              <a:gd name="GluePoint39X" fmla="*/ 2147483647 w 6736"/>
              <a:gd name="GluePoint39Y" fmla="*/ 2147483647 h 2597"/>
              <a:gd name="GluePoint40X" fmla="*/ 2147483647 w 6736"/>
              <a:gd name="GluePoint40Y" fmla="*/ 2147483647 h 2597"/>
              <a:gd name="GluePoint41X" fmla="*/ 2147483647 w 6736"/>
              <a:gd name="GluePoint41Y" fmla="*/ 2147483647 h 2597"/>
              <a:gd name="GluePoint42X" fmla="*/ 2147483647 w 6736"/>
              <a:gd name="GluePoint42Y" fmla="*/ 2147483647 h 2597"/>
              <a:gd name="GluePoint43X" fmla="*/ 2147483647 w 6736"/>
              <a:gd name="GluePoint43Y" fmla="*/ 2147483647 h 2597"/>
              <a:gd name="GluePoint44X" fmla="*/ 2147483647 w 6736"/>
              <a:gd name="GluePoint44Y" fmla="*/ 2147483647 h 2597"/>
              <a:gd name="GluePoint45X" fmla="*/ 2147483647 w 6736"/>
              <a:gd name="GluePoint45Y" fmla="*/ 2147483647 h 2597"/>
              <a:gd name="GluePoint46X" fmla="*/ 2147483647 w 6736"/>
              <a:gd name="GluePoint46Y" fmla="*/ 2147483647 h 2597"/>
              <a:gd name="GluePoint47X" fmla="*/ 2147483647 w 6736"/>
              <a:gd name="GluePoint47Y" fmla="*/ 2147483647 h 2597"/>
              <a:gd name="GluePoint48X" fmla="*/ 2147483647 w 6736"/>
              <a:gd name="GluePoint48Y" fmla="*/ 2147483647 h 2597"/>
              <a:gd name="GluePoint49X" fmla="*/ 2147483647 w 6736"/>
              <a:gd name="GluePoint49Y" fmla="*/ 2147483647 h 2597"/>
              <a:gd name="GluePoint50X" fmla="*/ 2147483647 w 6736"/>
              <a:gd name="GluePoint50Y" fmla="*/ 2147483647 h 2597"/>
              <a:gd name="GluePoint51X" fmla="*/ 2147483647 w 6736"/>
              <a:gd name="GluePoint51Y" fmla="*/ 2147483647 h 2597"/>
              <a:gd name="GluePoint52X" fmla="*/ 2147483647 w 6736"/>
              <a:gd name="GluePoint52Y" fmla="*/ 2147483647 h 2597"/>
              <a:gd name="GluePoint53X" fmla="*/ 2147483647 w 6736"/>
              <a:gd name="GluePoint53Y" fmla="*/ 2147483647 h 2597"/>
              <a:gd name="GluePoint54X" fmla="*/ 2147483647 w 6736"/>
              <a:gd name="GluePoint54Y" fmla="*/ 2147483647 h 2597"/>
              <a:gd name="GluePoint55X" fmla="*/ 2147483647 w 6736"/>
              <a:gd name="GluePoint55Y" fmla="*/ 2147483647 h 2597"/>
              <a:gd name="GluePoint56X" fmla="*/ 2147483647 w 6736"/>
              <a:gd name="GluePoint56Y" fmla="*/ 2147483647 h 2597"/>
              <a:gd name="GluePoint57X" fmla="*/ 2147483647 w 6736"/>
              <a:gd name="GluePoint57Y" fmla="*/ 2147483647 h 2597"/>
              <a:gd name="GluePoint58X" fmla="*/ 2147483647 w 6736"/>
              <a:gd name="GluePoint58Y" fmla="*/ 2147483647 h 2597"/>
              <a:gd name="GluePoint59X" fmla="*/ 2147483647 w 6736"/>
              <a:gd name="GluePoint59Y" fmla="*/ 2147483647 h 2597"/>
              <a:gd name="GluePoint60X" fmla="*/ 2147483647 w 6736"/>
              <a:gd name="GluePoint60Y" fmla="*/ 2147483647 h 2597"/>
              <a:gd name="GluePoint61X" fmla="*/ 2147483647 w 6736"/>
              <a:gd name="GluePoint61Y" fmla="*/ 2147483647 h 2597"/>
              <a:gd name="GluePoint62X" fmla="*/ 2147483647 w 6736"/>
              <a:gd name="GluePoint62Y" fmla="*/ 2147483647 h 259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</a:cxnLst>
            <a:rect l="textAreaLeft" t="textAreaTop" r="textAreaRight" b="textAreaBottom"/>
            <a:pathLst>
              <a:path w="6736" h="2597">
                <a:moveTo>
                  <a:pt x="4675" y="2597"/>
                </a:moveTo>
                <a:lnTo>
                  <a:pt x="4675" y="2597"/>
                </a:lnTo>
                <a:lnTo>
                  <a:pt x="4663" y="2595"/>
                </a:lnTo>
                <a:lnTo>
                  <a:pt x="4651" y="2592"/>
                </a:lnTo>
                <a:lnTo>
                  <a:pt x="4642" y="2588"/>
                </a:lnTo>
                <a:lnTo>
                  <a:pt x="4633" y="2582"/>
                </a:lnTo>
                <a:lnTo>
                  <a:pt x="4627" y="2575"/>
                </a:lnTo>
                <a:lnTo>
                  <a:pt x="4621" y="2566"/>
                </a:lnTo>
                <a:lnTo>
                  <a:pt x="4618" y="2558"/>
                </a:lnTo>
                <a:lnTo>
                  <a:pt x="4615" y="2549"/>
                </a:lnTo>
                <a:lnTo>
                  <a:pt x="4613" y="2539"/>
                </a:lnTo>
                <a:lnTo>
                  <a:pt x="4613" y="2528"/>
                </a:lnTo>
                <a:lnTo>
                  <a:pt x="4615" y="2518"/>
                </a:lnTo>
                <a:lnTo>
                  <a:pt x="4616" y="2508"/>
                </a:lnTo>
                <a:lnTo>
                  <a:pt x="4620" y="2499"/>
                </a:lnTo>
                <a:lnTo>
                  <a:pt x="4625" y="2491"/>
                </a:lnTo>
                <a:lnTo>
                  <a:pt x="4632" y="2482"/>
                </a:lnTo>
                <a:lnTo>
                  <a:pt x="4639" y="2475"/>
                </a:lnTo>
                <a:lnTo>
                  <a:pt x="4848" y="2312"/>
                </a:lnTo>
                <a:lnTo>
                  <a:pt x="4858" y="2302"/>
                </a:lnTo>
                <a:lnTo>
                  <a:pt x="4865" y="2290"/>
                </a:lnTo>
                <a:lnTo>
                  <a:pt x="4868" y="2275"/>
                </a:lnTo>
                <a:lnTo>
                  <a:pt x="4868" y="2258"/>
                </a:lnTo>
                <a:lnTo>
                  <a:pt x="4868" y="2228"/>
                </a:lnTo>
                <a:lnTo>
                  <a:pt x="5005" y="2228"/>
                </a:lnTo>
                <a:lnTo>
                  <a:pt x="5005" y="2280"/>
                </a:lnTo>
                <a:lnTo>
                  <a:pt x="5005" y="2309"/>
                </a:lnTo>
                <a:lnTo>
                  <a:pt x="5004" y="2323"/>
                </a:lnTo>
                <a:lnTo>
                  <a:pt x="5000" y="2336"/>
                </a:lnTo>
                <a:lnTo>
                  <a:pt x="4997" y="2348"/>
                </a:lnTo>
                <a:lnTo>
                  <a:pt x="4990" y="2359"/>
                </a:lnTo>
                <a:lnTo>
                  <a:pt x="4983" y="2369"/>
                </a:lnTo>
                <a:lnTo>
                  <a:pt x="4973" y="2379"/>
                </a:lnTo>
                <a:lnTo>
                  <a:pt x="4872" y="2460"/>
                </a:lnTo>
                <a:lnTo>
                  <a:pt x="5699" y="2460"/>
                </a:lnTo>
                <a:lnTo>
                  <a:pt x="5598" y="2379"/>
                </a:lnTo>
                <a:lnTo>
                  <a:pt x="5588" y="2369"/>
                </a:lnTo>
                <a:lnTo>
                  <a:pt x="5579" y="2359"/>
                </a:lnTo>
                <a:lnTo>
                  <a:pt x="5574" y="2348"/>
                </a:lnTo>
                <a:lnTo>
                  <a:pt x="5569" y="2336"/>
                </a:lnTo>
                <a:lnTo>
                  <a:pt x="5567" y="2323"/>
                </a:lnTo>
                <a:lnTo>
                  <a:pt x="5566" y="2309"/>
                </a:lnTo>
                <a:lnTo>
                  <a:pt x="5564" y="2280"/>
                </a:lnTo>
                <a:lnTo>
                  <a:pt x="5564" y="2228"/>
                </a:lnTo>
                <a:lnTo>
                  <a:pt x="5701" y="2228"/>
                </a:lnTo>
                <a:lnTo>
                  <a:pt x="5701" y="2258"/>
                </a:lnTo>
                <a:lnTo>
                  <a:pt x="5703" y="2275"/>
                </a:lnTo>
                <a:lnTo>
                  <a:pt x="5706" y="2290"/>
                </a:lnTo>
                <a:lnTo>
                  <a:pt x="5713" y="2302"/>
                </a:lnTo>
                <a:lnTo>
                  <a:pt x="5723" y="2312"/>
                </a:lnTo>
                <a:lnTo>
                  <a:pt x="5931" y="2475"/>
                </a:lnTo>
                <a:lnTo>
                  <a:pt x="5939" y="2482"/>
                </a:lnTo>
                <a:lnTo>
                  <a:pt x="5944" y="2491"/>
                </a:lnTo>
                <a:lnTo>
                  <a:pt x="5949" y="2499"/>
                </a:lnTo>
                <a:lnTo>
                  <a:pt x="5953" y="2508"/>
                </a:lnTo>
                <a:lnTo>
                  <a:pt x="5956" y="2518"/>
                </a:lnTo>
                <a:lnTo>
                  <a:pt x="5956" y="2528"/>
                </a:lnTo>
                <a:lnTo>
                  <a:pt x="5956" y="2539"/>
                </a:lnTo>
                <a:lnTo>
                  <a:pt x="5955" y="2549"/>
                </a:lnTo>
                <a:lnTo>
                  <a:pt x="5953" y="2558"/>
                </a:lnTo>
                <a:lnTo>
                  <a:pt x="5948" y="2566"/>
                </a:lnTo>
                <a:lnTo>
                  <a:pt x="5943" y="2575"/>
                </a:lnTo>
                <a:lnTo>
                  <a:pt x="5936" y="2582"/>
                </a:lnTo>
                <a:lnTo>
                  <a:pt x="5929" y="2588"/>
                </a:lnTo>
                <a:lnTo>
                  <a:pt x="5919" y="2592"/>
                </a:lnTo>
                <a:lnTo>
                  <a:pt x="5908" y="2595"/>
                </a:lnTo>
                <a:lnTo>
                  <a:pt x="5896" y="2597"/>
                </a:lnTo>
                <a:lnTo>
                  <a:pt x="4675" y="2597"/>
                </a:lnTo>
                <a:close/>
                <a:moveTo>
                  <a:pt x="4363" y="1469"/>
                </a:moveTo>
                <a:lnTo>
                  <a:pt x="5317" y="514"/>
                </a:lnTo>
                <a:lnTo>
                  <a:pt x="5367" y="562"/>
                </a:lnTo>
                <a:lnTo>
                  <a:pt x="4411" y="1517"/>
                </a:lnTo>
                <a:lnTo>
                  <a:pt x="4363" y="1469"/>
                </a:lnTo>
                <a:close/>
                <a:moveTo>
                  <a:pt x="4680" y="1476"/>
                </a:moveTo>
                <a:lnTo>
                  <a:pt x="5098" y="1058"/>
                </a:lnTo>
                <a:lnTo>
                  <a:pt x="5148" y="1107"/>
                </a:lnTo>
                <a:lnTo>
                  <a:pt x="4729" y="1526"/>
                </a:lnTo>
                <a:lnTo>
                  <a:pt x="4680" y="1476"/>
                </a:lnTo>
                <a:close/>
                <a:moveTo>
                  <a:pt x="5216" y="1856"/>
                </a:moveTo>
                <a:lnTo>
                  <a:pt x="5216" y="1856"/>
                </a:lnTo>
                <a:lnTo>
                  <a:pt x="5218" y="1843"/>
                </a:lnTo>
                <a:lnTo>
                  <a:pt x="5221" y="1831"/>
                </a:lnTo>
                <a:lnTo>
                  <a:pt x="5228" y="1819"/>
                </a:lnTo>
                <a:lnTo>
                  <a:pt x="5237" y="1808"/>
                </a:lnTo>
                <a:lnTo>
                  <a:pt x="5247" y="1800"/>
                </a:lnTo>
                <a:lnTo>
                  <a:pt x="5259" y="1793"/>
                </a:lnTo>
                <a:lnTo>
                  <a:pt x="5271" y="1790"/>
                </a:lnTo>
                <a:lnTo>
                  <a:pt x="5285" y="1788"/>
                </a:lnTo>
                <a:lnTo>
                  <a:pt x="5298" y="1790"/>
                </a:lnTo>
                <a:lnTo>
                  <a:pt x="5312" y="1793"/>
                </a:lnTo>
                <a:lnTo>
                  <a:pt x="5324" y="1800"/>
                </a:lnTo>
                <a:lnTo>
                  <a:pt x="5334" y="1808"/>
                </a:lnTo>
                <a:lnTo>
                  <a:pt x="5341" y="1819"/>
                </a:lnTo>
                <a:lnTo>
                  <a:pt x="5348" y="1831"/>
                </a:lnTo>
                <a:lnTo>
                  <a:pt x="5351" y="1843"/>
                </a:lnTo>
                <a:lnTo>
                  <a:pt x="5353" y="1856"/>
                </a:lnTo>
                <a:lnTo>
                  <a:pt x="5351" y="1870"/>
                </a:lnTo>
                <a:lnTo>
                  <a:pt x="5348" y="1884"/>
                </a:lnTo>
                <a:lnTo>
                  <a:pt x="5341" y="1894"/>
                </a:lnTo>
                <a:lnTo>
                  <a:pt x="5334" y="1904"/>
                </a:lnTo>
                <a:lnTo>
                  <a:pt x="5324" y="1913"/>
                </a:lnTo>
                <a:lnTo>
                  <a:pt x="5312" y="1920"/>
                </a:lnTo>
                <a:lnTo>
                  <a:pt x="5298" y="1923"/>
                </a:lnTo>
                <a:lnTo>
                  <a:pt x="5285" y="1925"/>
                </a:lnTo>
                <a:lnTo>
                  <a:pt x="5271" y="1923"/>
                </a:lnTo>
                <a:lnTo>
                  <a:pt x="5259" y="1920"/>
                </a:lnTo>
                <a:lnTo>
                  <a:pt x="5247" y="1913"/>
                </a:lnTo>
                <a:lnTo>
                  <a:pt x="5237" y="1904"/>
                </a:lnTo>
                <a:lnTo>
                  <a:pt x="5228" y="1894"/>
                </a:lnTo>
                <a:lnTo>
                  <a:pt x="5221" y="1884"/>
                </a:lnTo>
                <a:lnTo>
                  <a:pt x="5218" y="1870"/>
                </a:lnTo>
                <a:lnTo>
                  <a:pt x="5216" y="1856"/>
                </a:lnTo>
                <a:close/>
                <a:moveTo>
                  <a:pt x="6222" y="386"/>
                </a:moveTo>
                <a:lnTo>
                  <a:pt x="4212" y="386"/>
                </a:lnTo>
                <a:lnTo>
                  <a:pt x="4212" y="1651"/>
                </a:lnTo>
                <a:lnTo>
                  <a:pt x="6359" y="1651"/>
                </a:lnTo>
                <a:lnTo>
                  <a:pt x="6359" y="317"/>
                </a:lnTo>
                <a:lnTo>
                  <a:pt x="6428" y="317"/>
                </a:lnTo>
                <a:lnTo>
                  <a:pt x="6428" y="1719"/>
                </a:lnTo>
                <a:lnTo>
                  <a:pt x="4143" y="1719"/>
                </a:lnTo>
                <a:lnTo>
                  <a:pt x="4143" y="317"/>
                </a:lnTo>
                <a:lnTo>
                  <a:pt x="6222" y="317"/>
                </a:lnTo>
                <a:lnTo>
                  <a:pt x="6222" y="386"/>
                </a:lnTo>
                <a:close/>
                <a:moveTo>
                  <a:pt x="840" y="2597"/>
                </a:moveTo>
                <a:lnTo>
                  <a:pt x="840" y="2597"/>
                </a:lnTo>
                <a:lnTo>
                  <a:pt x="828" y="2595"/>
                </a:lnTo>
                <a:lnTo>
                  <a:pt x="817" y="2592"/>
                </a:lnTo>
                <a:lnTo>
                  <a:pt x="807" y="2588"/>
                </a:lnTo>
                <a:lnTo>
                  <a:pt x="800" y="2582"/>
                </a:lnTo>
                <a:lnTo>
                  <a:pt x="793" y="2575"/>
                </a:lnTo>
                <a:lnTo>
                  <a:pt x="788" y="2566"/>
                </a:lnTo>
                <a:lnTo>
                  <a:pt x="783" y="2558"/>
                </a:lnTo>
                <a:lnTo>
                  <a:pt x="780" y="2549"/>
                </a:lnTo>
                <a:lnTo>
                  <a:pt x="780" y="2539"/>
                </a:lnTo>
                <a:lnTo>
                  <a:pt x="778" y="2528"/>
                </a:lnTo>
                <a:lnTo>
                  <a:pt x="780" y="2518"/>
                </a:lnTo>
                <a:lnTo>
                  <a:pt x="783" y="2508"/>
                </a:lnTo>
                <a:lnTo>
                  <a:pt x="787" y="2499"/>
                </a:lnTo>
                <a:lnTo>
                  <a:pt x="792" y="2491"/>
                </a:lnTo>
                <a:lnTo>
                  <a:pt x="797" y="2482"/>
                </a:lnTo>
                <a:lnTo>
                  <a:pt x="805" y="2475"/>
                </a:lnTo>
                <a:lnTo>
                  <a:pt x="1013" y="2312"/>
                </a:lnTo>
                <a:lnTo>
                  <a:pt x="1023" y="2302"/>
                </a:lnTo>
                <a:lnTo>
                  <a:pt x="1030" y="2290"/>
                </a:lnTo>
                <a:lnTo>
                  <a:pt x="1033" y="2275"/>
                </a:lnTo>
                <a:lnTo>
                  <a:pt x="1035" y="2258"/>
                </a:lnTo>
                <a:lnTo>
                  <a:pt x="1035" y="2228"/>
                </a:lnTo>
                <a:lnTo>
                  <a:pt x="1172" y="2228"/>
                </a:lnTo>
                <a:lnTo>
                  <a:pt x="1172" y="2280"/>
                </a:lnTo>
                <a:lnTo>
                  <a:pt x="1170" y="2309"/>
                </a:lnTo>
                <a:lnTo>
                  <a:pt x="1169" y="2323"/>
                </a:lnTo>
                <a:lnTo>
                  <a:pt x="1165" y="2336"/>
                </a:lnTo>
                <a:lnTo>
                  <a:pt x="1162" y="2348"/>
                </a:lnTo>
                <a:lnTo>
                  <a:pt x="1157" y="2359"/>
                </a:lnTo>
                <a:lnTo>
                  <a:pt x="1148" y="2369"/>
                </a:lnTo>
                <a:lnTo>
                  <a:pt x="1138" y="2379"/>
                </a:lnTo>
                <a:lnTo>
                  <a:pt x="1037" y="2460"/>
                </a:lnTo>
                <a:lnTo>
                  <a:pt x="1864" y="2460"/>
                </a:lnTo>
                <a:lnTo>
                  <a:pt x="1763" y="2379"/>
                </a:lnTo>
                <a:lnTo>
                  <a:pt x="1753" y="2369"/>
                </a:lnTo>
                <a:lnTo>
                  <a:pt x="1746" y="2359"/>
                </a:lnTo>
                <a:lnTo>
                  <a:pt x="1739" y="2348"/>
                </a:lnTo>
                <a:lnTo>
                  <a:pt x="1736" y="2336"/>
                </a:lnTo>
                <a:lnTo>
                  <a:pt x="1732" y="2323"/>
                </a:lnTo>
                <a:lnTo>
                  <a:pt x="1731" y="2309"/>
                </a:lnTo>
                <a:lnTo>
                  <a:pt x="1729" y="2280"/>
                </a:lnTo>
                <a:lnTo>
                  <a:pt x="1729" y="2228"/>
                </a:lnTo>
                <a:lnTo>
                  <a:pt x="1866" y="2228"/>
                </a:lnTo>
                <a:lnTo>
                  <a:pt x="1866" y="2258"/>
                </a:lnTo>
                <a:lnTo>
                  <a:pt x="1868" y="2275"/>
                </a:lnTo>
                <a:lnTo>
                  <a:pt x="1871" y="2290"/>
                </a:lnTo>
                <a:lnTo>
                  <a:pt x="1878" y="2302"/>
                </a:lnTo>
                <a:lnTo>
                  <a:pt x="1888" y="2312"/>
                </a:lnTo>
                <a:lnTo>
                  <a:pt x="2096" y="2475"/>
                </a:lnTo>
                <a:lnTo>
                  <a:pt x="2104" y="2482"/>
                </a:lnTo>
                <a:lnTo>
                  <a:pt x="2111" y="2491"/>
                </a:lnTo>
                <a:lnTo>
                  <a:pt x="2115" y="2499"/>
                </a:lnTo>
                <a:lnTo>
                  <a:pt x="2120" y="2508"/>
                </a:lnTo>
                <a:lnTo>
                  <a:pt x="2121" y="2518"/>
                </a:lnTo>
                <a:lnTo>
                  <a:pt x="2123" y="2528"/>
                </a:lnTo>
                <a:lnTo>
                  <a:pt x="2123" y="2539"/>
                </a:lnTo>
                <a:lnTo>
                  <a:pt x="2121" y="2549"/>
                </a:lnTo>
                <a:lnTo>
                  <a:pt x="2118" y="2558"/>
                </a:lnTo>
                <a:lnTo>
                  <a:pt x="2115" y="2566"/>
                </a:lnTo>
                <a:lnTo>
                  <a:pt x="2108" y="2575"/>
                </a:lnTo>
                <a:lnTo>
                  <a:pt x="2103" y="2582"/>
                </a:lnTo>
                <a:lnTo>
                  <a:pt x="2094" y="2588"/>
                </a:lnTo>
                <a:lnTo>
                  <a:pt x="2084" y="2592"/>
                </a:lnTo>
                <a:lnTo>
                  <a:pt x="2073" y="2595"/>
                </a:lnTo>
                <a:lnTo>
                  <a:pt x="2061" y="2597"/>
                </a:lnTo>
                <a:lnTo>
                  <a:pt x="840" y="2597"/>
                </a:lnTo>
                <a:close/>
                <a:moveTo>
                  <a:pt x="69" y="2160"/>
                </a:moveTo>
                <a:lnTo>
                  <a:pt x="69" y="2160"/>
                </a:lnTo>
                <a:lnTo>
                  <a:pt x="55" y="2158"/>
                </a:lnTo>
                <a:lnTo>
                  <a:pt x="41" y="2155"/>
                </a:lnTo>
                <a:lnTo>
                  <a:pt x="31" y="2148"/>
                </a:lnTo>
                <a:lnTo>
                  <a:pt x="21" y="2139"/>
                </a:lnTo>
                <a:lnTo>
                  <a:pt x="12" y="2129"/>
                </a:lnTo>
                <a:lnTo>
                  <a:pt x="5" y="2117"/>
                </a:lnTo>
                <a:lnTo>
                  <a:pt x="2" y="2105"/>
                </a:lnTo>
                <a:lnTo>
                  <a:pt x="0" y="2091"/>
                </a:lnTo>
                <a:lnTo>
                  <a:pt x="0" y="69"/>
                </a:lnTo>
                <a:lnTo>
                  <a:pt x="2" y="55"/>
                </a:lnTo>
                <a:lnTo>
                  <a:pt x="5" y="43"/>
                </a:lnTo>
                <a:lnTo>
                  <a:pt x="12" y="31"/>
                </a:lnTo>
                <a:lnTo>
                  <a:pt x="21" y="21"/>
                </a:lnTo>
                <a:lnTo>
                  <a:pt x="31" y="12"/>
                </a:lnTo>
                <a:lnTo>
                  <a:pt x="41" y="5"/>
                </a:lnTo>
                <a:lnTo>
                  <a:pt x="55" y="2"/>
                </a:lnTo>
                <a:lnTo>
                  <a:pt x="69" y="0"/>
                </a:lnTo>
                <a:lnTo>
                  <a:pt x="2833" y="0"/>
                </a:lnTo>
                <a:lnTo>
                  <a:pt x="2846" y="2"/>
                </a:lnTo>
                <a:lnTo>
                  <a:pt x="2860" y="5"/>
                </a:lnTo>
                <a:lnTo>
                  <a:pt x="2870" y="12"/>
                </a:lnTo>
                <a:lnTo>
                  <a:pt x="2880" y="21"/>
                </a:lnTo>
                <a:lnTo>
                  <a:pt x="2889" y="31"/>
                </a:lnTo>
                <a:lnTo>
                  <a:pt x="2896" y="43"/>
                </a:lnTo>
                <a:lnTo>
                  <a:pt x="2901" y="55"/>
                </a:lnTo>
                <a:lnTo>
                  <a:pt x="2901" y="69"/>
                </a:lnTo>
                <a:lnTo>
                  <a:pt x="2901" y="394"/>
                </a:lnTo>
                <a:lnTo>
                  <a:pt x="2764" y="394"/>
                </a:lnTo>
                <a:lnTo>
                  <a:pt x="2764" y="137"/>
                </a:lnTo>
                <a:lnTo>
                  <a:pt x="137" y="137"/>
                </a:lnTo>
                <a:lnTo>
                  <a:pt x="137" y="2023"/>
                </a:lnTo>
                <a:lnTo>
                  <a:pt x="2764" y="2023"/>
                </a:lnTo>
                <a:lnTo>
                  <a:pt x="2764" y="1418"/>
                </a:lnTo>
                <a:lnTo>
                  <a:pt x="3645" y="1418"/>
                </a:lnTo>
                <a:lnTo>
                  <a:pt x="3806" y="1269"/>
                </a:lnTo>
                <a:lnTo>
                  <a:pt x="3645" y="1118"/>
                </a:lnTo>
                <a:lnTo>
                  <a:pt x="3057" y="1118"/>
                </a:lnTo>
                <a:lnTo>
                  <a:pt x="2749" y="831"/>
                </a:lnTo>
                <a:lnTo>
                  <a:pt x="3057" y="545"/>
                </a:lnTo>
                <a:lnTo>
                  <a:pt x="3833" y="545"/>
                </a:lnTo>
                <a:lnTo>
                  <a:pt x="3833" y="69"/>
                </a:lnTo>
                <a:lnTo>
                  <a:pt x="3835" y="55"/>
                </a:lnTo>
                <a:lnTo>
                  <a:pt x="3840" y="43"/>
                </a:lnTo>
                <a:lnTo>
                  <a:pt x="3845" y="31"/>
                </a:lnTo>
                <a:lnTo>
                  <a:pt x="3854" y="21"/>
                </a:lnTo>
                <a:lnTo>
                  <a:pt x="3864" y="12"/>
                </a:lnTo>
                <a:lnTo>
                  <a:pt x="3876" y="5"/>
                </a:lnTo>
                <a:lnTo>
                  <a:pt x="3890" y="2"/>
                </a:lnTo>
                <a:lnTo>
                  <a:pt x="3902" y="0"/>
                </a:lnTo>
                <a:lnTo>
                  <a:pt x="6667" y="0"/>
                </a:lnTo>
                <a:lnTo>
                  <a:pt x="6681" y="2"/>
                </a:lnTo>
                <a:lnTo>
                  <a:pt x="6693" y="5"/>
                </a:lnTo>
                <a:lnTo>
                  <a:pt x="6705" y="12"/>
                </a:lnTo>
                <a:lnTo>
                  <a:pt x="6715" y="21"/>
                </a:lnTo>
                <a:lnTo>
                  <a:pt x="6724" y="31"/>
                </a:lnTo>
                <a:lnTo>
                  <a:pt x="6731" y="43"/>
                </a:lnTo>
                <a:lnTo>
                  <a:pt x="6734" y="55"/>
                </a:lnTo>
                <a:lnTo>
                  <a:pt x="6736" y="69"/>
                </a:lnTo>
                <a:lnTo>
                  <a:pt x="6736" y="2091"/>
                </a:lnTo>
                <a:lnTo>
                  <a:pt x="6734" y="2105"/>
                </a:lnTo>
                <a:lnTo>
                  <a:pt x="6731" y="2117"/>
                </a:lnTo>
                <a:lnTo>
                  <a:pt x="6724" y="2129"/>
                </a:lnTo>
                <a:lnTo>
                  <a:pt x="6715" y="2139"/>
                </a:lnTo>
                <a:lnTo>
                  <a:pt x="6705" y="2148"/>
                </a:lnTo>
                <a:lnTo>
                  <a:pt x="6693" y="2155"/>
                </a:lnTo>
                <a:lnTo>
                  <a:pt x="6681" y="2158"/>
                </a:lnTo>
                <a:lnTo>
                  <a:pt x="6667" y="2160"/>
                </a:lnTo>
                <a:lnTo>
                  <a:pt x="3902" y="2160"/>
                </a:lnTo>
                <a:lnTo>
                  <a:pt x="3890" y="2158"/>
                </a:lnTo>
                <a:lnTo>
                  <a:pt x="3876" y="2155"/>
                </a:lnTo>
                <a:lnTo>
                  <a:pt x="3864" y="2148"/>
                </a:lnTo>
                <a:lnTo>
                  <a:pt x="3854" y="2139"/>
                </a:lnTo>
                <a:lnTo>
                  <a:pt x="3845" y="2129"/>
                </a:lnTo>
                <a:lnTo>
                  <a:pt x="3840" y="2117"/>
                </a:lnTo>
                <a:lnTo>
                  <a:pt x="3835" y="2105"/>
                </a:lnTo>
                <a:lnTo>
                  <a:pt x="3833" y="2091"/>
                </a:lnTo>
                <a:lnTo>
                  <a:pt x="3833" y="1716"/>
                </a:lnTo>
                <a:lnTo>
                  <a:pt x="3970" y="1716"/>
                </a:lnTo>
                <a:lnTo>
                  <a:pt x="3970" y="2023"/>
                </a:lnTo>
                <a:lnTo>
                  <a:pt x="6599" y="2023"/>
                </a:lnTo>
                <a:lnTo>
                  <a:pt x="6599" y="137"/>
                </a:lnTo>
                <a:lnTo>
                  <a:pt x="3970" y="137"/>
                </a:lnTo>
                <a:lnTo>
                  <a:pt x="3970" y="684"/>
                </a:lnTo>
                <a:lnTo>
                  <a:pt x="3112" y="682"/>
                </a:lnTo>
                <a:lnTo>
                  <a:pt x="2951" y="831"/>
                </a:lnTo>
                <a:lnTo>
                  <a:pt x="3112" y="981"/>
                </a:lnTo>
                <a:lnTo>
                  <a:pt x="3700" y="981"/>
                </a:lnTo>
                <a:lnTo>
                  <a:pt x="4008" y="1269"/>
                </a:lnTo>
                <a:lnTo>
                  <a:pt x="3700" y="1555"/>
                </a:lnTo>
                <a:lnTo>
                  <a:pt x="2901" y="1555"/>
                </a:lnTo>
                <a:lnTo>
                  <a:pt x="2901" y="2091"/>
                </a:lnTo>
                <a:lnTo>
                  <a:pt x="2901" y="2105"/>
                </a:lnTo>
                <a:lnTo>
                  <a:pt x="2896" y="2117"/>
                </a:lnTo>
                <a:lnTo>
                  <a:pt x="2889" y="2129"/>
                </a:lnTo>
                <a:lnTo>
                  <a:pt x="2880" y="2139"/>
                </a:lnTo>
                <a:lnTo>
                  <a:pt x="2870" y="2148"/>
                </a:lnTo>
                <a:lnTo>
                  <a:pt x="2860" y="2155"/>
                </a:lnTo>
                <a:lnTo>
                  <a:pt x="2846" y="2158"/>
                </a:lnTo>
                <a:lnTo>
                  <a:pt x="2833" y="2160"/>
                </a:lnTo>
                <a:lnTo>
                  <a:pt x="69" y="2160"/>
                </a:lnTo>
                <a:close/>
                <a:moveTo>
                  <a:pt x="528" y="1469"/>
                </a:moveTo>
                <a:lnTo>
                  <a:pt x="1484" y="514"/>
                </a:lnTo>
                <a:lnTo>
                  <a:pt x="1532" y="562"/>
                </a:lnTo>
                <a:lnTo>
                  <a:pt x="576" y="1517"/>
                </a:lnTo>
                <a:lnTo>
                  <a:pt x="528" y="1469"/>
                </a:lnTo>
                <a:close/>
                <a:moveTo>
                  <a:pt x="846" y="1476"/>
                </a:moveTo>
                <a:lnTo>
                  <a:pt x="1265" y="1058"/>
                </a:lnTo>
                <a:lnTo>
                  <a:pt x="1313" y="1107"/>
                </a:lnTo>
                <a:lnTo>
                  <a:pt x="894" y="1526"/>
                </a:lnTo>
                <a:lnTo>
                  <a:pt x="846" y="1476"/>
                </a:lnTo>
                <a:close/>
                <a:moveTo>
                  <a:pt x="1383" y="1856"/>
                </a:moveTo>
                <a:lnTo>
                  <a:pt x="1383" y="1856"/>
                </a:lnTo>
                <a:lnTo>
                  <a:pt x="1383" y="1843"/>
                </a:lnTo>
                <a:lnTo>
                  <a:pt x="1388" y="1831"/>
                </a:lnTo>
                <a:lnTo>
                  <a:pt x="1393" y="1819"/>
                </a:lnTo>
                <a:lnTo>
                  <a:pt x="1402" y="1808"/>
                </a:lnTo>
                <a:lnTo>
                  <a:pt x="1412" y="1800"/>
                </a:lnTo>
                <a:lnTo>
                  <a:pt x="1424" y="1793"/>
                </a:lnTo>
                <a:lnTo>
                  <a:pt x="1438" y="1790"/>
                </a:lnTo>
                <a:lnTo>
                  <a:pt x="1451" y="1788"/>
                </a:lnTo>
                <a:lnTo>
                  <a:pt x="1465" y="1790"/>
                </a:lnTo>
                <a:lnTo>
                  <a:pt x="1477" y="1793"/>
                </a:lnTo>
                <a:lnTo>
                  <a:pt x="1489" y="1800"/>
                </a:lnTo>
                <a:lnTo>
                  <a:pt x="1499" y="1808"/>
                </a:lnTo>
                <a:lnTo>
                  <a:pt x="1508" y="1819"/>
                </a:lnTo>
                <a:lnTo>
                  <a:pt x="1513" y="1831"/>
                </a:lnTo>
                <a:lnTo>
                  <a:pt x="1518" y="1843"/>
                </a:lnTo>
                <a:lnTo>
                  <a:pt x="1520" y="1856"/>
                </a:lnTo>
                <a:lnTo>
                  <a:pt x="1518" y="1870"/>
                </a:lnTo>
                <a:lnTo>
                  <a:pt x="1513" y="1884"/>
                </a:lnTo>
                <a:lnTo>
                  <a:pt x="1508" y="1894"/>
                </a:lnTo>
                <a:lnTo>
                  <a:pt x="1499" y="1904"/>
                </a:lnTo>
                <a:lnTo>
                  <a:pt x="1489" y="1913"/>
                </a:lnTo>
                <a:lnTo>
                  <a:pt x="1477" y="1920"/>
                </a:lnTo>
                <a:lnTo>
                  <a:pt x="1465" y="1923"/>
                </a:lnTo>
                <a:lnTo>
                  <a:pt x="1451" y="1925"/>
                </a:lnTo>
                <a:lnTo>
                  <a:pt x="1438" y="1923"/>
                </a:lnTo>
                <a:lnTo>
                  <a:pt x="1424" y="1920"/>
                </a:lnTo>
                <a:lnTo>
                  <a:pt x="1412" y="1913"/>
                </a:lnTo>
                <a:lnTo>
                  <a:pt x="1402" y="1904"/>
                </a:lnTo>
                <a:lnTo>
                  <a:pt x="1393" y="1894"/>
                </a:lnTo>
                <a:lnTo>
                  <a:pt x="1388" y="1884"/>
                </a:lnTo>
                <a:lnTo>
                  <a:pt x="1383" y="1870"/>
                </a:lnTo>
                <a:lnTo>
                  <a:pt x="1383" y="1856"/>
                </a:lnTo>
                <a:close/>
                <a:moveTo>
                  <a:pt x="2387" y="386"/>
                </a:moveTo>
                <a:lnTo>
                  <a:pt x="377" y="386"/>
                </a:lnTo>
                <a:lnTo>
                  <a:pt x="377" y="1651"/>
                </a:lnTo>
                <a:lnTo>
                  <a:pt x="2524" y="1651"/>
                </a:lnTo>
                <a:lnTo>
                  <a:pt x="2524" y="317"/>
                </a:lnTo>
                <a:lnTo>
                  <a:pt x="2593" y="317"/>
                </a:lnTo>
                <a:lnTo>
                  <a:pt x="2593" y="1719"/>
                </a:lnTo>
                <a:lnTo>
                  <a:pt x="308" y="1719"/>
                </a:lnTo>
                <a:lnTo>
                  <a:pt x="308" y="317"/>
                </a:lnTo>
                <a:lnTo>
                  <a:pt x="2387" y="317"/>
                </a:lnTo>
                <a:lnTo>
                  <a:pt x="2387" y="386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  <p:sp>
        <p:nvSpPr>
          <p:cNvPr id="704" name="Freeform 103"/>
          <p:cNvSpPr/>
          <p:nvPr/>
        </p:nvSpPr>
        <p:spPr>
          <a:xfrm>
            <a:off x="2667240" y="3313080"/>
            <a:ext cx="568080" cy="542160"/>
          </a:xfrm>
          <a:custGeom>
            <a:avLst/>
            <a:gdLst>
              <a:gd name="textAreaLeft" fmla="*/ 0 w 568080"/>
              <a:gd name="textAreaRight" fmla="*/ 568440 w 568080"/>
              <a:gd name="textAreaTop" fmla="*/ 0 h 542160"/>
              <a:gd name="textAreaBottom" fmla="*/ 542520 h 542160"/>
              <a:gd name="GluePoint1X" fmla="*/ 2147483647 w 4992"/>
              <a:gd name="GluePoint1Y" fmla="*/ 2147483647 h 4763"/>
              <a:gd name="GluePoint2X" fmla="*/ 2147483647 w 4992"/>
              <a:gd name="GluePoint2Y" fmla="*/ 2147483647 h 4763"/>
              <a:gd name="GluePoint3X" fmla="*/ 2147483647 w 4992"/>
              <a:gd name="GluePoint3Y" fmla="*/ 2147483647 h 4763"/>
              <a:gd name="GluePoint4X" fmla="*/ 2147483647 w 4992"/>
              <a:gd name="GluePoint4Y" fmla="*/ 2147483647 h 4763"/>
              <a:gd name="GluePoint5X" fmla="*/ 2147483647 w 4992"/>
              <a:gd name="GluePoint5Y" fmla="*/ 2147483647 h 4763"/>
              <a:gd name="GluePoint6X" fmla="*/ 2147483647 w 4992"/>
              <a:gd name="GluePoint6Y" fmla="*/ 2147483647 h 4763"/>
              <a:gd name="GluePoint7X" fmla="*/ 2147483647 w 4992"/>
              <a:gd name="GluePoint7Y" fmla="*/ 2147483647 h 4763"/>
              <a:gd name="GluePoint8X" fmla="*/ 2147483647 w 4992"/>
              <a:gd name="GluePoint8Y" fmla="*/ 2147483647 h 4763"/>
              <a:gd name="GluePoint9X" fmla="*/ 2147483647 w 4992"/>
              <a:gd name="GluePoint9Y" fmla="*/ 2147483647 h 4763"/>
              <a:gd name="GluePoint10X" fmla="*/ 2147483647 w 4992"/>
              <a:gd name="GluePoint10Y" fmla="*/ 2147483647 h 4763"/>
              <a:gd name="GluePoint11X" fmla="*/ 2147483647 w 4992"/>
              <a:gd name="GluePoint11Y" fmla="*/ 2147483647 h 4763"/>
              <a:gd name="GluePoint12X" fmla="*/ 2147483647 w 4992"/>
              <a:gd name="GluePoint12Y" fmla="*/ 2147483647 h 4763"/>
              <a:gd name="GluePoint13X" fmla="*/ 0 w 4992"/>
              <a:gd name="GluePoint13Y" fmla="*/ 2147483647 h 4763"/>
              <a:gd name="GluePoint14X" fmla="*/ 2147483647 w 4992"/>
              <a:gd name="GluePoint14Y" fmla="*/ 2147483647 h 4763"/>
              <a:gd name="GluePoint15X" fmla="*/ 2147483647 w 4992"/>
              <a:gd name="GluePoint15Y" fmla="*/ 2147483647 h 4763"/>
              <a:gd name="GluePoint16X" fmla="*/ 2147483647 w 4992"/>
              <a:gd name="GluePoint16Y" fmla="*/ 2147483647 h 4763"/>
              <a:gd name="GluePoint17X" fmla="*/ 2147483647 w 4992"/>
              <a:gd name="GluePoint17Y" fmla="*/ 2147483647 h 4763"/>
              <a:gd name="GluePoint18X" fmla="*/ 2147483647 w 4992"/>
              <a:gd name="GluePoint18Y" fmla="*/ 2147483647 h 4763"/>
              <a:gd name="GluePoint19X" fmla="*/ 2147483647 w 4992"/>
              <a:gd name="GluePoint19Y" fmla="*/ 2147483647 h 4763"/>
              <a:gd name="GluePoint20X" fmla="*/ 2147483647 w 4992"/>
              <a:gd name="GluePoint20Y" fmla="*/ 2147483647 h 4763"/>
              <a:gd name="GluePoint21X" fmla="*/ 2147483647 w 4992"/>
              <a:gd name="GluePoint21Y" fmla="*/ 2147483647 h 4763"/>
              <a:gd name="GluePoint22X" fmla="*/ 0 w 4992"/>
              <a:gd name="GluePoint22Y" fmla="*/ 2147483647 h 4763"/>
              <a:gd name="GluePoint23X" fmla="*/ 2147483647 w 4992"/>
              <a:gd name="GluePoint23Y" fmla="*/ 2147483647 h 4763"/>
              <a:gd name="GluePoint24X" fmla="*/ 2147483647 w 4992"/>
              <a:gd name="GluePoint24Y" fmla="*/ 2147483647 h 4763"/>
              <a:gd name="GluePoint25X" fmla="*/ 2147483647 w 4992"/>
              <a:gd name="GluePoint25Y" fmla="*/ 2147483647 h 4763"/>
              <a:gd name="GluePoint26X" fmla="*/ 2147483647 w 4992"/>
              <a:gd name="GluePoint26Y" fmla="*/ 2147483647 h 4763"/>
              <a:gd name="GluePoint27X" fmla="*/ 2147483647 w 4992"/>
              <a:gd name="GluePoint27Y" fmla="*/ 2147483647 h 4763"/>
              <a:gd name="GluePoint28X" fmla="*/ 2147483647 w 4992"/>
              <a:gd name="GluePoint28Y" fmla="*/ 2147483647 h 4763"/>
              <a:gd name="GluePoint29X" fmla="*/ 2147483647 w 4992"/>
              <a:gd name="GluePoint29Y" fmla="*/ 2147483647 h 4763"/>
              <a:gd name="GluePoint30X" fmla="*/ 2147483647 w 4992"/>
              <a:gd name="GluePoint30Y" fmla="*/ 2147483647 h 4763"/>
              <a:gd name="GluePoint31X" fmla="*/ 2147483647 w 4992"/>
              <a:gd name="GluePoint31Y" fmla="*/ 2147483647 h 4763"/>
              <a:gd name="GluePoint32X" fmla="*/ 2147483647 w 4992"/>
              <a:gd name="GluePoint32Y" fmla="*/ 2147483647 h 4763"/>
              <a:gd name="GluePoint33X" fmla="*/ 2147483647 w 4992"/>
              <a:gd name="GluePoint33Y" fmla="*/ 2147483647 h 4763"/>
              <a:gd name="GluePoint34X" fmla="*/ 2147483647 w 4992"/>
              <a:gd name="GluePoint34Y" fmla="*/ 2147483647 h 4763"/>
              <a:gd name="GluePoint35X" fmla="*/ 2147483647 w 4992"/>
              <a:gd name="GluePoint35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</a:cxnLst>
            <a:rect l="textAreaLeft" t="textAreaTop" r="textAreaRight" b="textAreaBottom"/>
            <a:pathLst>
              <a:path w="4992" h="4763">
                <a:moveTo>
                  <a:pt x="3917" y="940"/>
                </a:moveTo>
                <a:lnTo>
                  <a:pt x="3003" y="1756"/>
                </a:lnTo>
                <a:lnTo>
                  <a:pt x="2275" y="568"/>
                </a:lnTo>
                <a:lnTo>
                  <a:pt x="1826" y="1031"/>
                </a:lnTo>
                <a:lnTo>
                  <a:pt x="1194" y="0"/>
                </a:lnTo>
                <a:lnTo>
                  <a:pt x="516" y="764"/>
                </a:lnTo>
                <a:lnTo>
                  <a:pt x="676" y="907"/>
                </a:lnTo>
                <a:lnTo>
                  <a:pt x="1161" y="362"/>
                </a:lnTo>
                <a:lnTo>
                  <a:pt x="1786" y="1381"/>
                </a:lnTo>
                <a:lnTo>
                  <a:pt x="2236" y="918"/>
                </a:lnTo>
                <a:lnTo>
                  <a:pt x="2953" y="2089"/>
                </a:lnTo>
                <a:lnTo>
                  <a:pt x="3599" y="1517"/>
                </a:lnTo>
                <a:lnTo>
                  <a:pt x="4515" y="2707"/>
                </a:lnTo>
                <a:lnTo>
                  <a:pt x="4933" y="2765"/>
                </a:lnTo>
                <a:lnTo>
                  <a:pt x="4992" y="2348"/>
                </a:lnTo>
                <a:lnTo>
                  <a:pt x="3917" y="940"/>
                </a:lnTo>
                <a:close/>
                <a:moveTo>
                  <a:pt x="3426" y="3555"/>
                </a:moveTo>
                <a:lnTo>
                  <a:pt x="3426" y="2631"/>
                </a:lnTo>
                <a:lnTo>
                  <a:pt x="2559" y="2631"/>
                </a:lnTo>
                <a:lnTo>
                  <a:pt x="2356" y="2828"/>
                </a:lnTo>
                <a:lnTo>
                  <a:pt x="2356" y="1924"/>
                </a:lnTo>
                <a:lnTo>
                  <a:pt x="1489" y="1924"/>
                </a:lnTo>
                <a:lnTo>
                  <a:pt x="1287" y="2120"/>
                </a:lnTo>
                <a:lnTo>
                  <a:pt x="1287" y="1368"/>
                </a:lnTo>
                <a:lnTo>
                  <a:pt x="420" y="1368"/>
                </a:lnTo>
                <a:lnTo>
                  <a:pt x="0" y="1773"/>
                </a:lnTo>
                <a:lnTo>
                  <a:pt x="0" y="4446"/>
                </a:lnTo>
                <a:lnTo>
                  <a:pt x="216" y="4446"/>
                </a:lnTo>
                <a:lnTo>
                  <a:pt x="216" y="1873"/>
                </a:lnTo>
                <a:lnTo>
                  <a:pt x="801" y="1873"/>
                </a:lnTo>
                <a:lnTo>
                  <a:pt x="801" y="4446"/>
                </a:lnTo>
                <a:lnTo>
                  <a:pt x="1285" y="4446"/>
                </a:lnTo>
                <a:lnTo>
                  <a:pt x="1287" y="2429"/>
                </a:lnTo>
                <a:lnTo>
                  <a:pt x="1871" y="2429"/>
                </a:lnTo>
                <a:lnTo>
                  <a:pt x="1871" y="4446"/>
                </a:lnTo>
                <a:lnTo>
                  <a:pt x="2355" y="4446"/>
                </a:lnTo>
                <a:lnTo>
                  <a:pt x="2356" y="3138"/>
                </a:lnTo>
                <a:lnTo>
                  <a:pt x="2941" y="3138"/>
                </a:lnTo>
                <a:lnTo>
                  <a:pt x="2941" y="4446"/>
                </a:lnTo>
                <a:lnTo>
                  <a:pt x="3426" y="4446"/>
                </a:lnTo>
                <a:lnTo>
                  <a:pt x="3426" y="3864"/>
                </a:lnTo>
                <a:lnTo>
                  <a:pt x="4010" y="3864"/>
                </a:lnTo>
                <a:lnTo>
                  <a:pt x="4010" y="4554"/>
                </a:lnTo>
                <a:lnTo>
                  <a:pt x="0" y="4554"/>
                </a:lnTo>
                <a:lnTo>
                  <a:pt x="0" y="4763"/>
                </a:lnTo>
                <a:lnTo>
                  <a:pt x="4077" y="4763"/>
                </a:lnTo>
                <a:lnTo>
                  <a:pt x="4496" y="4357"/>
                </a:lnTo>
                <a:lnTo>
                  <a:pt x="4496" y="3359"/>
                </a:lnTo>
                <a:lnTo>
                  <a:pt x="3630" y="3359"/>
                </a:lnTo>
                <a:lnTo>
                  <a:pt x="3426" y="3555"/>
                </a:lnTo>
                <a:close/>
                <a:moveTo>
                  <a:pt x="801" y="1765"/>
                </a:moveTo>
                <a:lnTo>
                  <a:pt x="242" y="1765"/>
                </a:lnTo>
                <a:lnTo>
                  <a:pt x="485" y="1530"/>
                </a:lnTo>
                <a:lnTo>
                  <a:pt x="1045" y="1530"/>
                </a:lnTo>
                <a:lnTo>
                  <a:pt x="801" y="1765"/>
                </a:lnTo>
                <a:close/>
                <a:moveTo>
                  <a:pt x="1871" y="2321"/>
                </a:moveTo>
                <a:lnTo>
                  <a:pt x="1311" y="2321"/>
                </a:lnTo>
                <a:lnTo>
                  <a:pt x="1554" y="2086"/>
                </a:lnTo>
                <a:lnTo>
                  <a:pt x="2115" y="2086"/>
                </a:lnTo>
                <a:lnTo>
                  <a:pt x="1871" y="2321"/>
                </a:lnTo>
                <a:close/>
                <a:moveTo>
                  <a:pt x="2941" y="3030"/>
                </a:moveTo>
                <a:lnTo>
                  <a:pt x="2381" y="3030"/>
                </a:lnTo>
                <a:lnTo>
                  <a:pt x="2625" y="2793"/>
                </a:lnTo>
                <a:lnTo>
                  <a:pt x="3184" y="2793"/>
                </a:lnTo>
                <a:lnTo>
                  <a:pt x="2941" y="3030"/>
                </a:lnTo>
                <a:close/>
                <a:moveTo>
                  <a:pt x="4255" y="3521"/>
                </a:moveTo>
                <a:lnTo>
                  <a:pt x="4010" y="3756"/>
                </a:lnTo>
                <a:lnTo>
                  <a:pt x="3451" y="3756"/>
                </a:lnTo>
                <a:lnTo>
                  <a:pt x="3694" y="3521"/>
                </a:lnTo>
                <a:lnTo>
                  <a:pt x="4255" y="3521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  <p:sp>
        <p:nvSpPr>
          <p:cNvPr id="705" name="Freeform 59"/>
          <p:cNvSpPr/>
          <p:nvPr/>
        </p:nvSpPr>
        <p:spPr>
          <a:xfrm>
            <a:off x="2939040" y="4424400"/>
            <a:ext cx="690840" cy="539280"/>
          </a:xfrm>
          <a:custGeom>
            <a:avLst/>
            <a:gdLst>
              <a:gd name="textAreaLeft" fmla="*/ 0 w 690840"/>
              <a:gd name="textAreaRight" fmla="*/ 691200 w 690840"/>
              <a:gd name="textAreaTop" fmla="*/ 0 h 539280"/>
              <a:gd name="textAreaBottom" fmla="*/ 539640 h 539280"/>
              <a:gd name="GluePoint1X" fmla="*/ 2147483647 w 6108"/>
              <a:gd name="GluePoint1Y" fmla="*/ 2147483647 h 4763"/>
              <a:gd name="GluePoint2X" fmla="*/ 2147483647 w 6108"/>
              <a:gd name="GluePoint2Y" fmla="*/ 2147483647 h 4763"/>
              <a:gd name="GluePoint3X" fmla="*/ 2147483647 w 6108"/>
              <a:gd name="GluePoint3Y" fmla="*/ 2147483647 h 4763"/>
              <a:gd name="GluePoint4X" fmla="*/ 2147483647 w 6108"/>
              <a:gd name="GluePoint4Y" fmla="*/ 2147483647 h 4763"/>
              <a:gd name="GluePoint5X" fmla="*/ 2147483647 w 6108"/>
              <a:gd name="GluePoint5Y" fmla="*/ 2147483647 h 4763"/>
              <a:gd name="GluePoint6X" fmla="*/ 2147483647 w 6108"/>
              <a:gd name="GluePoint6Y" fmla="*/ 2147483647 h 4763"/>
              <a:gd name="GluePoint7X" fmla="*/ 2147483647 w 6108"/>
              <a:gd name="GluePoint7Y" fmla="*/ 2147483647 h 4763"/>
              <a:gd name="GluePoint8X" fmla="*/ 2147483647 w 6108"/>
              <a:gd name="GluePoint8Y" fmla="*/ 2147483647 h 4763"/>
              <a:gd name="GluePoint9X" fmla="*/ 2147483647 w 6108"/>
              <a:gd name="GluePoint9Y" fmla="*/ 2147483647 h 4763"/>
              <a:gd name="GluePoint10X" fmla="*/ 2147483647 w 6108"/>
              <a:gd name="GluePoint10Y" fmla="*/ 2147483647 h 4763"/>
              <a:gd name="GluePoint11X" fmla="*/ 2147483647 w 6108"/>
              <a:gd name="GluePoint11Y" fmla="*/ 2147483647 h 4763"/>
              <a:gd name="GluePoint12X" fmla="*/ 2147483647 w 6108"/>
              <a:gd name="GluePoint12Y" fmla="*/ 2147483647 h 4763"/>
              <a:gd name="GluePoint13X" fmla="*/ 2147483647 w 6108"/>
              <a:gd name="GluePoint13Y" fmla="*/ 2147483647 h 4763"/>
              <a:gd name="GluePoint14X" fmla="*/ 2147483647 w 6108"/>
              <a:gd name="GluePoint14Y" fmla="*/ 2147483647 h 4763"/>
              <a:gd name="GluePoint15X" fmla="*/ 2147483647 w 6108"/>
              <a:gd name="GluePoint15Y" fmla="*/ 2147483647 h 4763"/>
              <a:gd name="GluePoint16X" fmla="*/ 2147483647 w 6108"/>
              <a:gd name="GluePoint16Y" fmla="*/ 2147483647 h 4763"/>
              <a:gd name="GluePoint17X" fmla="*/ 2147483647 w 6108"/>
              <a:gd name="GluePoint17Y" fmla="*/ 2147483647 h 4763"/>
              <a:gd name="GluePoint18X" fmla="*/ 2147483647 w 6108"/>
              <a:gd name="GluePoint18Y" fmla="*/ 2147483647 h 4763"/>
              <a:gd name="GluePoint19X" fmla="*/ 2147483647 w 6108"/>
              <a:gd name="GluePoint19Y" fmla="*/ 2147483647 h 4763"/>
              <a:gd name="GluePoint20X" fmla="*/ 2147483647 w 6108"/>
              <a:gd name="GluePoint20Y" fmla="*/ 2147483647 h 4763"/>
              <a:gd name="GluePoint21X" fmla="*/ 2147483647 w 6108"/>
              <a:gd name="GluePoint21Y" fmla="*/ 2147483647 h 4763"/>
              <a:gd name="GluePoint22X" fmla="*/ 2147483647 w 6108"/>
              <a:gd name="GluePoint22Y" fmla="*/ 2147483647 h 4763"/>
              <a:gd name="GluePoint23X" fmla="*/ 2147483647 w 6108"/>
              <a:gd name="GluePoint23Y" fmla="*/ 2147483647 h 4763"/>
              <a:gd name="GluePoint24X" fmla="*/ 2147483647 w 6108"/>
              <a:gd name="GluePoint24Y" fmla="*/ 2147483647 h 4763"/>
              <a:gd name="GluePoint25X" fmla="*/ 2147483647 w 6108"/>
              <a:gd name="GluePoint25Y" fmla="*/ 2147483647 h 4763"/>
              <a:gd name="GluePoint26X" fmla="*/ 2147483647 w 6108"/>
              <a:gd name="GluePoint26Y" fmla="*/ 2147483647 h 4763"/>
              <a:gd name="GluePoint27X" fmla="*/ 2147483647 w 6108"/>
              <a:gd name="GluePoint27Y" fmla="*/ 2147483647 h 4763"/>
              <a:gd name="GluePoint28X" fmla="*/ 2147483647 w 6108"/>
              <a:gd name="GluePoint28Y" fmla="*/ 2147483647 h 4763"/>
              <a:gd name="GluePoint29X" fmla="*/ 2147483647 w 6108"/>
              <a:gd name="GluePoint29Y" fmla="*/ 2147483647 h 4763"/>
              <a:gd name="GluePoint30X" fmla="*/ 2147483647 w 6108"/>
              <a:gd name="GluePoint30Y" fmla="*/ 2147483647 h 4763"/>
              <a:gd name="GluePoint31X" fmla="*/ 2147483647 w 6108"/>
              <a:gd name="GluePoint31Y" fmla="*/ 2147483647 h 4763"/>
              <a:gd name="GluePoint32X" fmla="*/ 2147483647 w 6108"/>
              <a:gd name="GluePoint32Y" fmla="*/ 2147483647 h 4763"/>
              <a:gd name="GluePoint33X" fmla="*/ 2147483647 w 6108"/>
              <a:gd name="GluePoint33Y" fmla="*/ 2147483647 h 4763"/>
              <a:gd name="GluePoint34X" fmla="*/ 2147483647 w 6108"/>
              <a:gd name="GluePoint34Y" fmla="*/ 2147483647 h 4763"/>
              <a:gd name="GluePoint35X" fmla="*/ 2147483647 w 6108"/>
              <a:gd name="GluePoint35Y" fmla="*/ 2147483647 h 4763"/>
              <a:gd name="GluePoint36X" fmla="*/ 2147483647 w 6108"/>
              <a:gd name="GluePoint36Y" fmla="*/ 2147483647 h 4763"/>
              <a:gd name="GluePoint37X" fmla="*/ 2147483647 w 6108"/>
              <a:gd name="GluePoint37Y" fmla="*/ 2147483647 h 4763"/>
              <a:gd name="GluePoint38X" fmla="*/ 2147483647 w 6108"/>
              <a:gd name="GluePoint38Y" fmla="*/ 2147483647 h 4763"/>
              <a:gd name="GluePoint39X" fmla="*/ 2147483647 w 6108"/>
              <a:gd name="GluePoint39Y" fmla="*/ 2147483647 h 4763"/>
              <a:gd name="GluePoint40X" fmla="*/ 2147483647 w 6108"/>
              <a:gd name="GluePoint40Y" fmla="*/ 2147483647 h 4763"/>
              <a:gd name="GluePoint41X" fmla="*/ 2147483647 w 6108"/>
              <a:gd name="GluePoint41Y" fmla="*/ 2147483647 h 4763"/>
              <a:gd name="GluePoint42X" fmla="*/ 2147483647 w 6108"/>
              <a:gd name="GluePoint42Y" fmla="*/ 2147483647 h 4763"/>
              <a:gd name="GluePoint43X" fmla="*/ 2147483647 w 6108"/>
              <a:gd name="GluePoint43Y" fmla="*/ 2147483647 h 4763"/>
              <a:gd name="GluePoint44X" fmla="*/ 2147483647 w 6108"/>
              <a:gd name="GluePoint44Y" fmla="*/ 2147483647 h 4763"/>
              <a:gd name="GluePoint45X" fmla="*/ 2147483647 w 6108"/>
              <a:gd name="GluePoint45Y" fmla="*/ 2147483647 h 4763"/>
              <a:gd name="GluePoint46X" fmla="*/ 2147483647 w 6108"/>
              <a:gd name="GluePoint46Y" fmla="*/ 2147483647 h 4763"/>
              <a:gd name="GluePoint47X" fmla="*/ 2147483647 w 6108"/>
              <a:gd name="GluePoint47Y" fmla="*/ 2147483647 h 4763"/>
              <a:gd name="GluePoint48X" fmla="*/ 2147483647 w 6108"/>
              <a:gd name="GluePoint48Y" fmla="*/ 2147483647 h 4763"/>
              <a:gd name="GluePoint49X" fmla="*/ 0 w 6108"/>
              <a:gd name="GluePoint49Y" fmla="*/ 2147483647 h 4763"/>
              <a:gd name="GluePoint50X" fmla="*/ 2147483647 w 6108"/>
              <a:gd name="GluePoint50Y" fmla="*/ 2147483647 h 4763"/>
              <a:gd name="GluePoint51X" fmla="*/ 2147483647 w 6108"/>
              <a:gd name="GluePoint51Y" fmla="*/ 2147483647 h 4763"/>
              <a:gd name="GluePoint52X" fmla="*/ 2147483647 w 6108"/>
              <a:gd name="GluePoint52Y" fmla="*/ 2147483647 h 4763"/>
              <a:gd name="GluePoint53X" fmla="*/ 2147483647 w 6108"/>
              <a:gd name="GluePoint53Y" fmla="*/ 2147483647 h 4763"/>
              <a:gd name="GluePoint54X" fmla="*/ 2147483647 w 6108"/>
              <a:gd name="GluePoint54Y" fmla="*/ 2147483647 h 4763"/>
              <a:gd name="GluePoint55X" fmla="*/ 2147483647 w 6108"/>
              <a:gd name="GluePoint55Y" fmla="*/ 2147483647 h 4763"/>
              <a:gd name="GluePoint56X" fmla="*/ 2147483647 w 6108"/>
              <a:gd name="GluePoint56Y" fmla="*/ 2147483647 h 4763"/>
              <a:gd name="GluePoint57X" fmla="*/ 2147483647 w 6108"/>
              <a:gd name="GluePoint57Y" fmla="*/ 2147483647 h 4763"/>
              <a:gd name="GluePoint58X" fmla="*/ 2147483647 w 6108"/>
              <a:gd name="GluePoint58Y" fmla="*/ 2147483647 h 4763"/>
              <a:gd name="GluePoint59X" fmla="*/ 2147483647 w 6108"/>
              <a:gd name="GluePoint59Y" fmla="*/ 2147483647 h 4763"/>
              <a:gd name="GluePoint60X" fmla="*/ 2147483647 w 6108"/>
              <a:gd name="GluePoint60Y" fmla="*/ 2147483647 h 4763"/>
              <a:gd name="GluePoint61X" fmla="*/ 2147483647 w 6108"/>
              <a:gd name="GluePoint61Y" fmla="*/ 2147483647 h 4763"/>
              <a:gd name="GluePoint62X" fmla="*/ 2147483647 w 6108"/>
              <a:gd name="GluePoint62Y" fmla="*/ 2147483647 h 4763"/>
              <a:gd name="GluePoint63X" fmla="*/ 2147483647 w 6108"/>
              <a:gd name="GluePoint63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</a:cxnLst>
            <a:rect l="textAreaLeft" t="textAreaTop" r="textAreaRight" b="textAreaBottom"/>
            <a:pathLst>
              <a:path w="6108" h="4763">
                <a:moveTo>
                  <a:pt x="5345" y="3296"/>
                </a:moveTo>
                <a:lnTo>
                  <a:pt x="5345" y="3296"/>
                </a:lnTo>
                <a:lnTo>
                  <a:pt x="5298" y="3312"/>
                </a:lnTo>
                <a:lnTo>
                  <a:pt x="5246" y="3326"/>
                </a:lnTo>
                <a:lnTo>
                  <a:pt x="5195" y="3340"/>
                </a:lnTo>
                <a:lnTo>
                  <a:pt x="5140" y="3352"/>
                </a:lnTo>
                <a:lnTo>
                  <a:pt x="5083" y="3363"/>
                </a:lnTo>
                <a:lnTo>
                  <a:pt x="5026" y="3372"/>
                </a:lnTo>
                <a:lnTo>
                  <a:pt x="4966" y="3381"/>
                </a:lnTo>
                <a:lnTo>
                  <a:pt x="4905" y="3388"/>
                </a:lnTo>
                <a:lnTo>
                  <a:pt x="4844" y="3393"/>
                </a:lnTo>
                <a:lnTo>
                  <a:pt x="4782" y="3399"/>
                </a:lnTo>
                <a:lnTo>
                  <a:pt x="4720" y="3402"/>
                </a:lnTo>
                <a:lnTo>
                  <a:pt x="4657" y="3404"/>
                </a:lnTo>
                <a:lnTo>
                  <a:pt x="4595" y="3405"/>
                </a:lnTo>
                <a:lnTo>
                  <a:pt x="4531" y="3405"/>
                </a:lnTo>
                <a:lnTo>
                  <a:pt x="4468" y="3404"/>
                </a:lnTo>
                <a:lnTo>
                  <a:pt x="4404" y="3401"/>
                </a:lnTo>
                <a:lnTo>
                  <a:pt x="4344" y="3398"/>
                </a:lnTo>
                <a:lnTo>
                  <a:pt x="4281" y="3393"/>
                </a:lnTo>
                <a:lnTo>
                  <a:pt x="4220" y="3387"/>
                </a:lnTo>
                <a:lnTo>
                  <a:pt x="4161" y="3379"/>
                </a:lnTo>
                <a:lnTo>
                  <a:pt x="4103" y="3372"/>
                </a:lnTo>
                <a:lnTo>
                  <a:pt x="4047" y="3363"/>
                </a:lnTo>
                <a:lnTo>
                  <a:pt x="3990" y="3352"/>
                </a:lnTo>
                <a:lnTo>
                  <a:pt x="3937" y="3341"/>
                </a:lnTo>
                <a:lnTo>
                  <a:pt x="3885" y="3328"/>
                </a:lnTo>
                <a:lnTo>
                  <a:pt x="3837" y="3314"/>
                </a:lnTo>
                <a:lnTo>
                  <a:pt x="3789" y="3300"/>
                </a:lnTo>
                <a:lnTo>
                  <a:pt x="3745" y="3283"/>
                </a:lnTo>
                <a:lnTo>
                  <a:pt x="3704" y="3267"/>
                </a:lnTo>
                <a:lnTo>
                  <a:pt x="3664" y="3250"/>
                </a:lnTo>
                <a:lnTo>
                  <a:pt x="3629" y="3230"/>
                </a:lnTo>
                <a:lnTo>
                  <a:pt x="3598" y="3210"/>
                </a:lnTo>
                <a:lnTo>
                  <a:pt x="3179" y="3396"/>
                </a:lnTo>
                <a:lnTo>
                  <a:pt x="3145" y="3387"/>
                </a:lnTo>
                <a:lnTo>
                  <a:pt x="3112" y="3376"/>
                </a:lnTo>
                <a:lnTo>
                  <a:pt x="3078" y="3364"/>
                </a:lnTo>
                <a:lnTo>
                  <a:pt x="3045" y="3350"/>
                </a:lnTo>
                <a:lnTo>
                  <a:pt x="3013" y="3337"/>
                </a:lnTo>
                <a:lnTo>
                  <a:pt x="2982" y="3320"/>
                </a:lnTo>
                <a:lnTo>
                  <a:pt x="2952" y="3305"/>
                </a:lnTo>
                <a:lnTo>
                  <a:pt x="2926" y="3288"/>
                </a:lnTo>
                <a:lnTo>
                  <a:pt x="2902" y="3271"/>
                </a:lnTo>
                <a:lnTo>
                  <a:pt x="2880" y="3253"/>
                </a:lnTo>
                <a:lnTo>
                  <a:pt x="2862" y="3236"/>
                </a:lnTo>
                <a:lnTo>
                  <a:pt x="2848" y="3218"/>
                </a:lnTo>
                <a:lnTo>
                  <a:pt x="2842" y="3209"/>
                </a:lnTo>
                <a:lnTo>
                  <a:pt x="2838" y="3201"/>
                </a:lnTo>
                <a:lnTo>
                  <a:pt x="2835" y="3192"/>
                </a:lnTo>
                <a:lnTo>
                  <a:pt x="2833" y="3183"/>
                </a:lnTo>
                <a:lnTo>
                  <a:pt x="2832" y="3175"/>
                </a:lnTo>
                <a:lnTo>
                  <a:pt x="2832" y="3168"/>
                </a:lnTo>
                <a:lnTo>
                  <a:pt x="2835" y="3159"/>
                </a:lnTo>
                <a:lnTo>
                  <a:pt x="2838" y="3151"/>
                </a:lnTo>
                <a:lnTo>
                  <a:pt x="2844" y="3139"/>
                </a:lnTo>
                <a:lnTo>
                  <a:pt x="2852" y="3127"/>
                </a:lnTo>
                <a:lnTo>
                  <a:pt x="2862" y="3116"/>
                </a:lnTo>
                <a:lnTo>
                  <a:pt x="2873" y="3104"/>
                </a:lnTo>
                <a:lnTo>
                  <a:pt x="2897" y="3081"/>
                </a:lnTo>
                <a:lnTo>
                  <a:pt x="2928" y="3058"/>
                </a:lnTo>
                <a:lnTo>
                  <a:pt x="2961" y="3035"/>
                </a:lnTo>
                <a:lnTo>
                  <a:pt x="2999" y="3014"/>
                </a:lnTo>
                <a:lnTo>
                  <a:pt x="3040" y="2994"/>
                </a:lnTo>
                <a:lnTo>
                  <a:pt x="3083" y="2974"/>
                </a:lnTo>
                <a:lnTo>
                  <a:pt x="3129" y="2955"/>
                </a:lnTo>
                <a:lnTo>
                  <a:pt x="3177" y="2938"/>
                </a:lnTo>
                <a:lnTo>
                  <a:pt x="3226" y="2921"/>
                </a:lnTo>
                <a:lnTo>
                  <a:pt x="3276" y="2906"/>
                </a:lnTo>
                <a:lnTo>
                  <a:pt x="3328" y="2892"/>
                </a:lnTo>
                <a:lnTo>
                  <a:pt x="3378" y="2880"/>
                </a:lnTo>
                <a:lnTo>
                  <a:pt x="3429" y="2871"/>
                </a:lnTo>
                <a:lnTo>
                  <a:pt x="3479" y="2862"/>
                </a:lnTo>
                <a:lnTo>
                  <a:pt x="3479" y="2799"/>
                </a:lnTo>
                <a:lnTo>
                  <a:pt x="3392" y="2816"/>
                </a:lnTo>
                <a:lnTo>
                  <a:pt x="3308" y="2836"/>
                </a:lnTo>
                <a:lnTo>
                  <a:pt x="3267" y="2848"/>
                </a:lnTo>
                <a:lnTo>
                  <a:pt x="3228" y="2859"/>
                </a:lnTo>
                <a:lnTo>
                  <a:pt x="3189" y="2872"/>
                </a:lnTo>
                <a:lnTo>
                  <a:pt x="3151" y="2885"/>
                </a:lnTo>
                <a:lnTo>
                  <a:pt x="3115" y="2900"/>
                </a:lnTo>
                <a:lnTo>
                  <a:pt x="3078" y="2914"/>
                </a:lnTo>
                <a:lnTo>
                  <a:pt x="3045" y="2929"/>
                </a:lnTo>
                <a:lnTo>
                  <a:pt x="3011" y="2945"/>
                </a:lnTo>
                <a:lnTo>
                  <a:pt x="2979" y="2962"/>
                </a:lnTo>
                <a:lnTo>
                  <a:pt x="2949" y="2980"/>
                </a:lnTo>
                <a:lnTo>
                  <a:pt x="2920" y="2999"/>
                </a:lnTo>
                <a:lnTo>
                  <a:pt x="2894" y="3019"/>
                </a:lnTo>
                <a:lnTo>
                  <a:pt x="2870" y="3038"/>
                </a:lnTo>
                <a:lnTo>
                  <a:pt x="2850" y="3057"/>
                </a:lnTo>
                <a:lnTo>
                  <a:pt x="2832" y="3075"/>
                </a:lnTo>
                <a:lnTo>
                  <a:pt x="2817" y="3093"/>
                </a:lnTo>
                <a:lnTo>
                  <a:pt x="2803" y="3111"/>
                </a:lnTo>
                <a:lnTo>
                  <a:pt x="2792" y="3130"/>
                </a:lnTo>
                <a:lnTo>
                  <a:pt x="2785" y="3146"/>
                </a:lnTo>
                <a:lnTo>
                  <a:pt x="2778" y="3165"/>
                </a:lnTo>
                <a:lnTo>
                  <a:pt x="2775" y="3181"/>
                </a:lnTo>
                <a:lnTo>
                  <a:pt x="2774" y="3198"/>
                </a:lnTo>
                <a:lnTo>
                  <a:pt x="2775" y="3215"/>
                </a:lnTo>
                <a:lnTo>
                  <a:pt x="2777" y="3230"/>
                </a:lnTo>
                <a:lnTo>
                  <a:pt x="2783" y="3245"/>
                </a:lnTo>
                <a:lnTo>
                  <a:pt x="2789" y="3259"/>
                </a:lnTo>
                <a:lnTo>
                  <a:pt x="2798" y="3273"/>
                </a:lnTo>
                <a:lnTo>
                  <a:pt x="2807" y="3286"/>
                </a:lnTo>
                <a:lnTo>
                  <a:pt x="2824" y="3303"/>
                </a:lnTo>
                <a:lnTo>
                  <a:pt x="2844" y="3320"/>
                </a:lnTo>
                <a:lnTo>
                  <a:pt x="2868" y="3337"/>
                </a:lnTo>
                <a:lnTo>
                  <a:pt x="2897" y="3355"/>
                </a:lnTo>
                <a:lnTo>
                  <a:pt x="2929" y="3373"/>
                </a:lnTo>
                <a:lnTo>
                  <a:pt x="2964" y="3390"/>
                </a:lnTo>
                <a:lnTo>
                  <a:pt x="3002" y="3408"/>
                </a:lnTo>
                <a:lnTo>
                  <a:pt x="3045" y="3426"/>
                </a:lnTo>
                <a:lnTo>
                  <a:pt x="3091" y="3443"/>
                </a:lnTo>
                <a:lnTo>
                  <a:pt x="3139" y="3460"/>
                </a:lnTo>
                <a:lnTo>
                  <a:pt x="3191" y="3477"/>
                </a:lnTo>
                <a:lnTo>
                  <a:pt x="3244" y="3492"/>
                </a:lnTo>
                <a:lnTo>
                  <a:pt x="3302" y="3507"/>
                </a:lnTo>
                <a:lnTo>
                  <a:pt x="3363" y="3522"/>
                </a:lnTo>
                <a:lnTo>
                  <a:pt x="3425" y="3536"/>
                </a:lnTo>
                <a:lnTo>
                  <a:pt x="3491" y="3548"/>
                </a:lnTo>
                <a:lnTo>
                  <a:pt x="3564" y="3560"/>
                </a:lnTo>
                <a:lnTo>
                  <a:pt x="3639" y="3571"/>
                </a:lnTo>
                <a:lnTo>
                  <a:pt x="3712" y="3579"/>
                </a:lnTo>
                <a:lnTo>
                  <a:pt x="3785" y="3585"/>
                </a:lnTo>
                <a:lnTo>
                  <a:pt x="3858" y="3589"/>
                </a:lnTo>
                <a:lnTo>
                  <a:pt x="3931" y="3592"/>
                </a:lnTo>
                <a:lnTo>
                  <a:pt x="4004" y="3594"/>
                </a:lnTo>
                <a:lnTo>
                  <a:pt x="4076" y="3594"/>
                </a:lnTo>
                <a:lnTo>
                  <a:pt x="4147" y="3592"/>
                </a:lnTo>
                <a:lnTo>
                  <a:pt x="4219" y="3589"/>
                </a:lnTo>
                <a:lnTo>
                  <a:pt x="4289" y="3585"/>
                </a:lnTo>
                <a:lnTo>
                  <a:pt x="4357" y="3580"/>
                </a:lnTo>
                <a:lnTo>
                  <a:pt x="4426" y="3573"/>
                </a:lnTo>
                <a:lnTo>
                  <a:pt x="4493" y="3565"/>
                </a:lnTo>
                <a:lnTo>
                  <a:pt x="4557" y="3556"/>
                </a:lnTo>
                <a:lnTo>
                  <a:pt x="4621" y="3545"/>
                </a:lnTo>
                <a:lnTo>
                  <a:pt x="4683" y="3535"/>
                </a:lnTo>
                <a:lnTo>
                  <a:pt x="4744" y="3522"/>
                </a:lnTo>
                <a:lnTo>
                  <a:pt x="4803" y="3509"/>
                </a:lnTo>
                <a:lnTo>
                  <a:pt x="4860" y="3495"/>
                </a:lnTo>
                <a:lnTo>
                  <a:pt x="4914" y="3481"/>
                </a:lnTo>
                <a:lnTo>
                  <a:pt x="4966" y="3466"/>
                </a:lnTo>
                <a:lnTo>
                  <a:pt x="5016" y="3451"/>
                </a:lnTo>
                <a:lnTo>
                  <a:pt x="5065" y="3434"/>
                </a:lnTo>
                <a:lnTo>
                  <a:pt x="5109" y="3417"/>
                </a:lnTo>
                <a:lnTo>
                  <a:pt x="5152" y="3401"/>
                </a:lnTo>
                <a:lnTo>
                  <a:pt x="5193" y="3384"/>
                </a:lnTo>
                <a:lnTo>
                  <a:pt x="5230" y="3367"/>
                </a:lnTo>
                <a:lnTo>
                  <a:pt x="5263" y="3349"/>
                </a:lnTo>
                <a:lnTo>
                  <a:pt x="5293" y="3332"/>
                </a:lnTo>
                <a:lnTo>
                  <a:pt x="5321" y="3314"/>
                </a:lnTo>
                <a:lnTo>
                  <a:pt x="5345" y="3296"/>
                </a:lnTo>
                <a:close/>
                <a:moveTo>
                  <a:pt x="5635" y="4522"/>
                </a:moveTo>
                <a:lnTo>
                  <a:pt x="5635" y="4142"/>
                </a:lnTo>
                <a:lnTo>
                  <a:pt x="5587" y="4159"/>
                </a:lnTo>
                <a:lnTo>
                  <a:pt x="5539" y="4174"/>
                </a:lnTo>
                <a:lnTo>
                  <a:pt x="5488" y="4189"/>
                </a:lnTo>
                <a:lnTo>
                  <a:pt x="5435" y="4203"/>
                </a:lnTo>
                <a:lnTo>
                  <a:pt x="5382" y="4215"/>
                </a:lnTo>
                <a:lnTo>
                  <a:pt x="5324" y="4227"/>
                </a:lnTo>
                <a:lnTo>
                  <a:pt x="5266" y="4236"/>
                </a:lnTo>
                <a:lnTo>
                  <a:pt x="5207" y="4247"/>
                </a:lnTo>
                <a:lnTo>
                  <a:pt x="5207" y="4614"/>
                </a:lnTo>
                <a:lnTo>
                  <a:pt x="5263" y="4606"/>
                </a:lnTo>
                <a:lnTo>
                  <a:pt x="5321" y="4597"/>
                </a:lnTo>
                <a:lnTo>
                  <a:pt x="5376" y="4588"/>
                </a:lnTo>
                <a:lnTo>
                  <a:pt x="5431" y="4577"/>
                </a:lnTo>
                <a:lnTo>
                  <a:pt x="5484" y="4565"/>
                </a:lnTo>
                <a:lnTo>
                  <a:pt x="5536" y="4553"/>
                </a:lnTo>
                <a:lnTo>
                  <a:pt x="5586" y="4538"/>
                </a:lnTo>
                <a:lnTo>
                  <a:pt x="5635" y="4522"/>
                </a:lnTo>
                <a:close/>
                <a:moveTo>
                  <a:pt x="5146" y="4620"/>
                </a:moveTo>
                <a:lnTo>
                  <a:pt x="5146" y="4255"/>
                </a:lnTo>
                <a:lnTo>
                  <a:pt x="5044" y="4265"/>
                </a:lnTo>
                <a:lnTo>
                  <a:pt x="4939" y="4273"/>
                </a:lnTo>
                <a:lnTo>
                  <a:pt x="4829" y="4277"/>
                </a:lnTo>
                <a:lnTo>
                  <a:pt x="4716" y="4277"/>
                </a:lnTo>
                <a:lnTo>
                  <a:pt x="4716" y="4640"/>
                </a:lnTo>
                <a:lnTo>
                  <a:pt x="4823" y="4638"/>
                </a:lnTo>
                <a:lnTo>
                  <a:pt x="4930" y="4635"/>
                </a:lnTo>
                <a:lnTo>
                  <a:pt x="5038" y="4629"/>
                </a:lnTo>
                <a:lnTo>
                  <a:pt x="5146" y="4620"/>
                </a:lnTo>
                <a:close/>
                <a:moveTo>
                  <a:pt x="4656" y="4640"/>
                </a:moveTo>
                <a:lnTo>
                  <a:pt x="4656" y="4276"/>
                </a:lnTo>
                <a:lnTo>
                  <a:pt x="4552" y="4273"/>
                </a:lnTo>
                <a:lnTo>
                  <a:pt x="4446" y="4265"/>
                </a:lnTo>
                <a:lnTo>
                  <a:pt x="4337" y="4255"/>
                </a:lnTo>
                <a:lnTo>
                  <a:pt x="4228" y="4241"/>
                </a:lnTo>
                <a:lnTo>
                  <a:pt x="4228" y="4615"/>
                </a:lnTo>
                <a:lnTo>
                  <a:pt x="4321" y="4624"/>
                </a:lnTo>
                <a:lnTo>
                  <a:pt x="4424" y="4631"/>
                </a:lnTo>
                <a:lnTo>
                  <a:pt x="4537" y="4637"/>
                </a:lnTo>
                <a:lnTo>
                  <a:pt x="4656" y="4640"/>
                </a:lnTo>
                <a:close/>
                <a:moveTo>
                  <a:pt x="4167" y="4608"/>
                </a:moveTo>
                <a:lnTo>
                  <a:pt x="4167" y="4233"/>
                </a:lnTo>
                <a:lnTo>
                  <a:pt x="4085" y="4220"/>
                </a:lnTo>
                <a:lnTo>
                  <a:pt x="4001" y="4204"/>
                </a:lnTo>
                <a:lnTo>
                  <a:pt x="3872" y="4180"/>
                </a:lnTo>
                <a:lnTo>
                  <a:pt x="3805" y="4166"/>
                </a:lnTo>
                <a:lnTo>
                  <a:pt x="3739" y="4153"/>
                </a:lnTo>
                <a:lnTo>
                  <a:pt x="3739" y="4513"/>
                </a:lnTo>
                <a:lnTo>
                  <a:pt x="3776" y="4526"/>
                </a:lnTo>
                <a:lnTo>
                  <a:pt x="3815" y="4536"/>
                </a:lnTo>
                <a:lnTo>
                  <a:pt x="3900" y="4559"/>
                </a:lnTo>
                <a:lnTo>
                  <a:pt x="3995" y="4579"/>
                </a:lnTo>
                <a:lnTo>
                  <a:pt x="4097" y="4599"/>
                </a:lnTo>
                <a:lnTo>
                  <a:pt x="4167" y="4608"/>
                </a:lnTo>
                <a:close/>
                <a:moveTo>
                  <a:pt x="3678" y="4492"/>
                </a:moveTo>
                <a:lnTo>
                  <a:pt x="3678" y="4147"/>
                </a:lnTo>
                <a:lnTo>
                  <a:pt x="3605" y="4137"/>
                </a:lnTo>
                <a:lnTo>
                  <a:pt x="3534" y="4128"/>
                </a:lnTo>
                <a:lnTo>
                  <a:pt x="3462" y="4116"/>
                </a:lnTo>
                <a:lnTo>
                  <a:pt x="3394" y="4104"/>
                </a:lnTo>
                <a:lnTo>
                  <a:pt x="3394" y="4294"/>
                </a:lnTo>
                <a:lnTo>
                  <a:pt x="3400" y="4305"/>
                </a:lnTo>
                <a:lnTo>
                  <a:pt x="3407" y="4317"/>
                </a:lnTo>
                <a:lnTo>
                  <a:pt x="3416" y="4329"/>
                </a:lnTo>
                <a:lnTo>
                  <a:pt x="3427" y="4341"/>
                </a:lnTo>
                <a:lnTo>
                  <a:pt x="3438" y="4354"/>
                </a:lnTo>
                <a:lnTo>
                  <a:pt x="3451" y="4366"/>
                </a:lnTo>
                <a:lnTo>
                  <a:pt x="3467" y="4379"/>
                </a:lnTo>
                <a:lnTo>
                  <a:pt x="3483" y="4392"/>
                </a:lnTo>
                <a:lnTo>
                  <a:pt x="3502" y="4404"/>
                </a:lnTo>
                <a:lnTo>
                  <a:pt x="3521" y="4417"/>
                </a:lnTo>
                <a:lnTo>
                  <a:pt x="3567" y="4442"/>
                </a:lnTo>
                <a:lnTo>
                  <a:pt x="3619" y="4468"/>
                </a:lnTo>
                <a:lnTo>
                  <a:pt x="3678" y="4492"/>
                </a:lnTo>
                <a:close/>
                <a:moveTo>
                  <a:pt x="5695" y="4118"/>
                </a:moveTo>
                <a:lnTo>
                  <a:pt x="5695" y="4500"/>
                </a:lnTo>
                <a:lnTo>
                  <a:pt x="5741" y="4480"/>
                </a:lnTo>
                <a:lnTo>
                  <a:pt x="5784" y="4457"/>
                </a:lnTo>
                <a:lnTo>
                  <a:pt x="5823" y="4434"/>
                </a:lnTo>
                <a:lnTo>
                  <a:pt x="5860" y="4408"/>
                </a:lnTo>
                <a:lnTo>
                  <a:pt x="5893" y="4382"/>
                </a:lnTo>
                <a:lnTo>
                  <a:pt x="5910" y="4369"/>
                </a:lnTo>
                <a:lnTo>
                  <a:pt x="5924" y="4354"/>
                </a:lnTo>
                <a:lnTo>
                  <a:pt x="5937" y="4338"/>
                </a:lnTo>
                <a:lnTo>
                  <a:pt x="5950" y="4323"/>
                </a:lnTo>
                <a:lnTo>
                  <a:pt x="5962" y="4306"/>
                </a:lnTo>
                <a:lnTo>
                  <a:pt x="5973" y="4290"/>
                </a:lnTo>
                <a:lnTo>
                  <a:pt x="5985" y="3912"/>
                </a:lnTo>
                <a:lnTo>
                  <a:pt x="5962" y="3941"/>
                </a:lnTo>
                <a:lnTo>
                  <a:pt x="5934" y="3968"/>
                </a:lnTo>
                <a:lnTo>
                  <a:pt x="5904" y="3996"/>
                </a:lnTo>
                <a:lnTo>
                  <a:pt x="5869" y="4022"/>
                </a:lnTo>
                <a:lnTo>
                  <a:pt x="5831" y="4048"/>
                </a:lnTo>
                <a:lnTo>
                  <a:pt x="5788" y="4072"/>
                </a:lnTo>
                <a:lnTo>
                  <a:pt x="5744" y="4095"/>
                </a:lnTo>
                <a:lnTo>
                  <a:pt x="5695" y="4118"/>
                </a:lnTo>
                <a:close/>
                <a:moveTo>
                  <a:pt x="5977" y="3769"/>
                </a:moveTo>
                <a:lnTo>
                  <a:pt x="5977" y="3769"/>
                </a:lnTo>
                <a:lnTo>
                  <a:pt x="5977" y="3755"/>
                </a:lnTo>
                <a:lnTo>
                  <a:pt x="5976" y="3742"/>
                </a:lnTo>
                <a:lnTo>
                  <a:pt x="5973" y="3728"/>
                </a:lnTo>
                <a:lnTo>
                  <a:pt x="5968" y="3714"/>
                </a:lnTo>
                <a:lnTo>
                  <a:pt x="5962" y="3702"/>
                </a:lnTo>
                <a:lnTo>
                  <a:pt x="5956" y="3688"/>
                </a:lnTo>
                <a:lnTo>
                  <a:pt x="5947" y="3676"/>
                </a:lnTo>
                <a:lnTo>
                  <a:pt x="5939" y="3662"/>
                </a:lnTo>
                <a:lnTo>
                  <a:pt x="5918" y="3638"/>
                </a:lnTo>
                <a:lnTo>
                  <a:pt x="5893" y="3615"/>
                </a:lnTo>
                <a:lnTo>
                  <a:pt x="5864" y="3591"/>
                </a:lnTo>
                <a:lnTo>
                  <a:pt x="5832" y="3570"/>
                </a:lnTo>
                <a:lnTo>
                  <a:pt x="5799" y="3548"/>
                </a:lnTo>
                <a:lnTo>
                  <a:pt x="5761" y="3528"/>
                </a:lnTo>
                <a:lnTo>
                  <a:pt x="5721" y="3510"/>
                </a:lnTo>
                <a:lnTo>
                  <a:pt x="5680" y="3492"/>
                </a:lnTo>
                <a:lnTo>
                  <a:pt x="5636" y="3475"/>
                </a:lnTo>
                <a:lnTo>
                  <a:pt x="5590" y="3462"/>
                </a:lnTo>
                <a:lnTo>
                  <a:pt x="5543" y="3448"/>
                </a:lnTo>
                <a:lnTo>
                  <a:pt x="5496" y="3436"/>
                </a:lnTo>
                <a:lnTo>
                  <a:pt x="5496" y="3679"/>
                </a:lnTo>
                <a:lnTo>
                  <a:pt x="5494" y="3690"/>
                </a:lnTo>
                <a:lnTo>
                  <a:pt x="5493" y="3700"/>
                </a:lnTo>
                <a:lnTo>
                  <a:pt x="5490" y="3710"/>
                </a:lnTo>
                <a:lnTo>
                  <a:pt x="5485" y="3719"/>
                </a:lnTo>
                <a:lnTo>
                  <a:pt x="5475" y="3737"/>
                </a:lnTo>
                <a:lnTo>
                  <a:pt x="5458" y="3757"/>
                </a:lnTo>
                <a:lnTo>
                  <a:pt x="5434" y="3783"/>
                </a:lnTo>
                <a:lnTo>
                  <a:pt x="5409" y="3807"/>
                </a:lnTo>
                <a:lnTo>
                  <a:pt x="5383" y="3831"/>
                </a:lnTo>
                <a:lnTo>
                  <a:pt x="5354" y="3854"/>
                </a:lnTo>
                <a:lnTo>
                  <a:pt x="5324" y="3877"/>
                </a:lnTo>
                <a:lnTo>
                  <a:pt x="5292" y="3897"/>
                </a:lnTo>
                <a:lnTo>
                  <a:pt x="5260" y="3918"/>
                </a:lnTo>
                <a:lnTo>
                  <a:pt x="5225" y="3936"/>
                </a:lnTo>
                <a:lnTo>
                  <a:pt x="5188" y="3955"/>
                </a:lnTo>
                <a:lnTo>
                  <a:pt x="5150" y="3971"/>
                </a:lnTo>
                <a:lnTo>
                  <a:pt x="5112" y="3988"/>
                </a:lnTo>
                <a:lnTo>
                  <a:pt x="5073" y="4003"/>
                </a:lnTo>
                <a:lnTo>
                  <a:pt x="5030" y="4019"/>
                </a:lnTo>
                <a:lnTo>
                  <a:pt x="4987" y="4032"/>
                </a:lnTo>
                <a:lnTo>
                  <a:pt x="4943" y="4045"/>
                </a:lnTo>
                <a:lnTo>
                  <a:pt x="4899" y="4057"/>
                </a:lnTo>
                <a:lnTo>
                  <a:pt x="4852" y="4067"/>
                </a:lnTo>
                <a:lnTo>
                  <a:pt x="4805" y="4078"/>
                </a:lnTo>
                <a:lnTo>
                  <a:pt x="4758" y="4087"/>
                </a:lnTo>
                <a:lnTo>
                  <a:pt x="4707" y="4096"/>
                </a:lnTo>
                <a:lnTo>
                  <a:pt x="4607" y="4111"/>
                </a:lnTo>
                <a:lnTo>
                  <a:pt x="4502" y="4124"/>
                </a:lnTo>
                <a:lnTo>
                  <a:pt x="4395" y="4133"/>
                </a:lnTo>
                <a:lnTo>
                  <a:pt x="4284" y="4139"/>
                </a:lnTo>
                <a:lnTo>
                  <a:pt x="4171" y="4142"/>
                </a:lnTo>
                <a:lnTo>
                  <a:pt x="4057" y="4142"/>
                </a:lnTo>
                <a:lnTo>
                  <a:pt x="4164" y="4160"/>
                </a:lnTo>
                <a:lnTo>
                  <a:pt x="4267" y="4174"/>
                </a:lnTo>
                <a:lnTo>
                  <a:pt x="4369" y="4186"/>
                </a:lnTo>
                <a:lnTo>
                  <a:pt x="4468" y="4194"/>
                </a:lnTo>
                <a:lnTo>
                  <a:pt x="4564" y="4200"/>
                </a:lnTo>
                <a:lnTo>
                  <a:pt x="4659" y="4203"/>
                </a:lnTo>
                <a:lnTo>
                  <a:pt x="4750" y="4203"/>
                </a:lnTo>
                <a:lnTo>
                  <a:pt x="4840" y="4201"/>
                </a:lnTo>
                <a:lnTo>
                  <a:pt x="4925" y="4197"/>
                </a:lnTo>
                <a:lnTo>
                  <a:pt x="5009" y="4189"/>
                </a:lnTo>
                <a:lnTo>
                  <a:pt x="5089" y="4180"/>
                </a:lnTo>
                <a:lnTo>
                  <a:pt x="5167" y="4171"/>
                </a:lnTo>
                <a:lnTo>
                  <a:pt x="5242" y="4157"/>
                </a:lnTo>
                <a:lnTo>
                  <a:pt x="5313" y="4143"/>
                </a:lnTo>
                <a:lnTo>
                  <a:pt x="5380" y="4128"/>
                </a:lnTo>
                <a:lnTo>
                  <a:pt x="5446" y="4111"/>
                </a:lnTo>
                <a:lnTo>
                  <a:pt x="5508" y="4093"/>
                </a:lnTo>
                <a:lnTo>
                  <a:pt x="5566" y="4073"/>
                </a:lnTo>
                <a:lnTo>
                  <a:pt x="5621" y="4054"/>
                </a:lnTo>
                <a:lnTo>
                  <a:pt x="5671" y="4032"/>
                </a:lnTo>
                <a:lnTo>
                  <a:pt x="5718" y="4011"/>
                </a:lnTo>
                <a:lnTo>
                  <a:pt x="5762" y="3990"/>
                </a:lnTo>
                <a:lnTo>
                  <a:pt x="5802" y="3967"/>
                </a:lnTo>
                <a:lnTo>
                  <a:pt x="5839" y="3944"/>
                </a:lnTo>
                <a:lnTo>
                  <a:pt x="5871" y="3921"/>
                </a:lnTo>
                <a:lnTo>
                  <a:pt x="5898" y="3898"/>
                </a:lnTo>
                <a:lnTo>
                  <a:pt x="5922" y="3876"/>
                </a:lnTo>
                <a:lnTo>
                  <a:pt x="5942" y="3853"/>
                </a:lnTo>
                <a:lnTo>
                  <a:pt x="5957" y="3831"/>
                </a:lnTo>
                <a:lnTo>
                  <a:pt x="5968" y="3809"/>
                </a:lnTo>
                <a:lnTo>
                  <a:pt x="5973" y="3799"/>
                </a:lnTo>
                <a:lnTo>
                  <a:pt x="5976" y="3789"/>
                </a:lnTo>
                <a:lnTo>
                  <a:pt x="5977" y="3778"/>
                </a:lnTo>
                <a:lnTo>
                  <a:pt x="5977" y="3769"/>
                </a:lnTo>
                <a:close/>
                <a:moveTo>
                  <a:pt x="3782" y="3165"/>
                </a:moveTo>
                <a:lnTo>
                  <a:pt x="3782" y="2895"/>
                </a:lnTo>
                <a:lnTo>
                  <a:pt x="3727" y="2872"/>
                </a:lnTo>
                <a:lnTo>
                  <a:pt x="3680" y="2850"/>
                </a:lnTo>
                <a:lnTo>
                  <a:pt x="3657" y="2837"/>
                </a:lnTo>
                <a:lnTo>
                  <a:pt x="3637" y="2824"/>
                </a:lnTo>
                <a:lnTo>
                  <a:pt x="3617" y="2812"/>
                </a:lnTo>
                <a:lnTo>
                  <a:pt x="3601" y="2798"/>
                </a:lnTo>
                <a:lnTo>
                  <a:pt x="3601" y="3035"/>
                </a:lnTo>
                <a:lnTo>
                  <a:pt x="3610" y="3051"/>
                </a:lnTo>
                <a:lnTo>
                  <a:pt x="3622" y="3066"/>
                </a:lnTo>
                <a:lnTo>
                  <a:pt x="3639" y="3081"/>
                </a:lnTo>
                <a:lnTo>
                  <a:pt x="3658" y="3098"/>
                </a:lnTo>
                <a:lnTo>
                  <a:pt x="3683" y="3114"/>
                </a:lnTo>
                <a:lnTo>
                  <a:pt x="3712" y="3131"/>
                </a:lnTo>
                <a:lnTo>
                  <a:pt x="3745" y="3148"/>
                </a:lnTo>
                <a:lnTo>
                  <a:pt x="3782" y="3165"/>
                </a:lnTo>
                <a:close/>
                <a:moveTo>
                  <a:pt x="5522" y="2742"/>
                </a:moveTo>
                <a:lnTo>
                  <a:pt x="5522" y="2742"/>
                </a:lnTo>
                <a:lnTo>
                  <a:pt x="5531" y="2732"/>
                </a:lnTo>
                <a:lnTo>
                  <a:pt x="5539" y="2725"/>
                </a:lnTo>
                <a:lnTo>
                  <a:pt x="5546" y="2716"/>
                </a:lnTo>
                <a:lnTo>
                  <a:pt x="5552" y="2705"/>
                </a:lnTo>
                <a:lnTo>
                  <a:pt x="5557" y="2696"/>
                </a:lnTo>
                <a:lnTo>
                  <a:pt x="5561" y="2685"/>
                </a:lnTo>
                <a:lnTo>
                  <a:pt x="5564" y="2675"/>
                </a:lnTo>
                <a:lnTo>
                  <a:pt x="5566" y="2662"/>
                </a:lnTo>
                <a:lnTo>
                  <a:pt x="5566" y="2650"/>
                </a:lnTo>
                <a:lnTo>
                  <a:pt x="5566" y="2640"/>
                </a:lnTo>
                <a:lnTo>
                  <a:pt x="5564" y="2627"/>
                </a:lnTo>
                <a:lnTo>
                  <a:pt x="5561" y="2614"/>
                </a:lnTo>
                <a:lnTo>
                  <a:pt x="5558" y="2601"/>
                </a:lnTo>
                <a:lnTo>
                  <a:pt x="5554" y="2589"/>
                </a:lnTo>
                <a:lnTo>
                  <a:pt x="5542" y="2563"/>
                </a:lnTo>
                <a:lnTo>
                  <a:pt x="5525" y="2538"/>
                </a:lnTo>
                <a:lnTo>
                  <a:pt x="5505" y="2512"/>
                </a:lnTo>
                <a:lnTo>
                  <a:pt x="5481" y="2486"/>
                </a:lnTo>
                <a:lnTo>
                  <a:pt x="5452" y="2461"/>
                </a:lnTo>
                <a:lnTo>
                  <a:pt x="5420" y="2439"/>
                </a:lnTo>
                <a:lnTo>
                  <a:pt x="5383" y="2417"/>
                </a:lnTo>
                <a:lnTo>
                  <a:pt x="5342" y="2396"/>
                </a:lnTo>
                <a:lnTo>
                  <a:pt x="5298" y="2379"/>
                </a:lnTo>
                <a:lnTo>
                  <a:pt x="5262" y="2366"/>
                </a:lnTo>
                <a:lnTo>
                  <a:pt x="5222" y="2355"/>
                </a:lnTo>
                <a:lnTo>
                  <a:pt x="5179" y="2343"/>
                </a:lnTo>
                <a:lnTo>
                  <a:pt x="5135" y="2332"/>
                </a:lnTo>
                <a:lnTo>
                  <a:pt x="5089" y="2323"/>
                </a:lnTo>
                <a:lnTo>
                  <a:pt x="5041" y="2315"/>
                </a:lnTo>
                <a:lnTo>
                  <a:pt x="4992" y="2306"/>
                </a:lnTo>
                <a:lnTo>
                  <a:pt x="4940" y="2300"/>
                </a:lnTo>
                <a:lnTo>
                  <a:pt x="4889" y="2294"/>
                </a:lnTo>
                <a:lnTo>
                  <a:pt x="4834" y="2289"/>
                </a:lnTo>
                <a:lnTo>
                  <a:pt x="4779" y="2285"/>
                </a:lnTo>
                <a:lnTo>
                  <a:pt x="4724" y="2282"/>
                </a:lnTo>
                <a:lnTo>
                  <a:pt x="4668" y="2280"/>
                </a:lnTo>
                <a:lnTo>
                  <a:pt x="4610" y="2280"/>
                </a:lnTo>
                <a:lnTo>
                  <a:pt x="4552" y="2280"/>
                </a:lnTo>
                <a:lnTo>
                  <a:pt x="4496" y="2282"/>
                </a:lnTo>
                <a:lnTo>
                  <a:pt x="4438" y="2283"/>
                </a:lnTo>
                <a:lnTo>
                  <a:pt x="4380" y="2288"/>
                </a:lnTo>
                <a:lnTo>
                  <a:pt x="4322" y="2292"/>
                </a:lnTo>
                <a:lnTo>
                  <a:pt x="4266" y="2299"/>
                </a:lnTo>
                <a:lnTo>
                  <a:pt x="4210" y="2306"/>
                </a:lnTo>
                <a:lnTo>
                  <a:pt x="4153" y="2315"/>
                </a:lnTo>
                <a:lnTo>
                  <a:pt x="4098" y="2324"/>
                </a:lnTo>
                <a:lnTo>
                  <a:pt x="4045" y="2337"/>
                </a:lnTo>
                <a:lnTo>
                  <a:pt x="3992" y="2349"/>
                </a:lnTo>
                <a:lnTo>
                  <a:pt x="3940" y="2364"/>
                </a:lnTo>
                <a:lnTo>
                  <a:pt x="3891" y="2379"/>
                </a:lnTo>
                <a:lnTo>
                  <a:pt x="3843" y="2396"/>
                </a:lnTo>
                <a:lnTo>
                  <a:pt x="3797" y="2414"/>
                </a:lnTo>
                <a:lnTo>
                  <a:pt x="3753" y="2434"/>
                </a:lnTo>
                <a:lnTo>
                  <a:pt x="3710" y="2455"/>
                </a:lnTo>
                <a:lnTo>
                  <a:pt x="3671" y="2480"/>
                </a:lnTo>
                <a:lnTo>
                  <a:pt x="3642" y="2498"/>
                </a:lnTo>
                <a:lnTo>
                  <a:pt x="3619" y="2519"/>
                </a:lnTo>
                <a:lnTo>
                  <a:pt x="3599" y="2539"/>
                </a:lnTo>
                <a:lnTo>
                  <a:pt x="3585" y="2559"/>
                </a:lnTo>
                <a:lnTo>
                  <a:pt x="3575" y="2579"/>
                </a:lnTo>
                <a:lnTo>
                  <a:pt x="3569" y="2598"/>
                </a:lnTo>
                <a:lnTo>
                  <a:pt x="3566" y="2617"/>
                </a:lnTo>
                <a:lnTo>
                  <a:pt x="3566" y="2636"/>
                </a:lnTo>
                <a:lnTo>
                  <a:pt x="3569" y="2653"/>
                </a:lnTo>
                <a:lnTo>
                  <a:pt x="3575" y="2670"/>
                </a:lnTo>
                <a:lnTo>
                  <a:pt x="3581" y="2687"/>
                </a:lnTo>
                <a:lnTo>
                  <a:pt x="3590" y="2700"/>
                </a:lnTo>
                <a:lnTo>
                  <a:pt x="3601" y="2714"/>
                </a:lnTo>
                <a:lnTo>
                  <a:pt x="3613" y="2725"/>
                </a:lnTo>
                <a:lnTo>
                  <a:pt x="3625" y="2735"/>
                </a:lnTo>
                <a:lnTo>
                  <a:pt x="3637" y="2745"/>
                </a:lnTo>
                <a:lnTo>
                  <a:pt x="3672" y="2763"/>
                </a:lnTo>
                <a:lnTo>
                  <a:pt x="3713" y="2784"/>
                </a:lnTo>
                <a:lnTo>
                  <a:pt x="3763" y="2807"/>
                </a:lnTo>
                <a:lnTo>
                  <a:pt x="3820" y="2831"/>
                </a:lnTo>
                <a:lnTo>
                  <a:pt x="3884" y="2854"/>
                </a:lnTo>
                <a:lnTo>
                  <a:pt x="3920" y="2866"/>
                </a:lnTo>
                <a:lnTo>
                  <a:pt x="3957" y="2877"/>
                </a:lnTo>
                <a:lnTo>
                  <a:pt x="3996" y="2888"/>
                </a:lnTo>
                <a:lnTo>
                  <a:pt x="4037" y="2897"/>
                </a:lnTo>
                <a:lnTo>
                  <a:pt x="4080" y="2906"/>
                </a:lnTo>
                <a:lnTo>
                  <a:pt x="4126" y="2915"/>
                </a:lnTo>
                <a:lnTo>
                  <a:pt x="4182" y="2924"/>
                </a:lnTo>
                <a:lnTo>
                  <a:pt x="4238" y="2933"/>
                </a:lnTo>
                <a:lnTo>
                  <a:pt x="4295" y="2939"/>
                </a:lnTo>
                <a:lnTo>
                  <a:pt x="4350" y="2945"/>
                </a:lnTo>
                <a:lnTo>
                  <a:pt x="4406" y="2950"/>
                </a:lnTo>
                <a:lnTo>
                  <a:pt x="4461" y="2953"/>
                </a:lnTo>
                <a:lnTo>
                  <a:pt x="4514" y="2955"/>
                </a:lnTo>
                <a:lnTo>
                  <a:pt x="4569" y="2956"/>
                </a:lnTo>
                <a:lnTo>
                  <a:pt x="4622" y="2956"/>
                </a:lnTo>
                <a:lnTo>
                  <a:pt x="4674" y="2955"/>
                </a:lnTo>
                <a:lnTo>
                  <a:pt x="4726" y="2953"/>
                </a:lnTo>
                <a:lnTo>
                  <a:pt x="4777" y="2950"/>
                </a:lnTo>
                <a:lnTo>
                  <a:pt x="4828" y="2945"/>
                </a:lnTo>
                <a:lnTo>
                  <a:pt x="4876" y="2941"/>
                </a:lnTo>
                <a:lnTo>
                  <a:pt x="4925" y="2935"/>
                </a:lnTo>
                <a:lnTo>
                  <a:pt x="4972" y="2929"/>
                </a:lnTo>
                <a:lnTo>
                  <a:pt x="5018" y="2921"/>
                </a:lnTo>
                <a:lnTo>
                  <a:pt x="5064" y="2914"/>
                </a:lnTo>
                <a:lnTo>
                  <a:pt x="5106" y="2904"/>
                </a:lnTo>
                <a:lnTo>
                  <a:pt x="5149" y="2895"/>
                </a:lnTo>
                <a:lnTo>
                  <a:pt x="5188" y="2885"/>
                </a:lnTo>
                <a:lnTo>
                  <a:pt x="5228" y="2874"/>
                </a:lnTo>
                <a:lnTo>
                  <a:pt x="5266" y="2863"/>
                </a:lnTo>
                <a:lnTo>
                  <a:pt x="5301" y="2851"/>
                </a:lnTo>
                <a:lnTo>
                  <a:pt x="5336" y="2839"/>
                </a:lnTo>
                <a:lnTo>
                  <a:pt x="5368" y="2825"/>
                </a:lnTo>
                <a:lnTo>
                  <a:pt x="5399" y="2813"/>
                </a:lnTo>
                <a:lnTo>
                  <a:pt x="5427" y="2799"/>
                </a:lnTo>
                <a:lnTo>
                  <a:pt x="5455" y="2784"/>
                </a:lnTo>
                <a:lnTo>
                  <a:pt x="5479" y="2770"/>
                </a:lnTo>
                <a:lnTo>
                  <a:pt x="5502" y="2755"/>
                </a:lnTo>
                <a:lnTo>
                  <a:pt x="5522" y="2742"/>
                </a:lnTo>
                <a:close/>
                <a:moveTo>
                  <a:pt x="3843" y="2918"/>
                </a:moveTo>
                <a:lnTo>
                  <a:pt x="3843" y="3188"/>
                </a:lnTo>
                <a:lnTo>
                  <a:pt x="3904" y="3207"/>
                </a:lnTo>
                <a:lnTo>
                  <a:pt x="3971" y="3226"/>
                </a:lnTo>
                <a:lnTo>
                  <a:pt x="4047" y="3242"/>
                </a:lnTo>
                <a:lnTo>
                  <a:pt x="4130" y="3259"/>
                </a:lnTo>
                <a:lnTo>
                  <a:pt x="4158" y="3264"/>
                </a:lnTo>
                <a:lnTo>
                  <a:pt x="4158" y="2993"/>
                </a:lnTo>
                <a:lnTo>
                  <a:pt x="4114" y="2985"/>
                </a:lnTo>
                <a:lnTo>
                  <a:pt x="4037" y="2970"/>
                </a:lnTo>
                <a:lnTo>
                  <a:pt x="3967" y="2953"/>
                </a:lnTo>
                <a:lnTo>
                  <a:pt x="3904" y="2936"/>
                </a:lnTo>
                <a:lnTo>
                  <a:pt x="3843" y="2918"/>
                </a:lnTo>
                <a:close/>
                <a:moveTo>
                  <a:pt x="5348" y="2909"/>
                </a:moveTo>
                <a:lnTo>
                  <a:pt x="5348" y="3189"/>
                </a:lnTo>
                <a:lnTo>
                  <a:pt x="5386" y="3174"/>
                </a:lnTo>
                <a:lnTo>
                  <a:pt x="5423" y="3154"/>
                </a:lnTo>
                <a:lnTo>
                  <a:pt x="5458" y="3133"/>
                </a:lnTo>
                <a:lnTo>
                  <a:pt x="5490" y="3111"/>
                </a:lnTo>
                <a:lnTo>
                  <a:pt x="5517" y="3089"/>
                </a:lnTo>
                <a:lnTo>
                  <a:pt x="5539" y="3067"/>
                </a:lnTo>
                <a:lnTo>
                  <a:pt x="5546" y="3057"/>
                </a:lnTo>
                <a:lnTo>
                  <a:pt x="5552" y="3047"/>
                </a:lnTo>
                <a:lnTo>
                  <a:pt x="5557" y="3040"/>
                </a:lnTo>
                <a:lnTo>
                  <a:pt x="5558" y="3032"/>
                </a:lnTo>
                <a:lnTo>
                  <a:pt x="5563" y="2939"/>
                </a:lnTo>
                <a:lnTo>
                  <a:pt x="5568" y="2795"/>
                </a:lnTo>
                <a:lnTo>
                  <a:pt x="5546" y="2810"/>
                </a:lnTo>
                <a:lnTo>
                  <a:pt x="5523" y="2825"/>
                </a:lnTo>
                <a:lnTo>
                  <a:pt x="5499" y="2840"/>
                </a:lnTo>
                <a:lnTo>
                  <a:pt x="5472" y="2856"/>
                </a:lnTo>
                <a:lnTo>
                  <a:pt x="5444" y="2869"/>
                </a:lnTo>
                <a:lnTo>
                  <a:pt x="5414" y="2883"/>
                </a:lnTo>
                <a:lnTo>
                  <a:pt x="5382" y="2897"/>
                </a:lnTo>
                <a:lnTo>
                  <a:pt x="5348" y="2909"/>
                </a:lnTo>
                <a:close/>
                <a:moveTo>
                  <a:pt x="5287" y="3210"/>
                </a:moveTo>
                <a:lnTo>
                  <a:pt x="5287" y="2930"/>
                </a:lnTo>
                <a:lnTo>
                  <a:pt x="5216" y="2952"/>
                </a:lnTo>
                <a:lnTo>
                  <a:pt x="5138" y="2970"/>
                </a:lnTo>
                <a:lnTo>
                  <a:pt x="5058" y="2987"/>
                </a:lnTo>
                <a:lnTo>
                  <a:pt x="4972" y="3000"/>
                </a:lnTo>
                <a:lnTo>
                  <a:pt x="4972" y="3271"/>
                </a:lnTo>
                <a:lnTo>
                  <a:pt x="5056" y="3261"/>
                </a:lnTo>
                <a:lnTo>
                  <a:pt x="5137" y="3247"/>
                </a:lnTo>
                <a:lnTo>
                  <a:pt x="5176" y="3239"/>
                </a:lnTo>
                <a:lnTo>
                  <a:pt x="5214" y="3230"/>
                </a:lnTo>
                <a:lnTo>
                  <a:pt x="5252" y="3221"/>
                </a:lnTo>
                <a:lnTo>
                  <a:pt x="5287" y="3210"/>
                </a:lnTo>
                <a:close/>
                <a:moveTo>
                  <a:pt x="4596" y="3026"/>
                </a:moveTo>
                <a:lnTo>
                  <a:pt x="4596" y="3288"/>
                </a:lnTo>
                <a:lnTo>
                  <a:pt x="4672" y="3288"/>
                </a:lnTo>
                <a:lnTo>
                  <a:pt x="4752" y="3286"/>
                </a:lnTo>
                <a:lnTo>
                  <a:pt x="4832" y="3282"/>
                </a:lnTo>
                <a:lnTo>
                  <a:pt x="4911" y="3277"/>
                </a:lnTo>
                <a:lnTo>
                  <a:pt x="4911" y="3008"/>
                </a:lnTo>
                <a:lnTo>
                  <a:pt x="4835" y="3016"/>
                </a:lnTo>
                <a:lnTo>
                  <a:pt x="4758" y="3022"/>
                </a:lnTo>
                <a:lnTo>
                  <a:pt x="4677" y="3025"/>
                </a:lnTo>
                <a:lnTo>
                  <a:pt x="4596" y="3026"/>
                </a:lnTo>
                <a:close/>
                <a:moveTo>
                  <a:pt x="4535" y="3288"/>
                </a:moveTo>
                <a:lnTo>
                  <a:pt x="4535" y="3026"/>
                </a:lnTo>
                <a:lnTo>
                  <a:pt x="4458" y="3023"/>
                </a:lnTo>
                <a:lnTo>
                  <a:pt x="4379" y="3019"/>
                </a:lnTo>
                <a:lnTo>
                  <a:pt x="4299" y="3011"/>
                </a:lnTo>
                <a:lnTo>
                  <a:pt x="4219" y="3000"/>
                </a:lnTo>
                <a:lnTo>
                  <a:pt x="4219" y="3270"/>
                </a:lnTo>
                <a:lnTo>
                  <a:pt x="4283" y="3276"/>
                </a:lnTo>
                <a:lnTo>
                  <a:pt x="4359" y="3280"/>
                </a:lnTo>
                <a:lnTo>
                  <a:pt x="4442" y="3285"/>
                </a:lnTo>
                <a:lnTo>
                  <a:pt x="4535" y="3288"/>
                </a:lnTo>
                <a:close/>
                <a:moveTo>
                  <a:pt x="5385" y="3341"/>
                </a:moveTo>
                <a:lnTo>
                  <a:pt x="5385" y="3341"/>
                </a:lnTo>
                <a:lnTo>
                  <a:pt x="5356" y="3364"/>
                </a:lnTo>
                <a:lnTo>
                  <a:pt x="5325" y="3388"/>
                </a:lnTo>
                <a:lnTo>
                  <a:pt x="5290" y="3411"/>
                </a:lnTo>
                <a:lnTo>
                  <a:pt x="5252" y="3434"/>
                </a:lnTo>
                <a:lnTo>
                  <a:pt x="5210" y="3455"/>
                </a:lnTo>
                <a:lnTo>
                  <a:pt x="5166" y="3477"/>
                </a:lnTo>
                <a:lnTo>
                  <a:pt x="5118" y="3497"/>
                </a:lnTo>
                <a:lnTo>
                  <a:pt x="5068" y="3515"/>
                </a:lnTo>
                <a:lnTo>
                  <a:pt x="5068" y="3903"/>
                </a:lnTo>
                <a:lnTo>
                  <a:pt x="5117" y="3883"/>
                </a:lnTo>
                <a:lnTo>
                  <a:pt x="5163" y="3862"/>
                </a:lnTo>
                <a:lnTo>
                  <a:pt x="5207" y="3839"/>
                </a:lnTo>
                <a:lnTo>
                  <a:pt x="5248" y="3815"/>
                </a:lnTo>
                <a:lnTo>
                  <a:pt x="5287" y="3789"/>
                </a:lnTo>
                <a:lnTo>
                  <a:pt x="5322" y="3760"/>
                </a:lnTo>
                <a:lnTo>
                  <a:pt x="5339" y="3745"/>
                </a:lnTo>
                <a:lnTo>
                  <a:pt x="5356" y="3729"/>
                </a:lnTo>
                <a:lnTo>
                  <a:pt x="5370" y="3713"/>
                </a:lnTo>
                <a:lnTo>
                  <a:pt x="5385" y="3696"/>
                </a:lnTo>
                <a:lnTo>
                  <a:pt x="5386" y="3653"/>
                </a:lnTo>
                <a:lnTo>
                  <a:pt x="5388" y="3608"/>
                </a:lnTo>
                <a:lnTo>
                  <a:pt x="5386" y="3513"/>
                </a:lnTo>
                <a:lnTo>
                  <a:pt x="5385" y="3420"/>
                </a:lnTo>
                <a:lnTo>
                  <a:pt x="5385" y="3341"/>
                </a:lnTo>
                <a:close/>
                <a:moveTo>
                  <a:pt x="5007" y="3924"/>
                </a:moveTo>
                <a:lnTo>
                  <a:pt x="5007" y="3536"/>
                </a:lnTo>
                <a:lnTo>
                  <a:pt x="4959" y="3551"/>
                </a:lnTo>
                <a:lnTo>
                  <a:pt x="4910" y="3565"/>
                </a:lnTo>
                <a:lnTo>
                  <a:pt x="4858" y="3577"/>
                </a:lnTo>
                <a:lnTo>
                  <a:pt x="4805" y="3589"/>
                </a:lnTo>
                <a:lnTo>
                  <a:pt x="4752" y="3602"/>
                </a:lnTo>
                <a:lnTo>
                  <a:pt x="4695" y="3612"/>
                </a:lnTo>
                <a:lnTo>
                  <a:pt x="4637" y="3621"/>
                </a:lnTo>
                <a:lnTo>
                  <a:pt x="4579" y="3630"/>
                </a:lnTo>
                <a:lnTo>
                  <a:pt x="4579" y="4011"/>
                </a:lnTo>
                <a:lnTo>
                  <a:pt x="4636" y="4005"/>
                </a:lnTo>
                <a:lnTo>
                  <a:pt x="4691" y="3996"/>
                </a:lnTo>
                <a:lnTo>
                  <a:pt x="4745" y="3988"/>
                </a:lnTo>
                <a:lnTo>
                  <a:pt x="4800" y="3978"/>
                </a:lnTo>
                <a:lnTo>
                  <a:pt x="4854" y="3965"/>
                </a:lnTo>
                <a:lnTo>
                  <a:pt x="4907" y="3953"/>
                </a:lnTo>
                <a:lnTo>
                  <a:pt x="4957" y="3939"/>
                </a:lnTo>
                <a:lnTo>
                  <a:pt x="5007" y="3924"/>
                </a:lnTo>
                <a:close/>
                <a:moveTo>
                  <a:pt x="4519" y="4017"/>
                </a:moveTo>
                <a:lnTo>
                  <a:pt x="4519" y="3638"/>
                </a:lnTo>
                <a:lnTo>
                  <a:pt x="4415" y="3649"/>
                </a:lnTo>
                <a:lnTo>
                  <a:pt x="4308" y="3656"/>
                </a:lnTo>
                <a:lnTo>
                  <a:pt x="4200" y="3661"/>
                </a:lnTo>
                <a:lnTo>
                  <a:pt x="4089" y="3662"/>
                </a:lnTo>
                <a:lnTo>
                  <a:pt x="4089" y="4035"/>
                </a:lnTo>
                <a:lnTo>
                  <a:pt x="4194" y="4035"/>
                </a:lnTo>
                <a:lnTo>
                  <a:pt x="4301" y="4032"/>
                </a:lnTo>
                <a:lnTo>
                  <a:pt x="4409" y="4026"/>
                </a:lnTo>
                <a:lnTo>
                  <a:pt x="4519" y="4017"/>
                </a:lnTo>
                <a:close/>
                <a:moveTo>
                  <a:pt x="4028" y="4035"/>
                </a:moveTo>
                <a:lnTo>
                  <a:pt x="4028" y="3662"/>
                </a:lnTo>
                <a:lnTo>
                  <a:pt x="3923" y="3658"/>
                </a:lnTo>
                <a:lnTo>
                  <a:pt x="3817" y="3652"/>
                </a:lnTo>
                <a:lnTo>
                  <a:pt x="3709" y="3641"/>
                </a:lnTo>
                <a:lnTo>
                  <a:pt x="3601" y="3627"/>
                </a:lnTo>
                <a:lnTo>
                  <a:pt x="3601" y="4011"/>
                </a:lnTo>
                <a:lnTo>
                  <a:pt x="3689" y="4019"/>
                </a:lnTo>
                <a:lnTo>
                  <a:pt x="3791" y="4026"/>
                </a:lnTo>
                <a:lnTo>
                  <a:pt x="3905" y="4031"/>
                </a:lnTo>
                <a:lnTo>
                  <a:pt x="4028" y="4035"/>
                </a:lnTo>
                <a:close/>
                <a:moveTo>
                  <a:pt x="3540" y="4003"/>
                </a:moveTo>
                <a:lnTo>
                  <a:pt x="3540" y="3618"/>
                </a:lnTo>
                <a:lnTo>
                  <a:pt x="3480" y="3608"/>
                </a:lnTo>
                <a:lnTo>
                  <a:pt x="3377" y="3588"/>
                </a:lnTo>
                <a:lnTo>
                  <a:pt x="3281" y="3565"/>
                </a:lnTo>
                <a:lnTo>
                  <a:pt x="3193" y="3542"/>
                </a:lnTo>
                <a:lnTo>
                  <a:pt x="3151" y="3528"/>
                </a:lnTo>
                <a:lnTo>
                  <a:pt x="3112" y="3516"/>
                </a:lnTo>
                <a:lnTo>
                  <a:pt x="3112" y="3909"/>
                </a:lnTo>
                <a:lnTo>
                  <a:pt x="3151" y="3921"/>
                </a:lnTo>
                <a:lnTo>
                  <a:pt x="3193" y="3935"/>
                </a:lnTo>
                <a:lnTo>
                  <a:pt x="3237" y="3947"/>
                </a:lnTo>
                <a:lnTo>
                  <a:pt x="3284" y="3958"/>
                </a:lnTo>
                <a:lnTo>
                  <a:pt x="3333" y="3970"/>
                </a:lnTo>
                <a:lnTo>
                  <a:pt x="3384" y="3979"/>
                </a:lnTo>
                <a:lnTo>
                  <a:pt x="3439" y="3990"/>
                </a:lnTo>
                <a:lnTo>
                  <a:pt x="3497" y="3997"/>
                </a:lnTo>
                <a:lnTo>
                  <a:pt x="3540" y="4003"/>
                </a:lnTo>
                <a:close/>
                <a:moveTo>
                  <a:pt x="3051" y="3885"/>
                </a:moveTo>
                <a:lnTo>
                  <a:pt x="3051" y="3493"/>
                </a:lnTo>
                <a:lnTo>
                  <a:pt x="3010" y="3477"/>
                </a:lnTo>
                <a:lnTo>
                  <a:pt x="2970" y="3460"/>
                </a:lnTo>
                <a:lnTo>
                  <a:pt x="2935" y="3442"/>
                </a:lnTo>
                <a:lnTo>
                  <a:pt x="2902" y="3423"/>
                </a:lnTo>
                <a:lnTo>
                  <a:pt x="2870" y="3405"/>
                </a:lnTo>
                <a:lnTo>
                  <a:pt x="2842" y="3387"/>
                </a:lnTo>
                <a:lnTo>
                  <a:pt x="2817" y="3367"/>
                </a:lnTo>
                <a:lnTo>
                  <a:pt x="2794" y="3347"/>
                </a:lnTo>
                <a:lnTo>
                  <a:pt x="2794" y="3694"/>
                </a:lnTo>
                <a:lnTo>
                  <a:pt x="2798" y="3705"/>
                </a:lnTo>
                <a:lnTo>
                  <a:pt x="2806" y="3716"/>
                </a:lnTo>
                <a:lnTo>
                  <a:pt x="2813" y="3728"/>
                </a:lnTo>
                <a:lnTo>
                  <a:pt x="2824" y="3739"/>
                </a:lnTo>
                <a:lnTo>
                  <a:pt x="2847" y="3763"/>
                </a:lnTo>
                <a:lnTo>
                  <a:pt x="2876" y="3787"/>
                </a:lnTo>
                <a:lnTo>
                  <a:pt x="2911" y="3813"/>
                </a:lnTo>
                <a:lnTo>
                  <a:pt x="2950" y="3837"/>
                </a:lnTo>
                <a:lnTo>
                  <a:pt x="2998" y="3862"/>
                </a:lnTo>
                <a:lnTo>
                  <a:pt x="3051" y="3885"/>
                </a:lnTo>
                <a:close/>
                <a:moveTo>
                  <a:pt x="3086" y="1569"/>
                </a:moveTo>
                <a:lnTo>
                  <a:pt x="3610" y="1368"/>
                </a:lnTo>
                <a:lnTo>
                  <a:pt x="2028" y="521"/>
                </a:lnTo>
                <a:lnTo>
                  <a:pt x="1469" y="714"/>
                </a:lnTo>
                <a:lnTo>
                  <a:pt x="3086" y="1569"/>
                </a:lnTo>
                <a:close/>
                <a:moveTo>
                  <a:pt x="3637" y="2407"/>
                </a:moveTo>
                <a:lnTo>
                  <a:pt x="3655" y="1464"/>
                </a:lnTo>
                <a:lnTo>
                  <a:pt x="3098" y="1677"/>
                </a:lnTo>
                <a:lnTo>
                  <a:pt x="3098" y="2789"/>
                </a:lnTo>
                <a:lnTo>
                  <a:pt x="3139" y="2773"/>
                </a:lnTo>
                <a:lnTo>
                  <a:pt x="3177" y="2758"/>
                </a:lnTo>
                <a:lnTo>
                  <a:pt x="3252" y="2734"/>
                </a:lnTo>
                <a:lnTo>
                  <a:pt x="3319" y="2714"/>
                </a:lnTo>
                <a:lnTo>
                  <a:pt x="3375" y="2699"/>
                </a:lnTo>
                <a:lnTo>
                  <a:pt x="3427" y="2688"/>
                </a:lnTo>
                <a:lnTo>
                  <a:pt x="3479" y="2678"/>
                </a:lnTo>
                <a:lnTo>
                  <a:pt x="3479" y="2665"/>
                </a:lnTo>
                <a:lnTo>
                  <a:pt x="3476" y="2646"/>
                </a:lnTo>
                <a:lnTo>
                  <a:pt x="3476" y="2626"/>
                </a:lnTo>
                <a:lnTo>
                  <a:pt x="3477" y="2606"/>
                </a:lnTo>
                <a:lnTo>
                  <a:pt x="3480" y="2588"/>
                </a:lnTo>
                <a:lnTo>
                  <a:pt x="3486" y="2569"/>
                </a:lnTo>
                <a:lnTo>
                  <a:pt x="3494" y="2553"/>
                </a:lnTo>
                <a:lnTo>
                  <a:pt x="3502" y="2536"/>
                </a:lnTo>
                <a:lnTo>
                  <a:pt x="3512" y="2519"/>
                </a:lnTo>
                <a:lnTo>
                  <a:pt x="3524" y="2503"/>
                </a:lnTo>
                <a:lnTo>
                  <a:pt x="3537" y="2487"/>
                </a:lnTo>
                <a:lnTo>
                  <a:pt x="3552" y="2474"/>
                </a:lnTo>
                <a:lnTo>
                  <a:pt x="3567" y="2458"/>
                </a:lnTo>
                <a:lnTo>
                  <a:pt x="3582" y="2445"/>
                </a:lnTo>
                <a:lnTo>
                  <a:pt x="3601" y="2431"/>
                </a:lnTo>
                <a:lnTo>
                  <a:pt x="3637" y="2407"/>
                </a:lnTo>
                <a:close/>
                <a:moveTo>
                  <a:pt x="2209" y="478"/>
                </a:moveTo>
                <a:lnTo>
                  <a:pt x="3629" y="0"/>
                </a:lnTo>
                <a:lnTo>
                  <a:pt x="5089" y="746"/>
                </a:lnTo>
                <a:lnTo>
                  <a:pt x="5089" y="999"/>
                </a:lnTo>
                <a:lnTo>
                  <a:pt x="3777" y="1467"/>
                </a:lnTo>
                <a:lnTo>
                  <a:pt x="3774" y="1639"/>
                </a:lnTo>
                <a:lnTo>
                  <a:pt x="5019" y="1195"/>
                </a:lnTo>
                <a:lnTo>
                  <a:pt x="5019" y="1308"/>
                </a:lnTo>
                <a:lnTo>
                  <a:pt x="3771" y="1752"/>
                </a:lnTo>
                <a:lnTo>
                  <a:pt x="3768" y="1906"/>
                </a:lnTo>
                <a:lnTo>
                  <a:pt x="5112" y="1426"/>
                </a:lnTo>
                <a:lnTo>
                  <a:pt x="5112" y="1539"/>
                </a:lnTo>
                <a:lnTo>
                  <a:pt x="3766" y="2018"/>
                </a:lnTo>
                <a:lnTo>
                  <a:pt x="3763" y="2172"/>
                </a:lnTo>
                <a:lnTo>
                  <a:pt x="5016" y="1725"/>
                </a:lnTo>
                <a:lnTo>
                  <a:pt x="5016" y="1837"/>
                </a:lnTo>
                <a:lnTo>
                  <a:pt x="3762" y="2285"/>
                </a:lnTo>
                <a:lnTo>
                  <a:pt x="3760" y="2344"/>
                </a:lnTo>
                <a:lnTo>
                  <a:pt x="3798" y="2327"/>
                </a:lnTo>
                <a:lnTo>
                  <a:pt x="3837" y="2314"/>
                </a:lnTo>
                <a:lnTo>
                  <a:pt x="3875" y="2302"/>
                </a:lnTo>
                <a:lnTo>
                  <a:pt x="3911" y="2291"/>
                </a:lnTo>
                <a:lnTo>
                  <a:pt x="3977" y="2273"/>
                </a:lnTo>
                <a:lnTo>
                  <a:pt x="4031" y="2259"/>
                </a:lnTo>
                <a:lnTo>
                  <a:pt x="4074" y="2251"/>
                </a:lnTo>
                <a:lnTo>
                  <a:pt x="4118" y="2242"/>
                </a:lnTo>
                <a:lnTo>
                  <a:pt x="4208" y="2230"/>
                </a:lnTo>
                <a:lnTo>
                  <a:pt x="4299" y="2219"/>
                </a:lnTo>
                <a:lnTo>
                  <a:pt x="4392" y="2212"/>
                </a:lnTo>
                <a:lnTo>
                  <a:pt x="5112" y="1955"/>
                </a:lnTo>
                <a:lnTo>
                  <a:pt x="5112" y="2067"/>
                </a:lnTo>
                <a:lnTo>
                  <a:pt x="4721" y="2207"/>
                </a:lnTo>
                <a:lnTo>
                  <a:pt x="4808" y="2212"/>
                </a:lnTo>
                <a:lnTo>
                  <a:pt x="4893" y="2218"/>
                </a:lnTo>
                <a:lnTo>
                  <a:pt x="4977" y="2227"/>
                </a:lnTo>
                <a:lnTo>
                  <a:pt x="5058" y="2238"/>
                </a:lnTo>
                <a:lnTo>
                  <a:pt x="5134" y="2251"/>
                </a:lnTo>
                <a:lnTo>
                  <a:pt x="5207" y="2267"/>
                </a:lnTo>
                <a:lnTo>
                  <a:pt x="5275" y="2283"/>
                </a:lnTo>
                <a:lnTo>
                  <a:pt x="5338" y="2303"/>
                </a:lnTo>
                <a:lnTo>
                  <a:pt x="5374" y="2317"/>
                </a:lnTo>
                <a:lnTo>
                  <a:pt x="5409" y="2331"/>
                </a:lnTo>
                <a:lnTo>
                  <a:pt x="5444" y="2346"/>
                </a:lnTo>
                <a:lnTo>
                  <a:pt x="5476" y="2362"/>
                </a:lnTo>
                <a:lnTo>
                  <a:pt x="5508" y="2381"/>
                </a:lnTo>
                <a:lnTo>
                  <a:pt x="5537" y="2401"/>
                </a:lnTo>
                <a:lnTo>
                  <a:pt x="5564" y="2420"/>
                </a:lnTo>
                <a:lnTo>
                  <a:pt x="5590" y="2442"/>
                </a:lnTo>
                <a:lnTo>
                  <a:pt x="5613" y="2463"/>
                </a:lnTo>
                <a:lnTo>
                  <a:pt x="5633" y="2487"/>
                </a:lnTo>
                <a:lnTo>
                  <a:pt x="5650" y="2512"/>
                </a:lnTo>
                <a:lnTo>
                  <a:pt x="5665" y="2536"/>
                </a:lnTo>
                <a:lnTo>
                  <a:pt x="5676" y="2562"/>
                </a:lnTo>
                <a:lnTo>
                  <a:pt x="5685" y="2589"/>
                </a:lnTo>
                <a:lnTo>
                  <a:pt x="5688" y="2603"/>
                </a:lnTo>
                <a:lnTo>
                  <a:pt x="5689" y="2617"/>
                </a:lnTo>
                <a:lnTo>
                  <a:pt x="5691" y="2632"/>
                </a:lnTo>
                <a:lnTo>
                  <a:pt x="5691" y="2646"/>
                </a:lnTo>
                <a:lnTo>
                  <a:pt x="5671" y="3023"/>
                </a:lnTo>
                <a:lnTo>
                  <a:pt x="5671" y="3034"/>
                </a:lnTo>
                <a:lnTo>
                  <a:pt x="5668" y="3044"/>
                </a:lnTo>
                <a:lnTo>
                  <a:pt x="5663" y="3057"/>
                </a:lnTo>
                <a:lnTo>
                  <a:pt x="5657" y="3069"/>
                </a:lnTo>
                <a:lnTo>
                  <a:pt x="5650" y="3082"/>
                </a:lnTo>
                <a:lnTo>
                  <a:pt x="5641" y="3096"/>
                </a:lnTo>
                <a:lnTo>
                  <a:pt x="5619" y="3125"/>
                </a:lnTo>
                <a:lnTo>
                  <a:pt x="5592" y="3154"/>
                </a:lnTo>
                <a:lnTo>
                  <a:pt x="5563" y="3181"/>
                </a:lnTo>
                <a:lnTo>
                  <a:pt x="5546" y="3195"/>
                </a:lnTo>
                <a:lnTo>
                  <a:pt x="5531" y="3207"/>
                </a:lnTo>
                <a:lnTo>
                  <a:pt x="5513" y="3219"/>
                </a:lnTo>
                <a:lnTo>
                  <a:pt x="5496" y="3230"/>
                </a:lnTo>
                <a:lnTo>
                  <a:pt x="5496" y="3328"/>
                </a:lnTo>
                <a:lnTo>
                  <a:pt x="5543" y="3338"/>
                </a:lnTo>
                <a:lnTo>
                  <a:pt x="5592" y="3352"/>
                </a:lnTo>
                <a:lnTo>
                  <a:pt x="5642" y="3369"/>
                </a:lnTo>
                <a:lnTo>
                  <a:pt x="5694" y="3387"/>
                </a:lnTo>
                <a:lnTo>
                  <a:pt x="5744" y="3408"/>
                </a:lnTo>
                <a:lnTo>
                  <a:pt x="5796" y="3430"/>
                </a:lnTo>
                <a:lnTo>
                  <a:pt x="5845" y="3455"/>
                </a:lnTo>
                <a:lnTo>
                  <a:pt x="5892" y="3483"/>
                </a:lnTo>
                <a:lnTo>
                  <a:pt x="5915" y="3497"/>
                </a:lnTo>
                <a:lnTo>
                  <a:pt x="5937" y="3512"/>
                </a:lnTo>
                <a:lnTo>
                  <a:pt x="5957" y="3527"/>
                </a:lnTo>
                <a:lnTo>
                  <a:pt x="5977" y="3544"/>
                </a:lnTo>
                <a:lnTo>
                  <a:pt x="5997" y="3559"/>
                </a:lnTo>
                <a:lnTo>
                  <a:pt x="6015" y="3577"/>
                </a:lnTo>
                <a:lnTo>
                  <a:pt x="6030" y="3594"/>
                </a:lnTo>
                <a:lnTo>
                  <a:pt x="6046" y="3612"/>
                </a:lnTo>
                <a:lnTo>
                  <a:pt x="6059" y="3632"/>
                </a:lnTo>
                <a:lnTo>
                  <a:pt x="6071" y="3652"/>
                </a:lnTo>
                <a:lnTo>
                  <a:pt x="6082" y="3672"/>
                </a:lnTo>
                <a:lnTo>
                  <a:pt x="6091" y="3691"/>
                </a:lnTo>
                <a:lnTo>
                  <a:pt x="6099" y="3713"/>
                </a:lnTo>
                <a:lnTo>
                  <a:pt x="6103" y="3734"/>
                </a:lnTo>
                <a:lnTo>
                  <a:pt x="6106" y="3757"/>
                </a:lnTo>
                <a:lnTo>
                  <a:pt x="6108" y="3780"/>
                </a:lnTo>
                <a:lnTo>
                  <a:pt x="6093" y="4291"/>
                </a:lnTo>
                <a:lnTo>
                  <a:pt x="6091" y="4303"/>
                </a:lnTo>
                <a:lnTo>
                  <a:pt x="6088" y="4315"/>
                </a:lnTo>
                <a:lnTo>
                  <a:pt x="6085" y="4326"/>
                </a:lnTo>
                <a:lnTo>
                  <a:pt x="6081" y="4338"/>
                </a:lnTo>
                <a:lnTo>
                  <a:pt x="6070" y="4358"/>
                </a:lnTo>
                <a:lnTo>
                  <a:pt x="6059" y="4373"/>
                </a:lnTo>
                <a:lnTo>
                  <a:pt x="6038" y="4399"/>
                </a:lnTo>
                <a:lnTo>
                  <a:pt x="6015" y="4425"/>
                </a:lnTo>
                <a:lnTo>
                  <a:pt x="5989" y="4449"/>
                </a:lnTo>
                <a:lnTo>
                  <a:pt x="5962" y="4472"/>
                </a:lnTo>
                <a:lnTo>
                  <a:pt x="5931" y="4495"/>
                </a:lnTo>
                <a:lnTo>
                  <a:pt x="5899" y="4516"/>
                </a:lnTo>
                <a:lnTo>
                  <a:pt x="5866" y="4536"/>
                </a:lnTo>
                <a:lnTo>
                  <a:pt x="5829" y="4556"/>
                </a:lnTo>
                <a:lnTo>
                  <a:pt x="5791" y="4574"/>
                </a:lnTo>
                <a:lnTo>
                  <a:pt x="5750" y="4593"/>
                </a:lnTo>
                <a:lnTo>
                  <a:pt x="5709" y="4609"/>
                </a:lnTo>
                <a:lnTo>
                  <a:pt x="5666" y="4624"/>
                </a:lnTo>
                <a:lnTo>
                  <a:pt x="5621" y="4640"/>
                </a:lnTo>
                <a:lnTo>
                  <a:pt x="5575" y="4655"/>
                </a:lnTo>
                <a:lnTo>
                  <a:pt x="5526" y="4667"/>
                </a:lnTo>
                <a:lnTo>
                  <a:pt x="5478" y="4679"/>
                </a:lnTo>
                <a:lnTo>
                  <a:pt x="5427" y="4691"/>
                </a:lnTo>
                <a:lnTo>
                  <a:pt x="5376" y="4702"/>
                </a:lnTo>
                <a:lnTo>
                  <a:pt x="5324" y="4711"/>
                </a:lnTo>
                <a:lnTo>
                  <a:pt x="5271" y="4720"/>
                </a:lnTo>
                <a:lnTo>
                  <a:pt x="5216" y="4728"/>
                </a:lnTo>
                <a:lnTo>
                  <a:pt x="5161" y="4736"/>
                </a:lnTo>
                <a:lnTo>
                  <a:pt x="5105" y="4742"/>
                </a:lnTo>
                <a:lnTo>
                  <a:pt x="5048" y="4748"/>
                </a:lnTo>
                <a:lnTo>
                  <a:pt x="4934" y="4755"/>
                </a:lnTo>
                <a:lnTo>
                  <a:pt x="4818" y="4761"/>
                </a:lnTo>
                <a:lnTo>
                  <a:pt x="4703" y="4763"/>
                </a:lnTo>
                <a:lnTo>
                  <a:pt x="4586" y="4761"/>
                </a:lnTo>
                <a:lnTo>
                  <a:pt x="4470" y="4755"/>
                </a:lnTo>
                <a:lnTo>
                  <a:pt x="4356" y="4748"/>
                </a:lnTo>
                <a:lnTo>
                  <a:pt x="4243" y="4737"/>
                </a:lnTo>
                <a:lnTo>
                  <a:pt x="4133" y="4722"/>
                </a:lnTo>
                <a:lnTo>
                  <a:pt x="4079" y="4714"/>
                </a:lnTo>
                <a:lnTo>
                  <a:pt x="4027" y="4705"/>
                </a:lnTo>
                <a:lnTo>
                  <a:pt x="3975" y="4695"/>
                </a:lnTo>
                <a:lnTo>
                  <a:pt x="3923" y="4684"/>
                </a:lnTo>
                <a:lnTo>
                  <a:pt x="3875" y="4673"/>
                </a:lnTo>
                <a:lnTo>
                  <a:pt x="3826" y="4661"/>
                </a:lnTo>
                <a:lnTo>
                  <a:pt x="3779" y="4647"/>
                </a:lnTo>
                <a:lnTo>
                  <a:pt x="3733" y="4634"/>
                </a:lnTo>
                <a:lnTo>
                  <a:pt x="3689" y="4620"/>
                </a:lnTo>
                <a:lnTo>
                  <a:pt x="3648" y="4605"/>
                </a:lnTo>
                <a:lnTo>
                  <a:pt x="3607" y="4588"/>
                </a:lnTo>
                <a:lnTo>
                  <a:pt x="3567" y="4573"/>
                </a:lnTo>
                <a:lnTo>
                  <a:pt x="3531" y="4554"/>
                </a:lnTo>
                <a:lnTo>
                  <a:pt x="3496" y="4536"/>
                </a:lnTo>
                <a:lnTo>
                  <a:pt x="3464" y="4518"/>
                </a:lnTo>
                <a:lnTo>
                  <a:pt x="3432" y="4498"/>
                </a:lnTo>
                <a:lnTo>
                  <a:pt x="3403" y="4478"/>
                </a:lnTo>
                <a:lnTo>
                  <a:pt x="3377" y="4457"/>
                </a:lnTo>
                <a:lnTo>
                  <a:pt x="3352" y="4436"/>
                </a:lnTo>
                <a:lnTo>
                  <a:pt x="3331" y="4413"/>
                </a:lnTo>
                <a:lnTo>
                  <a:pt x="3313" y="4390"/>
                </a:lnTo>
                <a:lnTo>
                  <a:pt x="3296" y="4366"/>
                </a:lnTo>
                <a:lnTo>
                  <a:pt x="3282" y="4341"/>
                </a:lnTo>
                <a:lnTo>
                  <a:pt x="3272" y="4317"/>
                </a:lnTo>
                <a:lnTo>
                  <a:pt x="3272" y="4076"/>
                </a:lnTo>
                <a:lnTo>
                  <a:pt x="3215" y="4063"/>
                </a:lnTo>
                <a:lnTo>
                  <a:pt x="3161" y="4046"/>
                </a:lnTo>
                <a:lnTo>
                  <a:pt x="3107" y="4029"/>
                </a:lnTo>
                <a:lnTo>
                  <a:pt x="3057" y="4013"/>
                </a:lnTo>
                <a:lnTo>
                  <a:pt x="3008" y="3993"/>
                </a:lnTo>
                <a:lnTo>
                  <a:pt x="2963" y="3973"/>
                </a:lnTo>
                <a:lnTo>
                  <a:pt x="2920" y="3952"/>
                </a:lnTo>
                <a:lnTo>
                  <a:pt x="2879" y="3930"/>
                </a:lnTo>
                <a:lnTo>
                  <a:pt x="2841" y="3908"/>
                </a:lnTo>
                <a:lnTo>
                  <a:pt x="2807" y="3883"/>
                </a:lnTo>
                <a:lnTo>
                  <a:pt x="2775" y="3857"/>
                </a:lnTo>
                <a:lnTo>
                  <a:pt x="2748" y="3831"/>
                </a:lnTo>
                <a:lnTo>
                  <a:pt x="2724" y="3804"/>
                </a:lnTo>
                <a:lnTo>
                  <a:pt x="2702" y="3777"/>
                </a:lnTo>
                <a:lnTo>
                  <a:pt x="2693" y="3761"/>
                </a:lnTo>
                <a:lnTo>
                  <a:pt x="2686" y="3746"/>
                </a:lnTo>
                <a:lnTo>
                  <a:pt x="2678" y="3732"/>
                </a:lnTo>
                <a:lnTo>
                  <a:pt x="2672" y="3717"/>
                </a:lnTo>
                <a:lnTo>
                  <a:pt x="2672" y="3207"/>
                </a:lnTo>
                <a:lnTo>
                  <a:pt x="2672" y="3201"/>
                </a:lnTo>
                <a:lnTo>
                  <a:pt x="1559" y="3599"/>
                </a:lnTo>
                <a:lnTo>
                  <a:pt x="88" y="2824"/>
                </a:lnTo>
                <a:lnTo>
                  <a:pt x="88" y="2703"/>
                </a:lnTo>
                <a:lnTo>
                  <a:pt x="1568" y="3483"/>
                </a:lnTo>
                <a:lnTo>
                  <a:pt x="2707" y="3076"/>
                </a:lnTo>
                <a:lnTo>
                  <a:pt x="2718" y="3060"/>
                </a:lnTo>
                <a:lnTo>
                  <a:pt x="2730" y="3043"/>
                </a:lnTo>
                <a:lnTo>
                  <a:pt x="2742" y="3026"/>
                </a:lnTo>
                <a:lnTo>
                  <a:pt x="2756" y="3009"/>
                </a:lnTo>
                <a:lnTo>
                  <a:pt x="2771" y="2994"/>
                </a:lnTo>
                <a:lnTo>
                  <a:pt x="2786" y="2979"/>
                </a:lnTo>
                <a:lnTo>
                  <a:pt x="2820" y="2950"/>
                </a:lnTo>
                <a:lnTo>
                  <a:pt x="2856" y="2921"/>
                </a:lnTo>
                <a:lnTo>
                  <a:pt x="2894" y="2895"/>
                </a:lnTo>
                <a:lnTo>
                  <a:pt x="2935" y="2869"/>
                </a:lnTo>
                <a:lnTo>
                  <a:pt x="2976" y="2847"/>
                </a:lnTo>
                <a:lnTo>
                  <a:pt x="2976" y="2828"/>
                </a:lnTo>
                <a:lnTo>
                  <a:pt x="1559" y="3334"/>
                </a:lnTo>
                <a:lnTo>
                  <a:pt x="0" y="2513"/>
                </a:lnTo>
                <a:lnTo>
                  <a:pt x="0" y="2393"/>
                </a:lnTo>
                <a:lnTo>
                  <a:pt x="1568" y="3218"/>
                </a:lnTo>
                <a:lnTo>
                  <a:pt x="2976" y="2716"/>
                </a:lnTo>
                <a:lnTo>
                  <a:pt x="2976" y="2565"/>
                </a:lnTo>
                <a:lnTo>
                  <a:pt x="1571" y="3066"/>
                </a:lnTo>
                <a:lnTo>
                  <a:pt x="1571" y="2953"/>
                </a:lnTo>
                <a:lnTo>
                  <a:pt x="2976" y="2452"/>
                </a:lnTo>
                <a:lnTo>
                  <a:pt x="2976" y="2300"/>
                </a:lnTo>
                <a:lnTo>
                  <a:pt x="1559" y="2805"/>
                </a:lnTo>
                <a:lnTo>
                  <a:pt x="0" y="1985"/>
                </a:lnTo>
                <a:lnTo>
                  <a:pt x="0" y="1865"/>
                </a:lnTo>
                <a:lnTo>
                  <a:pt x="1568" y="2690"/>
                </a:lnTo>
                <a:lnTo>
                  <a:pt x="2976" y="2187"/>
                </a:lnTo>
                <a:lnTo>
                  <a:pt x="2976" y="2037"/>
                </a:lnTo>
                <a:lnTo>
                  <a:pt x="1685" y="2496"/>
                </a:lnTo>
                <a:lnTo>
                  <a:pt x="1685" y="2384"/>
                </a:lnTo>
                <a:lnTo>
                  <a:pt x="2976" y="1924"/>
                </a:lnTo>
                <a:lnTo>
                  <a:pt x="2976" y="1754"/>
                </a:lnTo>
                <a:lnTo>
                  <a:pt x="1542" y="2268"/>
                </a:lnTo>
                <a:lnTo>
                  <a:pt x="20" y="1457"/>
                </a:lnTo>
                <a:lnTo>
                  <a:pt x="20" y="1216"/>
                </a:lnTo>
                <a:lnTo>
                  <a:pt x="1183" y="825"/>
                </a:lnTo>
                <a:lnTo>
                  <a:pt x="1183" y="682"/>
                </a:lnTo>
                <a:lnTo>
                  <a:pt x="2039" y="388"/>
                </a:lnTo>
                <a:lnTo>
                  <a:pt x="2209" y="478"/>
                </a:lnTo>
                <a:close/>
                <a:moveTo>
                  <a:pt x="3333" y="1082"/>
                </a:moveTo>
                <a:lnTo>
                  <a:pt x="3333" y="1082"/>
                </a:lnTo>
                <a:lnTo>
                  <a:pt x="3349" y="1067"/>
                </a:lnTo>
                <a:lnTo>
                  <a:pt x="3365" y="1052"/>
                </a:lnTo>
                <a:lnTo>
                  <a:pt x="3378" y="1038"/>
                </a:lnTo>
                <a:lnTo>
                  <a:pt x="3390" y="1024"/>
                </a:lnTo>
                <a:lnTo>
                  <a:pt x="3401" y="1011"/>
                </a:lnTo>
                <a:lnTo>
                  <a:pt x="3409" y="999"/>
                </a:lnTo>
                <a:lnTo>
                  <a:pt x="3416" y="986"/>
                </a:lnTo>
                <a:lnTo>
                  <a:pt x="3422" y="974"/>
                </a:lnTo>
                <a:lnTo>
                  <a:pt x="3427" y="962"/>
                </a:lnTo>
                <a:lnTo>
                  <a:pt x="3430" y="951"/>
                </a:lnTo>
                <a:lnTo>
                  <a:pt x="3432" y="941"/>
                </a:lnTo>
                <a:lnTo>
                  <a:pt x="3433" y="932"/>
                </a:lnTo>
                <a:lnTo>
                  <a:pt x="3433" y="922"/>
                </a:lnTo>
                <a:lnTo>
                  <a:pt x="3433" y="913"/>
                </a:lnTo>
                <a:lnTo>
                  <a:pt x="3430" y="906"/>
                </a:lnTo>
                <a:lnTo>
                  <a:pt x="3429" y="898"/>
                </a:lnTo>
                <a:lnTo>
                  <a:pt x="3424" y="889"/>
                </a:lnTo>
                <a:lnTo>
                  <a:pt x="3418" y="880"/>
                </a:lnTo>
                <a:lnTo>
                  <a:pt x="3410" y="871"/>
                </a:lnTo>
                <a:lnTo>
                  <a:pt x="3403" y="863"/>
                </a:lnTo>
                <a:lnTo>
                  <a:pt x="3392" y="854"/>
                </a:lnTo>
                <a:lnTo>
                  <a:pt x="3381" y="846"/>
                </a:lnTo>
                <a:lnTo>
                  <a:pt x="3355" y="830"/>
                </a:lnTo>
                <a:lnTo>
                  <a:pt x="3325" y="816"/>
                </a:lnTo>
                <a:lnTo>
                  <a:pt x="3291" y="802"/>
                </a:lnTo>
                <a:lnTo>
                  <a:pt x="3252" y="790"/>
                </a:lnTo>
                <a:lnTo>
                  <a:pt x="3209" y="779"/>
                </a:lnTo>
                <a:lnTo>
                  <a:pt x="3162" y="770"/>
                </a:lnTo>
                <a:lnTo>
                  <a:pt x="3110" y="763"/>
                </a:lnTo>
                <a:lnTo>
                  <a:pt x="3056" y="757"/>
                </a:lnTo>
                <a:lnTo>
                  <a:pt x="2996" y="752"/>
                </a:lnTo>
                <a:lnTo>
                  <a:pt x="2935" y="750"/>
                </a:lnTo>
                <a:lnTo>
                  <a:pt x="2870" y="750"/>
                </a:lnTo>
                <a:lnTo>
                  <a:pt x="2801" y="753"/>
                </a:lnTo>
                <a:lnTo>
                  <a:pt x="2730" y="758"/>
                </a:lnTo>
                <a:lnTo>
                  <a:pt x="3333" y="1082"/>
                </a:lnTo>
                <a:close/>
                <a:moveTo>
                  <a:pt x="2546" y="659"/>
                </a:moveTo>
                <a:lnTo>
                  <a:pt x="2546" y="659"/>
                </a:lnTo>
                <a:lnTo>
                  <a:pt x="2631" y="648"/>
                </a:lnTo>
                <a:lnTo>
                  <a:pt x="2716" y="639"/>
                </a:lnTo>
                <a:lnTo>
                  <a:pt x="2800" y="633"/>
                </a:lnTo>
                <a:lnTo>
                  <a:pt x="2882" y="629"/>
                </a:lnTo>
                <a:lnTo>
                  <a:pt x="2961" y="629"/>
                </a:lnTo>
                <a:lnTo>
                  <a:pt x="3037" y="632"/>
                </a:lnTo>
                <a:lnTo>
                  <a:pt x="3110" y="638"/>
                </a:lnTo>
                <a:lnTo>
                  <a:pt x="3145" y="642"/>
                </a:lnTo>
                <a:lnTo>
                  <a:pt x="3180" y="647"/>
                </a:lnTo>
                <a:lnTo>
                  <a:pt x="3214" y="653"/>
                </a:lnTo>
                <a:lnTo>
                  <a:pt x="3246" y="659"/>
                </a:lnTo>
                <a:lnTo>
                  <a:pt x="3276" y="667"/>
                </a:lnTo>
                <a:lnTo>
                  <a:pt x="3305" y="676"/>
                </a:lnTo>
                <a:lnTo>
                  <a:pt x="3334" y="685"/>
                </a:lnTo>
                <a:lnTo>
                  <a:pt x="3360" y="696"/>
                </a:lnTo>
                <a:lnTo>
                  <a:pt x="3386" y="706"/>
                </a:lnTo>
                <a:lnTo>
                  <a:pt x="3410" y="718"/>
                </a:lnTo>
                <a:lnTo>
                  <a:pt x="3433" y="732"/>
                </a:lnTo>
                <a:lnTo>
                  <a:pt x="3453" y="746"/>
                </a:lnTo>
                <a:lnTo>
                  <a:pt x="3473" y="761"/>
                </a:lnTo>
                <a:lnTo>
                  <a:pt x="3489" y="776"/>
                </a:lnTo>
                <a:lnTo>
                  <a:pt x="3505" y="795"/>
                </a:lnTo>
                <a:lnTo>
                  <a:pt x="3518" y="811"/>
                </a:lnTo>
                <a:lnTo>
                  <a:pt x="3531" y="831"/>
                </a:lnTo>
                <a:lnTo>
                  <a:pt x="3540" y="851"/>
                </a:lnTo>
                <a:lnTo>
                  <a:pt x="3547" y="871"/>
                </a:lnTo>
                <a:lnTo>
                  <a:pt x="3553" y="890"/>
                </a:lnTo>
                <a:lnTo>
                  <a:pt x="3556" y="910"/>
                </a:lnTo>
                <a:lnTo>
                  <a:pt x="3558" y="930"/>
                </a:lnTo>
                <a:lnTo>
                  <a:pt x="3558" y="950"/>
                </a:lnTo>
                <a:lnTo>
                  <a:pt x="3556" y="968"/>
                </a:lnTo>
                <a:lnTo>
                  <a:pt x="3552" y="988"/>
                </a:lnTo>
                <a:lnTo>
                  <a:pt x="3546" y="1006"/>
                </a:lnTo>
                <a:lnTo>
                  <a:pt x="3540" y="1024"/>
                </a:lnTo>
                <a:lnTo>
                  <a:pt x="3531" y="1043"/>
                </a:lnTo>
                <a:lnTo>
                  <a:pt x="3520" y="1059"/>
                </a:lnTo>
                <a:lnTo>
                  <a:pt x="3509" y="1078"/>
                </a:lnTo>
                <a:lnTo>
                  <a:pt x="3496" y="1094"/>
                </a:lnTo>
                <a:lnTo>
                  <a:pt x="3482" y="1111"/>
                </a:lnTo>
                <a:lnTo>
                  <a:pt x="3467" y="1128"/>
                </a:lnTo>
                <a:lnTo>
                  <a:pt x="3450" y="1145"/>
                </a:lnTo>
                <a:lnTo>
                  <a:pt x="3652" y="1254"/>
                </a:lnTo>
                <a:lnTo>
                  <a:pt x="4767" y="855"/>
                </a:lnTo>
                <a:lnTo>
                  <a:pt x="3610" y="263"/>
                </a:lnTo>
                <a:lnTo>
                  <a:pt x="2503" y="636"/>
                </a:lnTo>
                <a:lnTo>
                  <a:pt x="2546" y="659"/>
                </a:lnTo>
                <a:close/>
                <a:moveTo>
                  <a:pt x="1790" y="1021"/>
                </a:moveTo>
                <a:lnTo>
                  <a:pt x="1790" y="1021"/>
                </a:lnTo>
                <a:lnTo>
                  <a:pt x="1734" y="1053"/>
                </a:lnTo>
                <a:lnTo>
                  <a:pt x="1685" y="1087"/>
                </a:lnTo>
                <a:lnTo>
                  <a:pt x="1662" y="1102"/>
                </a:lnTo>
                <a:lnTo>
                  <a:pt x="1641" y="1119"/>
                </a:lnTo>
                <a:lnTo>
                  <a:pt x="1623" y="1136"/>
                </a:lnTo>
                <a:lnTo>
                  <a:pt x="1605" y="1151"/>
                </a:lnTo>
                <a:lnTo>
                  <a:pt x="1589" y="1168"/>
                </a:lnTo>
                <a:lnTo>
                  <a:pt x="1574" y="1184"/>
                </a:lnTo>
                <a:lnTo>
                  <a:pt x="1562" y="1200"/>
                </a:lnTo>
                <a:lnTo>
                  <a:pt x="1551" y="1215"/>
                </a:lnTo>
                <a:lnTo>
                  <a:pt x="1544" y="1230"/>
                </a:lnTo>
                <a:lnTo>
                  <a:pt x="1536" y="1245"/>
                </a:lnTo>
                <a:lnTo>
                  <a:pt x="1532" y="1260"/>
                </a:lnTo>
                <a:lnTo>
                  <a:pt x="1529" y="1276"/>
                </a:lnTo>
                <a:lnTo>
                  <a:pt x="1529" y="1286"/>
                </a:lnTo>
                <a:lnTo>
                  <a:pt x="1530" y="1298"/>
                </a:lnTo>
                <a:lnTo>
                  <a:pt x="1533" y="1311"/>
                </a:lnTo>
                <a:lnTo>
                  <a:pt x="1538" y="1323"/>
                </a:lnTo>
                <a:lnTo>
                  <a:pt x="1545" y="1335"/>
                </a:lnTo>
                <a:lnTo>
                  <a:pt x="1554" y="1347"/>
                </a:lnTo>
                <a:lnTo>
                  <a:pt x="1567" y="1358"/>
                </a:lnTo>
                <a:lnTo>
                  <a:pt x="1582" y="1370"/>
                </a:lnTo>
                <a:lnTo>
                  <a:pt x="1599" y="1382"/>
                </a:lnTo>
                <a:lnTo>
                  <a:pt x="1618" y="1393"/>
                </a:lnTo>
                <a:lnTo>
                  <a:pt x="1641" y="1403"/>
                </a:lnTo>
                <a:lnTo>
                  <a:pt x="1667" y="1414"/>
                </a:lnTo>
                <a:lnTo>
                  <a:pt x="1696" y="1423"/>
                </a:lnTo>
                <a:lnTo>
                  <a:pt x="1728" y="1432"/>
                </a:lnTo>
                <a:lnTo>
                  <a:pt x="1764" y="1440"/>
                </a:lnTo>
                <a:lnTo>
                  <a:pt x="1804" y="1448"/>
                </a:lnTo>
                <a:lnTo>
                  <a:pt x="1842" y="1452"/>
                </a:lnTo>
                <a:lnTo>
                  <a:pt x="1882" y="1457"/>
                </a:lnTo>
                <a:lnTo>
                  <a:pt x="1923" y="1460"/>
                </a:lnTo>
                <a:lnTo>
                  <a:pt x="1965" y="1463"/>
                </a:lnTo>
                <a:lnTo>
                  <a:pt x="2008" y="1464"/>
                </a:lnTo>
                <a:lnTo>
                  <a:pt x="2052" y="1464"/>
                </a:lnTo>
                <a:lnTo>
                  <a:pt x="2098" y="1463"/>
                </a:lnTo>
                <a:lnTo>
                  <a:pt x="2144" y="1461"/>
                </a:lnTo>
                <a:lnTo>
                  <a:pt x="2191" y="1458"/>
                </a:lnTo>
                <a:lnTo>
                  <a:pt x="2238" y="1455"/>
                </a:lnTo>
                <a:lnTo>
                  <a:pt x="2335" y="1445"/>
                </a:lnTo>
                <a:lnTo>
                  <a:pt x="2433" y="1431"/>
                </a:lnTo>
                <a:lnTo>
                  <a:pt x="2530" y="1413"/>
                </a:lnTo>
                <a:lnTo>
                  <a:pt x="1790" y="1021"/>
                </a:lnTo>
                <a:close/>
                <a:moveTo>
                  <a:pt x="1408" y="1260"/>
                </a:moveTo>
                <a:lnTo>
                  <a:pt x="1408" y="1260"/>
                </a:lnTo>
                <a:lnTo>
                  <a:pt x="1411" y="1239"/>
                </a:lnTo>
                <a:lnTo>
                  <a:pt x="1417" y="1219"/>
                </a:lnTo>
                <a:lnTo>
                  <a:pt x="1423" y="1198"/>
                </a:lnTo>
                <a:lnTo>
                  <a:pt x="1433" y="1178"/>
                </a:lnTo>
                <a:lnTo>
                  <a:pt x="1443" y="1158"/>
                </a:lnTo>
                <a:lnTo>
                  <a:pt x="1455" y="1139"/>
                </a:lnTo>
                <a:lnTo>
                  <a:pt x="1471" y="1119"/>
                </a:lnTo>
                <a:lnTo>
                  <a:pt x="1486" y="1099"/>
                </a:lnTo>
                <a:lnTo>
                  <a:pt x="1503" y="1079"/>
                </a:lnTo>
                <a:lnTo>
                  <a:pt x="1521" y="1061"/>
                </a:lnTo>
                <a:lnTo>
                  <a:pt x="1542" y="1043"/>
                </a:lnTo>
                <a:lnTo>
                  <a:pt x="1564" y="1024"/>
                </a:lnTo>
                <a:lnTo>
                  <a:pt x="1586" y="1006"/>
                </a:lnTo>
                <a:lnTo>
                  <a:pt x="1611" y="988"/>
                </a:lnTo>
                <a:lnTo>
                  <a:pt x="1635" y="971"/>
                </a:lnTo>
                <a:lnTo>
                  <a:pt x="1662" y="953"/>
                </a:lnTo>
                <a:lnTo>
                  <a:pt x="1623" y="933"/>
                </a:lnTo>
                <a:lnTo>
                  <a:pt x="356" y="1359"/>
                </a:lnTo>
                <a:lnTo>
                  <a:pt x="1562" y="2002"/>
                </a:lnTo>
                <a:lnTo>
                  <a:pt x="2803" y="1557"/>
                </a:lnTo>
                <a:lnTo>
                  <a:pt x="2695" y="1499"/>
                </a:lnTo>
                <a:lnTo>
                  <a:pt x="2634" y="1515"/>
                </a:lnTo>
                <a:lnTo>
                  <a:pt x="2573" y="1528"/>
                </a:lnTo>
                <a:lnTo>
                  <a:pt x="2514" y="1539"/>
                </a:lnTo>
                <a:lnTo>
                  <a:pt x="2454" y="1550"/>
                </a:lnTo>
                <a:lnTo>
                  <a:pt x="2395" y="1559"/>
                </a:lnTo>
                <a:lnTo>
                  <a:pt x="2337" y="1566"/>
                </a:lnTo>
                <a:lnTo>
                  <a:pt x="2281" y="1574"/>
                </a:lnTo>
                <a:lnTo>
                  <a:pt x="2224" y="1579"/>
                </a:lnTo>
                <a:lnTo>
                  <a:pt x="2169" y="1582"/>
                </a:lnTo>
                <a:lnTo>
                  <a:pt x="2116" y="1585"/>
                </a:lnTo>
                <a:lnTo>
                  <a:pt x="2064" y="1586"/>
                </a:lnTo>
                <a:lnTo>
                  <a:pt x="2014" y="1586"/>
                </a:lnTo>
                <a:lnTo>
                  <a:pt x="1964" y="1585"/>
                </a:lnTo>
                <a:lnTo>
                  <a:pt x="1917" y="1582"/>
                </a:lnTo>
                <a:lnTo>
                  <a:pt x="1871" y="1579"/>
                </a:lnTo>
                <a:lnTo>
                  <a:pt x="1827" y="1574"/>
                </a:lnTo>
                <a:lnTo>
                  <a:pt x="1784" y="1568"/>
                </a:lnTo>
                <a:lnTo>
                  <a:pt x="1746" y="1560"/>
                </a:lnTo>
                <a:lnTo>
                  <a:pt x="1708" y="1551"/>
                </a:lnTo>
                <a:lnTo>
                  <a:pt x="1672" y="1542"/>
                </a:lnTo>
                <a:lnTo>
                  <a:pt x="1635" y="1531"/>
                </a:lnTo>
                <a:lnTo>
                  <a:pt x="1602" y="1518"/>
                </a:lnTo>
                <a:lnTo>
                  <a:pt x="1570" y="1504"/>
                </a:lnTo>
                <a:lnTo>
                  <a:pt x="1539" y="1487"/>
                </a:lnTo>
                <a:lnTo>
                  <a:pt x="1510" y="1469"/>
                </a:lnTo>
                <a:lnTo>
                  <a:pt x="1486" y="1451"/>
                </a:lnTo>
                <a:lnTo>
                  <a:pt x="1463" y="1429"/>
                </a:lnTo>
                <a:lnTo>
                  <a:pt x="1454" y="1417"/>
                </a:lnTo>
                <a:lnTo>
                  <a:pt x="1445" y="1405"/>
                </a:lnTo>
                <a:lnTo>
                  <a:pt x="1436" y="1393"/>
                </a:lnTo>
                <a:lnTo>
                  <a:pt x="1428" y="1381"/>
                </a:lnTo>
                <a:lnTo>
                  <a:pt x="1422" y="1367"/>
                </a:lnTo>
                <a:lnTo>
                  <a:pt x="1417" y="1353"/>
                </a:lnTo>
                <a:lnTo>
                  <a:pt x="1413" y="1340"/>
                </a:lnTo>
                <a:lnTo>
                  <a:pt x="1410" y="1324"/>
                </a:lnTo>
                <a:lnTo>
                  <a:pt x="1407" y="1309"/>
                </a:lnTo>
                <a:lnTo>
                  <a:pt x="1407" y="1294"/>
                </a:lnTo>
                <a:lnTo>
                  <a:pt x="1407" y="1277"/>
                </a:lnTo>
                <a:lnTo>
                  <a:pt x="1408" y="1260"/>
                </a:lnTo>
                <a:close/>
                <a:moveTo>
                  <a:pt x="4044" y="2813"/>
                </a:moveTo>
                <a:lnTo>
                  <a:pt x="4044" y="2813"/>
                </a:lnTo>
                <a:lnTo>
                  <a:pt x="3992" y="2802"/>
                </a:lnTo>
                <a:lnTo>
                  <a:pt x="3945" y="2790"/>
                </a:lnTo>
                <a:lnTo>
                  <a:pt x="3899" y="2778"/>
                </a:lnTo>
                <a:lnTo>
                  <a:pt x="3859" y="2766"/>
                </a:lnTo>
                <a:lnTo>
                  <a:pt x="3821" y="2752"/>
                </a:lnTo>
                <a:lnTo>
                  <a:pt x="3788" y="2740"/>
                </a:lnTo>
                <a:lnTo>
                  <a:pt x="3759" y="2726"/>
                </a:lnTo>
                <a:lnTo>
                  <a:pt x="3731" y="2714"/>
                </a:lnTo>
                <a:lnTo>
                  <a:pt x="3709" y="2700"/>
                </a:lnTo>
                <a:lnTo>
                  <a:pt x="3690" y="2687"/>
                </a:lnTo>
                <a:lnTo>
                  <a:pt x="3674" y="2673"/>
                </a:lnTo>
                <a:lnTo>
                  <a:pt x="3661" y="2659"/>
                </a:lnTo>
                <a:lnTo>
                  <a:pt x="3652" y="2646"/>
                </a:lnTo>
                <a:lnTo>
                  <a:pt x="3648" y="2632"/>
                </a:lnTo>
                <a:lnTo>
                  <a:pt x="3645" y="2618"/>
                </a:lnTo>
                <a:lnTo>
                  <a:pt x="3646" y="2605"/>
                </a:lnTo>
                <a:lnTo>
                  <a:pt x="3649" y="2591"/>
                </a:lnTo>
                <a:lnTo>
                  <a:pt x="3657" y="2577"/>
                </a:lnTo>
                <a:lnTo>
                  <a:pt x="3668" y="2562"/>
                </a:lnTo>
                <a:lnTo>
                  <a:pt x="3681" y="2548"/>
                </a:lnTo>
                <a:lnTo>
                  <a:pt x="3698" y="2536"/>
                </a:lnTo>
                <a:lnTo>
                  <a:pt x="3718" y="2522"/>
                </a:lnTo>
                <a:lnTo>
                  <a:pt x="3741" y="2509"/>
                </a:lnTo>
                <a:lnTo>
                  <a:pt x="3766" y="2495"/>
                </a:lnTo>
                <a:lnTo>
                  <a:pt x="3795" y="2483"/>
                </a:lnTo>
                <a:lnTo>
                  <a:pt x="3827" y="2469"/>
                </a:lnTo>
                <a:lnTo>
                  <a:pt x="3861" y="2457"/>
                </a:lnTo>
                <a:lnTo>
                  <a:pt x="3899" y="2445"/>
                </a:lnTo>
                <a:lnTo>
                  <a:pt x="3939" y="2432"/>
                </a:lnTo>
                <a:lnTo>
                  <a:pt x="3981" y="2420"/>
                </a:lnTo>
                <a:lnTo>
                  <a:pt x="4027" y="2408"/>
                </a:lnTo>
                <a:lnTo>
                  <a:pt x="4076" y="2397"/>
                </a:lnTo>
                <a:lnTo>
                  <a:pt x="4133" y="2385"/>
                </a:lnTo>
                <a:lnTo>
                  <a:pt x="4193" y="2375"/>
                </a:lnTo>
                <a:lnTo>
                  <a:pt x="4254" y="2366"/>
                </a:lnTo>
                <a:lnTo>
                  <a:pt x="4315" y="2358"/>
                </a:lnTo>
                <a:lnTo>
                  <a:pt x="4377" y="2352"/>
                </a:lnTo>
                <a:lnTo>
                  <a:pt x="4438" y="2347"/>
                </a:lnTo>
                <a:lnTo>
                  <a:pt x="4500" y="2344"/>
                </a:lnTo>
                <a:lnTo>
                  <a:pt x="4563" y="2343"/>
                </a:lnTo>
                <a:lnTo>
                  <a:pt x="4624" y="2343"/>
                </a:lnTo>
                <a:lnTo>
                  <a:pt x="4685" y="2343"/>
                </a:lnTo>
                <a:lnTo>
                  <a:pt x="4745" y="2346"/>
                </a:lnTo>
                <a:lnTo>
                  <a:pt x="4805" y="2349"/>
                </a:lnTo>
                <a:lnTo>
                  <a:pt x="4864" y="2353"/>
                </a:lnTo>
                <a:lnTo>
                  <a:pt x="4921" y="2359"/>
                </a:lnTo>
                <a:lnTo>
                  <a:pt x="4977" y="2366"/>
                </a:lnTo>
                <a:lnTo>
                  <a:pt x="5032" y="2375"/>
                </a:lnTo>
                <a:lnTo>
                  <a:pt x="4044" y="2813"/>
                </a:lnTo>
                <a:close/>
                <a:moveTo>
                  <a:pt x="2672" y="3466"/>
                </a:moveTo>
                <a:lnTo>
                  <a:pt x="1559" y="3862"/>
                </a:lnTo>
                <a:lnTo>
                  <a:pt x="0" y="3041"/>
                </a:lnTo>
                <a:lnTo>
                  <a:pt x="0" y="2921"/>
                </a:lnTo>
                <a:lnTo>
                  <a:pt x="1568" y="3748"/>
                </a:lnTo>
                <a:lnTo>
                  <a:pt x="2672" y="3353"/>
                </a:lnTo>
                <a:lnTo>
                  <a:pt x="2672" y="3466"/>
                </a:lnTo>
                <a:close/>
                <a:moveTo>
                  <a:pt x="1544" y="2533"/>
                </a:moveTo>
                <a:lnTo>
                  <a:pt x="76" y="1761"/>
                </a:lnTo>
                <a:lnTo>
                  <a:pt x="76" y="1641"/>
                </a:lnTo>
                <a:lnTo>
                  <a:pt x="1544" y="2413"/>
                </a:lnTo>
                <a:lnTo>
                  <a:pt x="1544" y="2533"/>
                </a:lnTo>
                <a:close/>
                <a:moveTo>
                  <a:pt x="1430" y="3002"/>
                </a:moveTo>
                <a:lnTo>
                  <a:pt x="88" y="2295"/>
                </a:lnTo>
                <a:lnTo>
                  <a:pt x="88" y="2175"/>
                </a:lnTo>
                <a:lnTo>
                  <a:pt x="1430" y="2882"/>
                </a:lnTo>
                <a:lnTo>
                  <a:pt x="1430" y="3002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  <p:sp>
        <p:nvSpPr>
          <p:cNvPr id="706" name="Freeform 83"/>
          <p:cNvSpPr/>
          <p:nvPr/>
        </p:nvSpPr>
        <p:spPr>
          <a:xfrm>
            <a:off x="6969600" y="4958640"/>
            <a:ext cx="572040" cy="785520"/>
          </a:xfrm>
          <a:custGeom>
            <a:avLst/>
            <a:gdLst>
              <a:gd name="textAreaLeft" fmla="*/ 0 w 572040"/>
              <a:gd name="textAreaRight" fmla="*/ 572400 w 572040"/>
              <a:gd name="textAreaTop" fmla="*/ 0 h 785520"/>
              <a:gd name="textAreaBottom" fmla="*/ 785880 h 785520"/>
              <a:gd name="GluePoint1X" fmla="*/ 2147483647 w 3468"/>
              <a:gd name="GluePoint1Y" fmla="*/ 2147483647 h 4763"/>
              <a:gd name="GluePoint2X" fmla="*/ 2147483647 w 3468"/>
              <a:gd name="GluePoint2Y" fmla="*/ 2147483647 h 4763"/>
              <a:gd name="GluePoint3X" fmla="*/ 2147483647 w 3468"/>
              <a:gd name="GluePoint3Y" fmla="*/ 2147483647 h 4763"/>
              <a:gd name="GluePoint4X" fmla="*/ 2147483647 w 3468"/>
              <a:gd name="GluePoint4Y" fmla="*/ 2147483647 h 4763"/>
              <a:gd name="GluePoint5X" fmla="*/ 2147483647 w 3468"/>
              <a:gd name="GluePoint5Y" fmla="*/ 2147483647 h 4763"/>
              <a:gd name="GluePoint6X" fmla="*/ 2147483647 w 3468"/>
              <a:gd name="GluePoint6Y" fmla="*/ 2147483647 h 4763"/>
              <a:gd name="GluePoint7X" fmla="*/ 2147483647 w 3468"/>
              <a:gd name="GluePoint7Y" fmla="*/ 2147483647 h 4763"/>
              <a:gd name="GluePoint8X" fmla="*/ 2147483647 w 3468"/>
              <a:gd name="GluePoint8Y" fmla="*/ 2147483647 h 4763"/>
              <a:gd name="GluePoint9X" fmla="*/ 2147483647 w 3468"/>
              <a:gd name="GluePoint9Y" fmla="*/ 2147483647 h 4763"/>
              <a:gd name="GluePoint10X" fmla="*/ 2147483647 w 3468"/>
              <a:gd name="GluePoint10Y" fmla="*/ 2147483647 h 4763"/>
              <a:gd name="GluePoint11X" fmla="*/ 2147483647 w 3468"/>
              <a:gd name="GluePoint11Y" fmla="*/ 2147483647 h 4763"/>
              <a:gd name="GluePoint12X" fmla="*/ 2147483647 w 3468"/>
              <a:gd name="GluePoint12Y" fmla="*/ 2147483647 h 4763"/>
              <a:gd name="GluePoint13X" fmla="*/ 2147483647 w 3468"/>
              <a:gd name="GluePoint13Y" fmla="*/ 2147483647 h 4763"/>
              <a:gd name="GluePoint14X" fmla="*/ 2147483647 w 3468"/>
              <a:gd name="GluePoint14Y" fmla="*/ 2147483647 h 4763"/>
              <a:gd name="GluePoint15X" fmla="*/ 2147483647 w 3468"/>
              <a:gd name="GluePoint15Y" fmla="*/ 2147483647 h 4763"/>
              <a:gd name="GluePoint16X" fmla="*/ 2147483647 w 3468"/>
              <a:gd name="GluePoint16Y" fmla="*/ 2147483647 h 4763"/>
              <a:gd name="GluePoint17X" fmla="*/ 2147483647 w 3468"/>
              <a:gd name="GluePoint17Y" fmla="*/ 2147483647 h 4763"/>
              <a:gd name="GluePoint18X" fmla="*/ 2147483647 w 3468"/>
              <a:gd name="GluePoint18Y" fmla="*/ 2147483647 h 4763"/>
              <a:gd name="GluePoint19X" fmla="*/ 2147483647 w 3468"/>
              <a:gd name="GluePoint19Y" fmla="*/ 2147483647 h 4763"/>
              <a:gd name="GluePoint20X" fmla="*/ 2147483647 w 3468"/>
              <a:gd name="GluePoint20Y" fmla="*/ 2147483647 h 4763"/>
              <a:gd name="GluePoint21X" fmla="*/ 2147483647 w 3468"/>
              <a:gd name="GluePoint21Y" fmla="*/ 2147483647 h 4763"/>
              <a:gd name="GluePoint22X" fmla="*/ 2147483647 w 3468"/>
              <a:gd name="GluePoint22Y" fmla="*/ 2147483647 h 4763"/>
              <a:gd name="GluePoint23X" fmla="*/ 2147483647 w 3468"/>
              <a:gd name="GluePoint23Y" fmla="*/ 2147483647 h 4763"/>
              <a:gd name="GluePoint24X" fmla="*/ 2147483647 w 3468"/>
              <a:gd name="GluePoint24Y" fmla="*/ 2147483647 h 4763"/>
              <a:gd name="GluePoint25X" fmla="*/ 2147483647 w 3468"/>
              <a:gd name="GluePoint25Y" fmla="*/ 2147483647 h 4763"/>
              <a:gd name="GluePoint26X" fmla="*/ 2147483647 w 3468"/>
              <a:gd name="GluePoint26Y" fmla="*/ 2147483647 h 4763"/>
              <a:gd name="GluePoint27X" fmla="*/ 2147483647 w 3468"/>
              <a:gd name="GluePoint27Y" fmla="*/ 2147483647 h 4763"/>
              <a:gd name="GluePoint28X" fmla="*/ 2147483647 w 3468"/>
              <a:gd name="GluePoint28Y" fmla="*/ 2147483647 h 4763"/>
              <a:gd name="GluePoint29X" fmla="*/ 2147483647 w 3468"/>
              <a:gd name="GluePoint29Y" fmla="*/ 2147483647 h 4763"/>
              <a:gd name="GluePoint30X" fmla="*/ 2147483647 w 3468"/>
              <a:gd name="GluePoint30Y" fmla="*/ 2147483647 h 4763"/>
              <a:gd name="GluePoint31X" fmla="*/ 2147483647 w 3468"/>
              <a:gd name="GluePoint31Y" fmla="*/ 2147483647 h 4763"/>
              <a:gd name="GluePoint32X" fmla="*/ 2147483647 w 3468"/>
              <a:gd name="GluePoint32Y" fmla="*/ 2147483647 h 4763"/>
              <a:gd name="GluePoint33X" fmla="*/ 2147483647 w 3468"/>
              <a:gd name="GluePoint33Y" fmla="*/ 2147483647 h 4763"/>
              <a:gd name="GluePoint34X" fmla="*/ 2147483647 w 3468"/>
              <a:gd name="GluePoint34Y" fmla="*/ 2147483647 h 4763"/>
              <a:gd name="GluePoint35X" fmla="*/ 2147483647 w 3468"/>
              <a:gd name="GluePoint35Y" fmla="*/ 2147483647 h 4763"/>
              <a:gd name="GluePoint36X" fmla="*/ 2147483647 w 3468"/>
              <a:gd name="GluePoint36Y" fmla="*/ 2147483647 h 4763"/>
              <a:gd name="GluePoint37X" fmla="*/ 2147483647 w 3468"/>
              <a:gd name="GluePoint37Y" fmla="*/ 2147483647 h 4763"/>
              <a:gd name="GluePoint38X" fmla="*/ 2147483647 w 3468"/>
              <a:gd name="GluePoint38Y" fmla="*/ 2147483647 h 4763"/>
              <a:gd name="GluePoint39X" fmla="*/ 2147483647 w 3468"/>
              <a:gd name="GluePoint39Y" fmla="*/ 2147483647 h 4763"/>
              <a:gd name="GluePoint40X" fmla="*/ 2147483647 w 3468"/>
              <a:gd name="GluePoint40Y" fmla="*/ 2147483647 h 4763"/>
              <a:gd name="GluePoint41X" fmla="*/ 2147483647 w 3468"/>
              <a:gd name="GluePoint41Y" fmla="*/ 2147483647 h 4763"/>
              <a:gd name="GluePoint42X" fmla="*/ 2147483647 w 3468"/>
              <a:gd name="GluePoint42Y" fmla="*/ 2147483647 h 4763"/>
              <a:gd name="GluePoint43X" fmla="*/ 2147483647 w 3468"/>
              <a:gd name="GluePoint43Y" fmla="*/ 2147483647 h 4763"/>
              <a:gd name="GluePoint44X" fmla="*/ 2147483647 w 3468"/>
              <a:gd name="GluePoint44Y" fmla="*/ 2147483647 h 4763"/>
              <a:gd name="GluePoint45X" fmla="*/ 2147483647 w 3468"/>
              <a:gd name="GluePoint45Y" fmla="*/ 2147483647 h 4763"/>
              <a:gd name="GluePoint46X" fmla="*/ 2147483647 w 3468"/>
              <a:gd name="GluePoint46Y" fmla="*/ 2147483647 h 4763"/>
              <a:gd name="GluePoint47X" fmla="*/ 2147483647 w 3468"/>
              <a:gd name="GluePoint47Y" fmla="*/ 2147483647 h 4763"/>
              <a:gd name="GluePoint48X" fmla="*/ 2147483647 w 3468"/>
              <a:gd name="GluePoint48Y" fmla="*/ 2147483647 h 4763"/>
              <a:gd name="GluePoint49X" fmla="*/ 2147483647 w 3468"/>
              <a:gd name="GluePoint49Y" fmla="*/ 2147483647 h 4763"/>
              <a:gd name="GluePoint50X" fmla="*/ 2147483647 w 3468"/>
              <a:gd name="GluePoint50Y" fmla="*/ 2147483647 h 4763"/>
              <a:gd name="GluePoint51X" fmla="*/ 2147483647 w 3468"/>
              <a:gd name="GluePoint51Y" fmla="*/ 2147483647 h 4763"/>
              <a:gd name="GluePoint52X" fmla="*/ 2147483647 w 3468"/>
              <a:gd name="GluePoint52Y" fmla="*/ 2147483647 h 4763"/>
              <a:gd name="GluePoint53X" fmla="*/ 2147483647 w 3468"/>
              <a:gd name="GluePoint53Y" fmla="*/ 2147483647 h 4763"/>
              <a:gd name="GluePoint54X" fmla="*/ 2147483647 w 3468"/>
              <a:gd name="GluePoint54Y" fmla="*/ 2147483647 h 4763"/>
              <a:gd name="GluePoint55X" fmla="*/ 2147483647 w 3468"/>
              <a:gd name="GluePoint55Y" fmla="*/ 2147483647 h 4763"/>
              <a:gd name="GluePoint56X" fmla="*/ 2147483647 w 3468"/>
              <a:gd name="GluePoint56Y" fmla="*/ 2147483647 h 4763"/>
              <a:gd name="GluePoint57X" fmla="*/ 2147483647 w 3468"/>
              <a:gd name="GluePoint57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</a:cxnLst>
            <a:rect l="textAreaLeft" t="textAreaTop" r="textAreaRight" b="textAreaBottom"/>
            <a:pathLst>
              <a:path w="3468" h="4763">
                <a:moveTo>
                  <a:pt x="3467" y="2391"/>
                </a:moveTo>
                <a:lnTo>
                  <a:pt x="3350" y="1534"/>
                </a:lnTo>
                <a:lnTo>
                  <a:pt x="3349" y="1527"/>
                </a:lnTo>
                <a:lnTo>
                  <a:pt x="3346" y="1519"/>
                </a:lnTo>
                <a:lnTo>
                  <a:pt x="3342" y="1513"/>
                </a:lnTo>
                <a:lnTo>
                  <a:pt x="3336" y="1506"/>
                </a:lnTo>
                <a:lnTo>
                  <a:pt x="3122" y="1305"/>
                </a:lnTo>
                <a:lnTo>
                  <a:pt x="3185" y="1229"/>
                </a:lnTo>
                <a:lnTo>
                  <a:pt x="3189" y="1221"/>
                </a:lnTo>
                <a:lnTo>
                  <a:pt x="3193" y="1215"/>
                </a:lnTo>
                <a:lnTo>
                  <a:pt x="3194" y="1207"/>
                </a:lnTo>
                <a:lnTo>
                  <a:pt x="3194" y="1200"/>
                </a:lnTo>
                <a:lnTo>
                  <a:pt x="3198" y="839"/>
                </a:lnTo>
                <a:lnTo>
                  <a:pt x="3198" y="832"/>
                </a:lnTo>
                <a:lnTo>
                  <a:pt x="3197" y="824"/>
                </a:lnTo>
                <a:lnTo>
                  <a:pt x="3194" y="818"/>
                </a:lnTo>
                <a:lnTo>
                  <a:pt x="3192" y="813"/>
                </a:lnTo>
                <a:lnTo>
                  <a:pt x="3188" y="808"/>
                </a:lnTo>
                <a:lnTo>
                  <a:pt x="3183" y="804"/>
                </a:lnTo>
                <a:lnTo>
                  <a:pt x="3178" y="800"/>
                </a:lnTo>
                <a:lnTo>
                  <a:pt x="3171" y="798"/>
                </a:lnTo>
                <a:lnTo>
                  <a:pt x="2970" y="704"/>
                </a:lnTo>
                <a:lnTo>
                  <a:pt x="2965" y="568"/>
                </a:lnTo>
                <a:lnTo>
                  <a:pt x="2964" y="562"/>
                </a:lnTo>
                <a:lnTo>
                  <a:pt x="2963" y="555"/>
                </a:lnTo>
                <a:lnTo>
                  <a:pt x="2960" y="550"/>
                </a:lnTo>
                <a:lnTo>
                  <a:pt x="2958" y="545"/>
                </a:lnTo>
                <a:lnTo>
                  <a:pt x="2952" y="536"/>
                </a:lnTo>
                <a:lnTo>
                  <a:pt x="2943" y="530"/>
                </a:lnTo>
                <a:lnTo>
                  <a:pt x="2518" y="269"/>
                </a:lnTo>
                <a:lnTo>
                  <a:pt x="2512" y="265"/>
                </a:lnTo>
                <a:lnTo>
                  <a:pt x="2503" y="264"/>
                </a:lnTo>
                <a:lnTo>
                  <a:pt x="2495" y="263"/>
                </a:lnTo>
                <a:lnTo>
                  <a:pt x="2487" y="263"/>
                </a:lnTo>
                <a:lnTo>
                  <a:pt x="2479" y="265"/>
                </a:lnTo>
                <a:lnTo>
                  <a:pt x="2472" y="269"/>
                </a:lnTo>
                <a:lnTo>
                  <a:pt x="2464" y="274"/>
                </a:lnTo>
                <a:lnTo>
                  <a:pt x="2458" y="280"/>
                </a:lnTo>
                <a:lnTo>
                  <a:pt x="2304" y="482"/>
                </a:lnTo>
                <a:lnTo>
                  <a:pt x="2166" y="485"/>
                </a:lnTo>
                <a:lnTo>
                  <a:pt x="2160" y="486"/>
                </a:lnTo>
                <a:lnTo>
                  <a:pt x="2154" y="487"/>
                </a:lnTo>
                <a:lnTo>
                  <a:pt x="2147" y="490"/>
                </a:lnTo>
                <a:lnTo>
                  <a:pt x="2142" y="493"/>
                </a:lnTo>
                <a:lnTo>
                  <a:pt x="2135" y="500"/>
                </a:lnTo>
                <a:lnTo>
                  <a:pt x="2129" y="508"/>
                </a:lnTo>
                <a:lnTo>
                  <a:pt x="2078" y="594"/>
                </a:lnTo>
                <a:lnTo>
                  <a:pt x="1955" y="593"/>
                </a:lnTo>
                <a:lnTo>
                  <a:pt x="1961" y="578"/>
                </a:lnTo>
                <a:lnTo>
                  <a:pt x="1989" y="388"/>
                </a:lnTo>
                <a:lnTo>
                  <a:pt x="1989" y="381"/>
                </a:lnTo>
                <a:lnTo>
                  <a:pt x="1988" y="372"/>
                </a:lnTo>
                <a:lnTo>
                  <a:pt x="1984" y="363"/>
                </a:lnTo>
                <a:lnTo>
                  <a:pt x="1979" y="354"/>
                </a:lnTo>
                <a:lnTo>
                  <a:pt x="1971" y="348"/>
                </a:lnTo>
                <a:lnTo>
                  <a:pt x="1964" y="342"/>
                </a:lnTo>
                <a:lnTo>
                  <a:pt x="1955" y="338"/>
                </a:lnTo>
                <a:lnTo>
                  <a:pt x="1945" y="337"/>
                </a:lnTo>
                <a:lnTo>
                  <a:pt x="1762" y="334"/>
                </a:lnTo>
                <a:lnTo>
                  <a:pt x="1494" y="34"/>
                </a:lnTo>
                <a:lnTo>
                  <a:pt x="1489" y="29"/>
                </a:lnTo>
                <a:lnTo>
                  <a:pt x="1483" y="25"/>
                </a:lnTo>
                <a:lnTo>
                  <a:pt x="1476" y="21"/>
                </a:lnTo>
                <a:lnTo>
                  <a:pt x="1469" y="19"/>
                </a:lnTo>
                <a:lnTo>
                  <a:pt x="1461" y="19"/>
                </a:lnTo>
                <a:lnTo>
                  <a:pt x="1454" y="19"/>
                </a:lnTo>
                <a:lnTo>
                  <a:pt x="1446" y="20"/>
                </a:lnTo>
                <a:lnTo>
                  <a:pt x="1439" y="24"/>
                </a:lnTo>
                <a:lnTo>
                  <a:pt x="1312" y="89"/>
                </a:lnTo>
                <a:lnTo>
                  <a:pt x="1128" y="4"/>
                </a:lnTo>
                <a:lnTo>
                  <a:pt x="1123" y="1"/>
                </a:lnTo>
                <a:lnTo>
                  <a:pt x="1118" y="1"/>
                </a:lnTo>
                <a:lnTo>
                  <a:pt x="1107" y="0"/>
                </a:lnTo>
                <a:lnTo>
                  <a:pt x="1097" y="3"/>
                </a:lnTo>
                <a:lnTo>
                  <a:pt x="1087" y="8"/>
                </a:lnTo>
                <a:lnTo>
                  <a:pt x="1078" y="14"/>
                </a:lnTo>
                <a:lnTo>
                  <a:pt x="1071" y="21"/>
                </a:lnTo>
                <a:lnTo>
                  <a:pt x="1066" y="30"/>
                </a:lnTo>
                <a:lnTo>
                  <a:pt x="1064" y="35"/>
                </a:lnTo>
                <a:lnTo>
                  <a:pt x="1063" y="40"/>
                </a:lnTo>
                <a:lnTo>
                  <a:pt x="1029" y="383"/>
                </a:lnTo>
                <a:lnTo>
                  <a:pt x="1033" y="408"/>
                </a:lnTo>
                <a:lnTo>
                  <a:pt x="1142" y="652"/>
                </a:lnTo>
                <a:lnTo>
                  <a:pt x="962" y="829"/>
                </a:lnTo>
                <a:lnTo>
                  <a:pt x="866" y="692"/>
                </a:lnTo>
                <a:lnTo>
                  <a:pt x="862" y="686"/>
                </a:lnTo>
                <a:lnTo>
                  <a:pt x="857" y="682"/>
                </a:lnTo>
                <a:lnTo>
                  <a:pt x="851" y="678"/>
                </a:lnTo>
                <a:lnTo>
                  <a:pt x="844" y="675"/>
                </a:lnTo>
                <a:lnTo>
                  <a:pt x="838" y="673"/>
                </a:lnTo>
                <a:lnTo>
                  <a:pt x="831" y="672"/>
                </a:lnTo>
                <a:lnTo>
                  <a:pt x="823" y="673"/>
                </a:lnTo>
                <a:lnTo>
                  <a:pt x="815" y="675"/>
                </a:lnTo>
                <a:lnTo>
                  <a:pt x="440" y="788"/>
                </a:lnTo>
                <a:lnTo>
                  <a:pt x="430" y="793"/>
                </a:lnTo>
                <a:lnTo>
                  <a:pt x="421" y="799"/>
                </a:lnTo>
                <a:lnTo>
                  <a:pt x="415" y="807"/>
                </a:lnTo>
                <a:lnTo>
                  <a:pt x="411" y="817"/>
                </a:lnTo>
                <a:lnTo>
                  <a:pt x="408" y="827"/>
                </a:lnTo>
                <a:lnTo>
                  <a:pt x="408" y="837"/>
                </a:lnTo>
                <a:lnTo>
                  <a:pt x="411" y="847"/>
                </a:lnTo>
                <a:lnTo>
                  <a:pt x="415" y="857"/>
                </a:lnTo>
                <a:lnTo>
                  <a:pt x="532" y="1029"/>
                </a:lnTo>
                <a:lnTo>
                  <a:pt x="356" y="1738"/>
                </a:lnTo>
                <a:lnTo>
                  <a:pt x="38" y="1797"/>
                </a:lnTo>
                <a:lnTo>
                  <a:pt x="28" y="1799"/>
                </a:lnTo>
                <a:lnTo>
                  <a:pt x="20" y="1804"/>
                </a:lnTo>
                <a:lnTo>
                  <a:pt x="13" y="1810"/>
                </a:lnTo>
                <a:lnTo>
                  <a:pt x="8" y="1818"/>
                </a:lnTo>
                <a:lnTo>
                  <a:pt x="3" y="1826"/>
                </a:lnTo>
                <a:lnTo>
                  <a:pt x="1" y="1834"/>
                </a:lnTo>
                <a:lnTo>
                  <a:pt x="0" y="1844"/>
                </a:lnTo>
                <a:lnTo>
                  <a:pt x="1" y="1853"/>
                </a:lnTo>
                <a:lnTo>
                  <a:pt x="77" y="2116"/>
                </a:lnTo>
                <a:lnTo>
                  <a:pt x="26" y="2352"/>
                </a:lnTo>
                <a:lnTo>
                  <a:pt x="25" y="2370"/>
                </a:lnTo>
                <a:lnTo>
                  <a:pt x="80" y="2780"/>
                </a:lnTo>
                <a:lnTo>
                  <a:pt x="21" y="2877"/>
                </a:lnTo>
                <a:lnTo>
                  <a:pt x="16" y="2886"/>
                </a:lnTo>
                <a:lnTo>
                  <a:pt x="15" y="2895"/>
                </a:lnTo>
                <a:lnTo>
                  <a:pt x="15" y="2906"/>
                </a:lnTo>
                <a:lnTo>
                  <a:pt x="18" y="2916"/>
                </a:lnTo>
                <a:lnTo>
                  <a:pt x="122" y="3198"/>
                </a:lnTo>
                <a:lnTo>
                  <a:pt x="79" y="3378"/>
                </a:lnTo>
                <a:lnTo>
                  <a:pt x="78" y="3386"/>
                </a:lnTo>
                <a:lnTo>
                  <a:pt x="78" y="3394"/>
                </a:lnTo>
                <a:lnTo>
                  <a:pt x="79" y="3401"/>
                </a:lnTo>
                <a:lnTo>
                  <a:pt x="82" y="3407"/>
                </a:lnTo>
                <a:lnTo>
                  <a:pt x="85" y="3414"/>
                </a:lnTo>
                <a:lnTo>
                  <a:pt x="90" y="3420"/>
                </a:lnTo>
                <a:lnTo>
                  <a:pt x="95" y="3425"/>
                </a:lnTo>
                <a:lnTo>
                  <a:pt x="103" y="3430"/>
                </a:lnTo>
                <a:lnTo>
                  <a:pt x="378" y="3574"/>
                </a:lnTo>
                <a:lnTo>
                  <a:pt x="388" y="3578"/>
                </a:lnTo>
                <a:lnTo>
                  <a:pt x="676" y="3660"/>
                </a:lnTo>
                <a:lnTo>
                  <a:pt x="462" y="4117"/>
                </a:lnTo>
                <a:lnTo>
                  <a:pt x="457" y="4137"/>
                </a:lnTo>
                <a:lnTo>
                  <a:pt x="454" y="4480"/>
                </a:lnTo>
                <a:lnTo>
                  <a:pt x="455" y="4490"/>
                </a:lnTo>
                <a:lnTo>
                  <a:pt x="457" y="4499"/>
                </a:lnTo>
                <a:lnTo>
                  <a:pt x="461" y="4507"/>
                </a:lnTo>
                <a:lnTo>
                  <a:pt x="467" y="4513"/>
                </a:lnTo>
                <a:lnTo>
                  <a:pt x="474" y="4519"/>
                </a:lnTo>
                <a:lnTo>
                  <a:pt x="481" y="4523"/>
                </a:lnTo>
                <a:lnTo>
                  <a:pt x="490" y="4526"/>
                </a:lnTo>
                <a:lnTo>
                  <a:pt x="499" y="4527"/>
                </a:lnTo>
                <a:lnTo>
                  <a:pt x="832" y="4529"/>
                </a:lnTo>
                <a:lnTo>
                  <a:pt x="841" y="4529"/>
                </a:lnTo>
                <a:lnTo>
                  <a:pt x="848" y="4527"/>
                </a:lnTo>
                <a:lnTo>
                  <a:pt x="856" y="4524"/>
                </a:lnTo>
                <a:lnTo>
                  <a:pt x="862" y="4519"/>
                </a:lnTo>
                <a:lnTo>
                  <a:pt x="868" y="4514"/>
                </a:lnTo>
                <a:lnTo>
                  <a:pt x="872" y="4507"/>
                </a:lnTo>
                <a:lnTo>
                  <a:pt x="876" y="4499"/>
                </a:lnTo>
                <a:lnTo>
                  <a:pt x="877" y="4490"/>
                </a:lnTo>
                <a:lnTo>
                  <a:pt x="887" y="4421"/>
                </a:lnTo>
                <a:lnTo>
                  <a:pt x="1355" y="4548"/>
                </a:lnTo>
                <a:lnTo>
                  <a:pt x="1504" y="4745"/>
                </a:lnTo>
                <a:lnTo>
                  <a:pt x="1510" y="4750"/>
                </a:lnTo>
                <a:lnTo>
                  <a:pt x="1517" y="4755"/>
                </a:lnTo>
                <a:lnTo>
                  <a:pt x="1524" y="4759"/>
                </a:lnTo>
                <a:lnTo>
                  <a:pt x="1532" y="4762"/>
                </a:lnTo>
                <a:lnTo>
                  <a:pt x="1540" y="4763"/>
                </a:lnTo>
                <a:lnTo>
                  <a:pt x="1548" y="4762"/>
                </a:lnTo>
                <a:lnTo>
                  <a:pt x="1557" y="4760"/>
                </a:lnTo>
                <a:lnTo>
                  <a:pt x="1564" y="4757"/>
                </a:lnTo>
                <a:lnTo>
                  <a:pt x="1659" y="4700"/>
                </a:lnTo>
                <a:lnTo>
                  <a:pt x="2356" y="4524"/>
                </a:lnTo>
                <a:lnTo>
                  <a:pt x="2666" y="4640"/>
                </a:lnTo>
                <a:lnTo>
                  <a:pt x="2671" y="4641"/>
                </a:lnTo>
                <a:lnTo>
                  <a:pt x="2678" y="4642"/>
                </a:lnTo>
                <a:lnTo>
                  <a:pt x="2683" y="4641"/>
                </a:lnTo>
                <a:lnTo>
                  <a:pt x="2689" y="4640"/>
                </a:lnTo>
                <a:lnTo>
                  <a:pt x="2695" y="4639"/>
                </a:lnTo>
                <a:lnTo>
                  <a:pt x="2700" y="4635"/>
                </a:lnTo>
                <a:lnTo>
                  <a:pt x="2710" y="4627"/>
                </a:lnTo>
                <a:lnTo>
                  <a:pt x="2718" y="4619"/>
                </a:lnTo>
                <a:lnTo>
                  <a:pt x="2724" y="4608"/>
                </a:lnTo>
                <a:lnTo>
                  <a:pt x="2725" y="4602"/>
                </a:lnTo>
                <a:lnTo>
                  <a:pt x="2727" y="4597"/>
                </a:lnTo>
                <a:lnTo>
                  <a:pt x="2727" y="4591"/>
                </a:lnTo>
                <a:lnTo>
                  <a:pt x="2725" y="4586"/>
                </a:lnTo>
                <a:lnTo>
                  <a:pt x="2634" y="4229"/>
                </a:lnTo>
                <a:lnTo>
                  <a:pt x="2772" y="4176"/>
                </a:lnTo>
                <a:lnTo>
                  <a:pt x="2779" y="4172"/>
                </a:lnTo>
                <a:lnTo>
                  <a:pt x="2784" y="4169"/>
                </a:lnTo>
                <a:lnTo>
                  <a:pt x="2789" y="4165"/>
                </a:lnTo>
                <a:lnTo>
                  <a:pt x="2795" y="4159"/>
                </a:lnTo>
                <a:lnTo>
                  <a:pt x="3032" y="3801"/>
                </a:lnTo>
                <a:lnTo>
                  <a:pt x="3036" y="3793"/>
                </a:lnTo>
                <a:lnTo>
                  <a:pt x="3040" y="3786"/>
                </a:lnTo>
                <a:lnTo>
                  <a:pt x="3041" y="3779"/>
                </a:lnTo>
                <a:lnTo>
                  <a:pt x="3041" y="3772"/>
                </a:lnTo>
                <a:lnTo>
                  <a:pt x="3040" y="3764"/>
                </a:lnTo>
                <a:lnTo>
                  <a:pt x="3037" y="3758"/>
                </a:lnTo>
                <a:lnTo>
                  <a:pt x="3032" y="3750"/>
                </a:lnTo>
                <a:lnTo>
                  <a:pt x="3026" y="3743"/>
                </a:lnTo>
                <a:lnTo>
                  <a:pt x="2504" y="3239"/>
                </a:lnTo>
                <a:lnTo>
                  <a:pt x="2514" y="3193"/>
                </a:lnTo>
                <a:lnTo>
                  <a:pt x="2514" y="3181"/>
                </a:lnTo>
                <a:lnTo>
                  <a:pt x="2513" y="3170"/>
                </a:lnTo>
                <a:lnTo>
                  <a:pt x="2511" y="3165"/>
                </a:lnTo>
                <a:lnTo>
                  <a:pt x="2508" y="3160"/>
                </a:lnTo>
                <a:lnTo>
                  <a:pt x="2504" y="3155"/>
                </a:lnTo>
                <a:lnTo>
                  <a:pt x="2500" y="3150"/>
                </a:lnTo>
                <a:lnTo>
                  <a:pt x="2371" y="3032"/>
                </a:lnTo>
                <a:lnTo>
                  <a:pt x="2419" y="2994"/>
                </a:lnTo>
                <a:lnTo>
                  <a:pt x="2424" y="2937"/>
                </a:lnTo>
                <a:lnTo>
                  <a:pt x="3126" y="2540"/>
                </a:lnTo>
                <a:lnTo>
                  <a:pt x="3136" y="2533"/>
                </a:lnTo>
                <a:lnTo>
                  <a:pt x="3143" y="2525"/>
                </a:lnTo>
                <a:lnTo>
                  <a:pt x="3146" y="2517"/>
                </a:lnTo>
                <a:lnTo>
                  <a:pt x="3149" y="2507"/>
                </a:lnTo>
                <a:lnTo>
                  <a:pt x="3151" y="2485"/>
                </a:lnTo>
                <a:lnTo>
                  <a:pt x="3330" y="2563"/>
                </a:lnTo>
                <a:lnTo>
                  <a:pt x="3337" y="2566"/>
                </a:lnTo>
                <a:lnTo>
                  <a:pt x="3345" y="2567"/>
                </a:lnTo>
                <a:lnTo>
                  <a:pt x="3354" y="2566"/>
                </a:lnTo>
                <a:lnTo>
                  <a:pt x="3361" y="2564"/>
                </a:lnTo>
                <a:lnTo>
                  <a:pt x="3369" y="2562"/>
                </a:lnTo>
                <a:lnTo>
                  <a:pt x="3376" y="2557"/>
                </a:lnTo>
                <a:lnTo>
                  <a:pt x="3383" y="2552"/>
                </a:lnTo>
                <a:lnTo>
                  <a:pt x="3388" y="2544"/>
                </a:lnTo>
                <a:lnTo>
                  <a:pt x="3460" y="2421"/>
                </a:lnTo>
                <a:lnTo>
                  <a:pt x="3464" y="2414"/>
                </a:lnTo>
                <a:lnTo>
                  <a:pt x="3467" y="2406"/>
                </a:lnTo>
                <a:lnTo>
                  <a:pt x="3468" y="2398"/>
                </a:lnTo>
                <a:lnTo>
                  <a:pt x="3467" y="2391"/>
                </a:lnTo>
                <a:close/>
                <a:moveTo>
                  <a:pt x="3326" y="2450"/>
                </a:moveTo>
                <a:lnTo>
                  <a:pt x="3136" y="2368"/>
                </a:lnTo>
                <a:lnTo>
                  <a:pt x="3131" y="2366"/>
                </a:lnTo>
                <a:lnTo>
                  <a:pt x="3125" y="2365"/>
                </a:lnTo>
                <a:lnTo>
                  <a:pt x="3114" y="2365"/>
                </a:lnTo>
                <a:lnTo>
                  <a:pt x="3101" y="2367"/>
                </a:lnTo>
                <a:lnTo>
                  <a:pt x="3089" y="2372"/>
                </a:lnTo>
                <a:lnTo>
                  <a:pt x="3078" y="2380"/>
                </a:lnTo>
                <a:lnTo>
                  <a:pt x="3070" y="2388"/>
                </a:lnTo>
                <a:lnTo>
                  <a:pt x="3066" y="2393"/>
                </a:lnTo>
                <a:lnTo>
                  <a:pt x="3062" y="2398"/>
                </a:lnTo>
                <a:lnTo>
                  <a:pt x="3060" y="2405"/>
                </a:lnTo>
                <a:lnTo>
                  <a:pt x="3058" y="2411"/>
                </a:lnTo>
                <a:lnTo>
                  <a:pt x="3052" y="2465"/>
                </a:lnTo>
                <a:lnTo>
                  <a:pt x="2356" y="2860"/>
                </a:lnTo>
                <a:lnTo>
                  <a:pt x="2351" y="2863"/>
                </a:lnTo>
                <a:lnTo>
                  <a:pt x="2346" y="2867"/>
                </a:lnTo>
                <a:lnTo>
                  <a:pt x="2337" y="2876"/>
                </a:lnTo>
                <a:lnTo>
                  <a:pt x="2332" y="2886"/>
                </a:lnTo>
                <a:lnTo>
                  <a:pt x="2330" y="2896"/>
                </a:lnTo>
                <a:lnTo>
                  <a:pt x="2321" y="2940"/>
                </a:lnTo>
                <a:lnTo>
                  <a:pt x="2264" y="2966"/>
                </a:lnTo>
                <a:lnTo>
                  <a:pt x="2258" y="2970"/>
                </a:lnTo>
                <a:lnTo>
                  <a:pt x="2253" y="2975"/>
                </a:lnTo>
                <a:lnTo>
                  <a:pt x="2248" y="2980"/>
                </a:lnTo>
                <a:lnTo>
                  <a:pt x="2244" y="2985"/>
                </a:lnTo>
                <a:lnTo>
                  <a:pt x="2242" y="2991"/>
                </a:lnTo>
                <a:lnTo>
                  <a:pt x="2239" y="2998"/>
                </a:lnTo>
                <a:lnTo>
                  <a:pt x="2237" y="3012"/>
                </a:lnTo>
                <a:lnTo>
                  <a:pt x="2237" y="3025"/>
                </a:lnTo>
                <a:lnTo>
                  <a:pt x="2239" y="3038"/>
                </a:lnTo>
                <a:lnTo>
                  <a:pt x="2244" y="3049"/>
                </a:lnTo>
                <a:lnTo>
                  <a:pt x="2247" y="3054"/>
                </a:lnTo>
                <a:lnTo>
                  <a:pt x="2250" y="3058"/>
                </a:lnTo>
                <a:lnTo>
                  <a:pt x="2409" y="3204"/>
                </a:lnTo>
                <a:lnTo>
                  <a:pt x="2400" y="3244"/>
                </a:lnTo>
                <a:lnTo>
                  <a:pt x="2399" y="3255"/>
                </a:lnTo>
                <a:lnTo>
                  <a:pt x="2400" y="3262"/>
                </a:lnTo>
                <a:lnTo>
                  <a:pt x="2401" y="3269"/>
                </a:lnTo>
                <a:lnTo>
                  <a:pt x="2402" y="3275"/>
                </a:lnTo>
                <a:lnTo>
                  <a:pt x="2406" y="3282"/>
                </a:lnTo>
                <a:lnTo>
                  <a:pt x="2410" y="3288"/>
                </a:lnTo>
                <a:lnTo>
                  <a:pt x="2416" y="3294"/>
                </a:lnTo>
                <a:lnTo>
                  <a:pt x="2921" y="3783"/>
                </a:lnTo>
                <a:lnTo>
                  <a:pt x="2719" y="4088"/>
                </a:lnTo>
                <a:lnTo>
                  <a:pt x="2560" y="4149"/>
                </a:lnTo>
                <a:lnTo>
                  <a:pt x="2551" y="4152"/>
                </a:lnTo>
                <a:lnTo>
                  <a:pt x="2543" y="4159"/>
                </a:lnTo>
                <a:lnTo>
                  <a:pt x="2536" y="4165"/>
                </a:lnTo>
                <a:lnTo>
                  <a:pt x="2531" y="4174"/>
                </a:lnTo>
                <a:lnTo>
                  <a:pt x="2526" y="4183"/>
                </a:lnTo>
                <a:lnTo>
                  <a:pt x="2523" y="4193"/>
                </a:lnTo>
                <a:lnTo>
                  <a:pt x="2523" y="4204"/>
                </a:lnTo>
                <a:lnTo>
                  <a:pt x="2524" y="4215"/>
                </a:lnTo>
                <a:lnTo>
                  <a:pt x="2601" y="4508"/>
                </a:lnTo>
                <a:lnTo>
                  <a:pt x="2379" y="4425"/>
                </a:lnTo>
                <a:lnTo>
                  <a:pt x="2370" y="4423"/>
                </a:lnTo>
                <a:lnTo>
                  <a:pt x="2362" y="4421"/>
                </a:lnTo>
                <a:lnTo>
                  <a:pt x="2353" y="4421"/>
                </a:lnTo>
                <a:lnTo>
                  <a:pt x="2346" y="4423"/>
                </a:lnTo>
                <a:lnTo>
                  <a:pt x="1627" y="4603"/>
                </a:lnTo>
                <a:lnTo>
                  <a:pt x="1612" y="4610"/>
                </a:lnTo>
                <a:lnTo>
                  <a:pt x="1554" y="4644"/>
                </a:lnTo>
                <a:lnTo>
                  <a:pt x="1425" y="4475"/>
                </a:lnTo>
                <a:lnTo>
                  <a:pt x="1396" y="4455"/>
                </a:lnTo>
                <a:lnTo>
                  <a:pt x="864" y="4309"/>
                </a:lnTo>
                <a:lnTo>
                  <a:pt x="853" y="4307"/>
                </a:lnTo>
                <a:lnTo>
                  <a:pt x="842" y="4307"/>
                </a:lnTo>
                <a:lnTo>
                  <a:pt x="831" y="4308"/>
                </a:lnTo>
                <a:lnTo>
                  <a:pt x="821" y="4312"/>
                </a:lnTo>
                <a:lnTo>
                  <a:pt x="812" y="4318"/>
                </a:lnTo>
                <a:lnTo>
                  <a:pt x="808" y="4323"/>
                </a:lnTo>
                <a:lnTo>
                  <a:pt x="804" y="4328"/>
                </a:lnTo>
                <a:lnTo>
                  <a:pt x="802" y="4333"/>
                </a:lnTo>
                <a:lnTo>
                  <a:pt x="799" y="4340"/>
                </a:lnTo>
                <a:lnTo>
                  <a:pt x="795" y="4355"/>
                </a:lnTo>
                <a:lnTo>
                  <a:pt x="784" y="4428"/>
                </a:lnTo>
                <a:lnTo>
                  <a:pt x="555" y="4425"/>
                </a:lnTo>
                <a:lnTo>
                  <a:pt x="558" y="4150"/>
                </a:lnTo>
                <a:lnTo>
                  <a:pt x="790" y="3654"/>
                </a:lnTo>
                <a:lnTo>
                  <a:pt x="793" y="3649"/>
                </a:lnTo>
                <a:lnTo>
                  <a:pt x="794" y="3642"/>
                </a:lnTo>
                <a:lnTo>
                  <a:pt x="795" y="3630"/>
                </a:lnTo>
                <a:lnTo>
                  <a:pt x="793" y="3618"/>
                </a:lnTo>
                <a:lnTo>
                  <a:pt x="789" y="3607"/>
                </a:lnTo>
                <a:lnTo>
                  <a:pt x="783" y="3597"/>
                </a:lnTo>
                <a:lnTo>
                  <a:pt x="774" y="3588"/>
                </a:lnTo>
                <a:lnTo>
                  <a:pt x="765" y="3581"/>
                </a:lnTo>
                <a:lnTo>
                  <a:pt x="755" y="3577"/>
                </a:lnTo>
                <a:lnTo>
                  <a:pt x="421" y="3483"/>
                </a:lnTo>
                <a:lnTo>
                  <a:pt x="187" y="3360"/>
                </a:lnTo>
                <a:lnTo>
                  <a:pt x="224" y="3208"/>
                </a:lnTo>
                <a:lnTo>
                  <a:pt x="225" y="3199"/>
                </a:lnTo>
                <a:lnTo>
                  <a:pt x="225" y="3191"/>
                </a:lnTo>
                <a:lnTo>
                  <a:pt x="224" y="3184"/>
                </a:lnTo>
                <a:lnTo>
                  <a:pt x="221" y="3175"/>
                </a:lnTo>
                <a:lnTo>
                  <a:pt x="122" y="2906"/>
                </a:lnTo>
                <a:lnTo>
                  <a:pt x="175" y="2821"/>
                </a:lnTo>
                <a:lnTo>
                  <a:pt x="178" y="2812"/>
                </a:lnTo>
                <a:lnTo>
                  <a:pt x="182" y="2803"/>
                </a:lnTo>
                <a:lnTo>
                  <a:pt x="183" y="2793"/>
                </a:lnTo>
                <a:lnTo>
                  <a:pt x="182" y="2784"/>
                </a:lnTo>
                <a:lnTo>
                  <a:pt x="127" y="2365"/>
                </a:lnTo>
                <a:lnTo>
                  <a:pt x="178" y="2126"/>
                </a:lnTo>
                <a:lnTo>
                  <a:pt x="180" y="2120"/>
                </a:lnTo>
                <a:lnTo>
                  <a:pt x="180" y="2113"/>
                </a:lnTo>
                <a:lnTo>
                  <a:pt x="178" y="2106"/>
                </a:lnTo>
                <a:lnTo>
                  <a:pt x="177" y="2098"/>
                </a:lnTo>
                <a:lnTo>
                  <a:pt x="116" y="1885"/>
                </a:lnTo>
                <a:lnTo>
                  <a:pt x="403" y="1832"/>
                </a:lnTo>
                <a:lnTo>
                  <a:pt x="412" y="1829"/>
                </a:lnTo>
                <a:lnTo>
                  <a:pt x="421" y="1827"/>
                </a:lnTo>
                <a:lnTo>
                  <a:pt x="428" y="1822"/>
                </a:lnTo>
                <a:lnTo>
                  <a:pt x="434" y="1817"/>
                </a:lnTo>
                <a:lnTo>
                  <a:pt x="439" y="1810"/>
                </a:lnTo>
                <a:lnTo>
                  <a:pt x="442" y="1804"/>
                </a:lnTo>
                <a:lnTo>
                  <a:pt x="445" y="1798"/>
                </a:lnTo>
                <a:lnTo>
                  <a:pt x="447" y="1790"/>
                </a:lnTo>
                <a:lnTo>
                  <a:pt x="635" y="1033"/>
                </a:lnTo>
                <a:lnTo>
                  <a:pt x="637" y="1020"/>
                </a:lnTo>
                <a:lnTo>
                  <a:pt x="638" y="1014"/>
                </a:lnTo>
                <a:lnTo>
                  <a:pt x="637" y="1009"/>
                </a:lnTo>
                <a:lnTo>
                  <a:pt x="636" y="1005"/>
                </a:lnTo>
                <a:lnTo>
                  <a:pt x="635" y="1000"/>
                </a:lnTo>
                <a:lnTo>
                  <a:pt x="627" y="989"/>
                </a:lnTo>
                <a:lnTo>
                  <a:pt x="542" y="863"/>
                </a:lnTo>
                <a:lnTo>
                  <a:pt x="807" y="783"/>
                </a:lnTo>
                <a:lnTo>
                  <a:pt x="911" y="931"/>
                </a:lnTo>
                <a:lnTo>
                  <a:pt x="915" y="936"/>
                </a:lnTo>
                <a:lnTo>
                  <a:pt x="919" y="940"/>
                </a:lnTo>
                <a:lnTo>
                  <a:pt x="929" y="947"/>
                </a:lnTo>
                <a:lnTo>
                  <a:pt x="940" y="951"/>
                </a:lnTo>
                <a:lnTo>
                  <a:pt x="951" y="954"/>
                </a:lnTo>
                <a:lnTo>
                  <a:pt x="964" y="954"/>
                </a:lnTo>
                <a:lnTo>
                  <a:pt x="975" y="951"/>
                </a:lnTo>
                <a:lnTo>
                  <a:pt x="986" y="946"/>
                </a:lnTo>
                <a:lnTo>
                  <a:pt x="995" y="939"/>
                </a:lnTo>
                <a:lnTo>
                  <a:pt x="1236" y="701"/>
                </a:lnTo>
                <a:lnTo>
                  <a:pt x="1241" y="696"/>
                </a:lnTo>
                <a:lnTo>
                  <a:pt x="1246" y="689"/>
                </a:lnTo>
                <a:lnTo>
                  <a:pt x="1249" y="681"/>
                </a:lnTo>
                <a:lnTo>
                  <a:pt x="1251" y="673"/>
                </a:lnTo>
                <a:lnTo>
                  <a:pt x="1253" y="665"/>
                </a:lnTo>
                <a:lnTo>
                  <a:pt x="1253" y="656"/>
                </a:lnTo>
                <a:lnTo>
                  <a:pt x="1251" y="647"/>
                </a:lnTo>
                <a:lnTo>
                  <a:pt x="1248" y="640"/>
                </a:lnTo>
                <a:lnTo>
                  <a:pt x="1131" y="379"/>
                </a:lnTo>
                <a:lnTo>
                  <a:pt x="1156" y="128"/>
                </a:lnTo>
                <a:lnTo>
                  <a:pt x="1289" y="191"/>
                </a:lnTo>
                <a:lnTo>
                  <a:pt x="1295" y="192"/>
                </a:lnTo>
                <a:lnTo>
                  <a:pt x="1302" y="195"/>
                </a:lnTo>
                <a:lnTo>
                  <a:pt x="1314" y="196"/>
                </a:lnTo>
                <a:lnTo>
                  <a:pt x="1327" y="193"/>
                </a:lnTo>
                <a:lnTo>
                  <a:pt x="1338" y="190"/>
                </a:lnTo>
                <a:lnTo>
                  <a:pt x="1448" y="133"/>
                </a:lnTo>
                <a:lnTo>
                  <a:pt x="1700" y="416"/>
                </a:lnTo>
                <a:lnTo>
                  <a:pt x="1708" y="425"/>
                </a:lnTo>
                <a:lnTo>
                  <a:pt x="1718" y="430"/>
                </a:lnTo>
                <a:lnTo>
                  <a:pt x="1729" y="433"/>
                </a:lnTo>
                <a:lnTo>
                  <a:pt x="1740" y="435"/>
                </a:lnTo>
                <a:lnTo>
                  <a:pt x="1880" y="437"/>
                </a:lnTo>
                <a:lnTo>
                  <a:pt x="1863" y="552"/>
                </a:lnTo>
                <a:lnTo>
                  <a:pt x="1823" y="612"/>
                </a:lnTo>
                <a:lnTo>
                  <a:pt x="1819" y="618"/>
                </a:lnTo>
                <a:lnTo>
                  <a:pt x="1817" y="624"/>
                </a:lnTo>
                <a:lnTo>
                  <a:pt x="1816" y="632"/>
                </a:lnTo>
                <a:lnTo>
                  <a:pt x="1816" y="638"/>
                </a:lnTo>
                <a:lnTo>
                  <a:pt x="1817" y="646"/>
                </a:lnTo>
                <a:lnTo>
                  <a:pt x="1818" y="652"/>
                </a:lnTo>
                <a:lnTo>
                  <a:pt x="1821" y="658"/>
                </a:lnTo>
                <a:lnTo>
                  <a:pt x="1823" y="665"/>
                </a:lnTo>
                <a:lnTo>
                  <a:pt x="1827" y="671"/>
                </a:lnTo>
                <a:lnTo>
                  <a:pt x="1832" y="676"/>
                </a:lnTo>
                <a:lnTo>
                  <a:pt x="1837" y="681"/>
                </a:lnTo>
                <a:lnTo>
                  <a:pt x="1842" y="686"/>
                </a:lnTo>
                <a:lnTo>
                  <a:pt x="1848" y="689"/>
                </a:lnTo>
                <a:lnTo>
                  <a:pt x="1855" y="691"/>
                </a:lnTo>
                <a:lnTo>
                  <a:pt x="1861" y="694"/>
                </a:lnTo>
                <a:lnTo>
                  <a:pt x="1867" y="694"/>
                </a:lnTo>
                <a:lnTo>
                  <a:pt x="2103" y="696"/>
                </a:lnTo>
                <a:lnTo>
                  <a:pt x="2112" y="696"/>
                </a:lnTo>
                <a:lnTo>
                  <a:pt x="2120" y="694"/>
                </a:lnTo>
                <a:lnTo>
                  <a:pt x="2126" y="691"/>
                </a:lnTo>
                <a:lnTo>
                  <a:pt x="2134" y="689"/>
                </a:lnTo>
                <a:lnTo>
                  <a:pt x="2139" y="685"/>
                </a:lnTo>
                <a:lnTo>
                  <a:pt x="2144" y="680"/>
                </a:lnTo>
                <a:lnTo>
                  <a:pt x="2149" y="675"/>
                </a:lnTo>
                <a:lnTo>
                  <a:pt x="2152" y="668"/>
                </a:lnTo>
                <a:lnTo>
                  <a:pt x="2200" y="585"/>
                </a:lnTo>
                <a:lnTo>
                  <a:pt x="2328" y="583"/>
                </a:lnTo>
                <a:lnTo>
                  <a:pt x="2342" y="582"/>
                </a:lnTo>
                <a:lnTo>
                  <a:pt x="2353" y="577"/>
                </a:lnTo>
                <a:lnTo>
                  <a:pt x="2364" y="570"/>
                </a:lnTo>
                <a:lnTo>
                  <a:pt x="2372" y="560"/>
                </a:lnTo>
                <a:lnTo>
                  <a:pt x="2508" y="382"/>
                </a:lnTo>
                <a:lnTo>
                  <a:pt x="2865" y="602"/>
                </a:lnTo>
                <a:lnTo>
                  <a:pt x="2870" y="735"/>
                </a:lnTo>
                <a:lnTo>
                  <a:pt x="2871" y="744"/>
                </a:lnTo>
                <a:lnTo>
                  <a:pt x="2874" y="751"/>
                </a:lnTo>
                <a:lnTo>
                  <a:pt x="2876" y="759"/>
                </a:lnTo>
                <a:lnTo>
                  <a:pt x="2880" y="765"/>
                </a:lnTo>
                <a:lnTo>
                  <a:pt x="2885" y="770"/>
                </a:lnTo>
                <a:lnTo>
                  <a:pt x="2890" y="775"/>
                </a:lnTo>
                <a:lnTo>
                  <a:pt x="2896" y="779"/>
                </a:lnTo>
                <a:lnTo>
                  <a:pt x="2903" y="783"/>
                </a:lnTo>
                <a:lnTo>
                  <a:pt x="3097" y="873"/>
                </a:lnTo>
                <a:lnTo>
                  <a:pt x="3094" y="1180"/>
                </a:lnTo>
                <a:lnTo>
                  <a:pt x="3018" y="1275"/>
                </a:lnTo>
                <a:lnTo>
                  <a:pt x="3012" y="1284"/>
                </a:lnTo>
                <a:lnTo>
                  <a:pt x="3008" y="1294"/>
                </a:lnTo>
                <a:lnTo>
                  <a:pt x="3007" y="1304"/>
                </a:lnTo>
                <a:lnTo>
                  <a:pt x="3006" y="1314"/>
                </a:lnTo>
                <a:lnTo>
                  <a:pt x="3008" y="1324"/>
                </a:lnTo>
                <a:lnTo>
                  <a:pt x="3011" y="1334"/>
                </a:lnTo>
                <a:lnTo>
                  <a:pt x="3016" y="1343"/>
                </a:lnTo>
                <a:lnTo>
                  <a:pt x="3023" y="1351"/>
                </a:lnTo>
                <a:lnTo>
                  <a:pt x="3253" y="1567"/>
                </a:lnTo>
                <a:lnTo>
                  <a:pt x="3364" y="2386"/>
                </a:lnTo>
                <a:lnTo>
                  <a:pt x="3326" y="2450"/>
                </a:lnTo>
                <a:close/>
                <a:moveTo>
                  <a:pt x="1324" y="2544"/>
                </a:moveTo>
                <a:lnTo>
                  <a:pt x="896" y="2279"/>
                </a:lnTo>
                <a:lnTo>
                  <a:pt x="632" y="2427"/>
                </a:lnTo>
                <a:lnTo>
                  <a:pt x="1091" y="2723"/>
                </a:lnTo>
                <a:lnTo>
                  <a:pt x="568" y="3047"/>
                </a:lnTo>
                <a:lnTo>
                  <a:pt x="824" y="3231"/>
                </a:lnTo>
                <a:lnTo>
                  <a:pt x="1352" y="2891"/>
                </a:lnTo>
                <a:lnTo>
                  <a:pt x="1882" y="3231"/>
                </a:lnTo>
                <a:lnTo>
                  <a:pt x="2137" y="3047"/>
                </a:lnTo>
                <a:lnTo>
                  <a:pt x="1613" y="2723"/>
                </a:lnTo>
                <a:lnTo>
                  <a:pt x="2072" y="2427"/>
                </a:lnTo>
                <a:lnTo>
                  <a:pt x="1807" y="2279"/>
                </a:lnTo>
                <a:lnTo>
                  <a:pt x="1539" y="2445"/>
                </a:lnTo>
                <a:lnTo>
                  <a:pt x="1451" y="2758"/>
                </a:lnTo>
                <a:lnTo>
                  <a:pt x="1371" y="2758"/>
                </a:lnTo>
                <a:lnTo>
                  <a:pt x="1693" y="1589"/>
                </a:lnTo>
                <a:lnTo>
                  <a:pt x="2757" y="1439"/>
                </a:lnTo>
                <a:lnTo>
                  <a:pt x="1798" y="809"/>
                </a:lnTo>
                <a:lnTo>
                  <a:pt x="1324" y="2544"/>
                </a:lnTo>
                <a:close/>
                <a:moveTo>
                  <a:pt x="2479" y="1377"/>
                </a:moveTo>
                <a:lnTo>
                  <a:pt x="1721" y="1484"/>
                </a:lnTo>
                <a:lnTo>
                  <a:pt x="1858" y="970"/>
                </a:lnTo>
                <a:lnTo>
                  <a:pt x="2479" y="1377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  <p:sp>
        <p:nvSpPr>
          <p:cNvPr id="707" name="Freeform 14"/>
          <p:cNvSpPr/>
          <p:nvPr/>
        </p:nvSpPr>
        <p:spPr>
          <a:xfrm>
            <a:off x="7997400" y="2592360"/>
            <a:ext cx="651960" cy="588960"/>
          </a:xfrm>
          <a:custGeom>
            <a:avLst/>
            <a:gdLst>
              <a:gd name="textAreaLeft" fmla="*/ 0 w 651960"/>
              <a:gd name="textAreaRight" fmla="*/ 652320 w 651960"/>
              <a:gd name="textAreaTop" fmla="*/ 0 h 588960"/>
              <a:gd name="textAreaBottom" fmla="*/ 589320 h 588960"/>
              <a:gd name="GluePoint1X" fmla="*/ 2147483647 w 5280"/>
              <a:gd name="GluePoint1Y" fmla="*/ 2147483647 h 4763"/>
              <a:gd name="GluePoint2X" fmla="*/ 2147483647 w 5280"/>
              <a:gd name="GluePoint2Y" fmla="*/ 2147483647 h 4763"/>
              <a:gd name="GluePoint3X" fmla="*/ 2147483647 w 5280"/>
              <a:gd name="GluePoint3Y" fmla="*/ 2147483647 h 4763"/>
              <a:gd name="GluePoint4X" fmla="*/ 2147483647 w 5280"/>
              <a:gd name="GluePoint4Y" fmla="*/ 2147483647 h 4763"/>
              <a:gd name="GluePoint5X" fmla="*/ 2147483647 w 5280"/>
              <a:gd name="GluePoint5Y" fmla="*/ 2147483647 h 4763"/>
              <a:gd name="GluePoint6X" fmla="*/ 2147483647 w 5280"/>
              <a:gd name="GluePoint6Y" fmla="*/ 2147483647 h 4763"/>
              <a:gd name="GluePoint7X" fmla="*/ 2147483647 w 5280"/>
              <a:gd name="GluePoint7Y" fmla="*/ 2147483647 h 4763"/>
              <a:gd name="GluePoint8X" fmla="*/ 2147483647 w 5280"/>
              <a:gd name="GluePoint8Y" fmla="*/ 2147483647 h 4763"/>
              <a:gd name="GluePoint9X" fmla="*/ 2147483647 w 5280"/>
              <a:gd name="GluePoint9Y" fmla="*/ 2147483647 h 4763"/>
              <a:gd name="GluePoint10X" fmla="*/ 2147483647 w 5280"/>
              <a:gd name="GluePoint10Y" fmla="*/ 2147483647 h 4763"/>
              <a:gd name="GluePoint11X" fmla="*/ 2147483647 w 5280"/>
              <a:gd name="GluePoint11Y" fmla="*/ 2147483647 h 4763"/>
              <a:gd name="GluePoint12X" fmla="*/ 2147483647 w 5280"/>
              <a:gd name="GluePoint12Y" fmla="*/ 2147483647 h 4763"/>
              <a:gd name="GluePoint13X" fmla="*/ 2147483647 w 5280"/>
              <a:gd name="GluePoint13Y" fmla="*/ 2147483647 h 4763"/>
              <a:gd name="GluePoint14X" fmla="*/ 2147483647 w 5280"/>
              <a:gd name="GluePoint14Y" fmla="*/ 2147483647 h 4763"/>
              <a:gd name="GluePoint15X" fmla="*/ 2147483647 w 5280"/>
              <a:gd name="GluePoint15Y" fmla="*/ 2147483647 h 4763"/>
              <a:gd name="GluePoint16X" fmla="*/ 2147483647 w 5280"/>
              <a:gd name="GluePoint16Y" fmla="*/ 2147483647 h 4763"/>
              <a:gd name="GluePoint17X" fmla="*/ 2147483647 w 5280"/>
              <a:gd name="GluePoint17Y" fmla="*/ 2147483647 h 4763"/>
              <a:gd name="GluePoint18X" fmla="*/ 2147483647 w 5280"/>
              <a:gd name="GluePoint18Y" fmla="*/ 2147483647 h 4763"/>
              <a:gd name="GluePoint19X" fmla="*/ 2147483647 w 5280"/>
              <a:gd name="GluePoint19Y" fmla="*/ 2147483647 h 4763"/>
              <a:gd name="GluePoint20X" fmla="*/ 2147483647 w 5280"/>
              <a:gd name="GluePoint20Y" fmla="*/ 2147483647 h 4763"/>
              <a:gd name="GluePoint21X" fmla="*/ 2147483647 w 5280"/>
              <a:gd name="GluePoint21Y" fmla="*/ 2147483647 h 4763"/>
              <a:gd name="GluePoint22X" fmla="*/ 2147483647 w 5280"/>
              <a:gd name="GluePoint22Y" fmla="*/ 2147483647 h 4763"/>
              <a:gd name="GluePoint23X" fmla="*/ 2147483647 w 5280"/>
              <a:gd name="GluePoint23Y" fmla="*/ 2147483647 h 4763"/>
              <a:gd name="GluePoint24X" fmla="*/ 2147483647 w 5280"/>
              <a:gd name="GluePoint24Y" fmla="*/ 2147483647 h 4763"/>
              <a:gd name="GluePoint25X" fmla="*/ 2147483647 w 5280"/>
              <a:gd name="GluePoint25Y" fmla="*/ 2147483647 h 4763"/>
              <a:gd name="GluePoint26X" fmla="*/ 2147483647 w 5280"/>
              <a:gd name="GluePoint26Y" fmla="*/ 2147483647 h 4763"/>
              <a:gd name="GluePoint27X" fmla="*/ 2147483647 w 5280"/>
              <a:gd name="GluePoint27Y" fmla="*/ 2147483647 h 4763"/>
              <a:gd name="GluePoint28X" fmla="*/ 2147483647 w 5280"/>
              <a:gd name="GluePoint28Y" fmla="*/ 2147483647 h 4763"/>
              <a:gd name="GluePoint29X" fmla="*/ 2147483647 w 5280"/>
              <a:gd name="GluePoint29Y" fmla="*/ 2147483647 h 4763"/>
              <a:gd name="GluePoint30X" fmla="*/ 2147483647 w 5280"/>
              <a:gd name="GluePoint30Y" fmla="*/ 2147483647 h 4763"/>
              <a:gd name="GluePoint31X" fmla="*/ 2147483647 w 5280"/>
              <a:gd name="GluePoint31Y" fmla="*/ 2147483647 h 4763"/>
              <a:gd name="GluePoint32X" fmla="*/ 2147483647 w 5280"/>
              <a:gd name="GluePoint32Y" fmla="*/ 2147483647 h 4763"/>
              <a:gd name="GluePoint33X" fmla="*/ 2147483647 w 5280"/>
              <a:gd name="GluePoint33Y" fmla="*/ 2147483647 h 4763"/>
              <a:gd name="GluePoint34X" fmla="*/ 2147483647 w 5280"/>
              <a:gd name="GluePoint34Y" fmla="*/ 2147483647 h 4763"/>
              <a:gd name="GluePoint35X" fmla="*/ 2147483647 w 5280"/>
              <a:gd name="GluePoint35Y" fmla="*/ 2147483647 h 4763"/>
              <a:gd name="GluePoint36X" fmla="*/ 2147483647 w 5280"/>
              <a:gd name="GluePoint36Y" fmla="*/ 2147483647 h 4763"/>
              <a:gd name="GluePoint37X" fmla="*/ 2147483647 w 5280"/>
              <a:gd name="GluePoint37Y" fmla="*/ 0 h 4763"/>
              <a:gd name="GluePoint38X" fmla="*/ 2147483647 w 5280"/>
              <a:gd name="GluePoint38Y" fmla="*/ 2147483647 h 4763"/>
              <a:gd name="GluePoint39X" fmla="*/ 2147483647 w 5280"/>
              <a:gd name="GluePoint39Y" fmla="*/ 2147483647 h 4763"/>
              <a:gd name="GluePoint40X" fmla="*/ 2147483647 w 5280"/>
              <a:gd name="GluePoint40Y" fmla="*/ 2147483647 h 4763"/>
              <a:gd name="GluePoint41X" fmla="*/ 2147483647 w 5280"/>
              <a:gd name="GluePoint41Y" fmla="*/ 2147483647 h 4763"/>
              <a:gd name="GluePoint42X" fmla="*/ 2147483647 w 5280"/>
              <a:gd name="GluePoint42Y" fmla="*/ 2147483647 h 4763"/>
              <a:gd name="GluePoint43X" fmla="*/ 2147483647 w 5280"/>
              <a:gd name="GluePoint43Y" fmla="*/ 2147483647 h 4763"/>
              <a:gd name="GluePoint44X" fmla="*/ 2147483647 w 5280"/>
              <a:gd name="GluePoint44Y" fmla="*/ 2147483647 h 4763"/>
              <a:gd name="GluePoint45X" fmla="*/ 2147483647 w 5280"/>
              <a:gd name="GluePoint45Y" fmla="*/ 2147483647 h 4763"/>
              <a:gd name="GluePoint46X" fmla="*/ 2147483647 w 5280"/>
              <a:gd name="GluePoint46Y" fmla="*/ 2147483647 h 4763"/>
              <a:gd name="GluePoint47X" fmla="*/ 2147483647 w 5280"/>
              <a:gd name="GluePoint47Y" fmla="*/ 2147483647 h 4763"/>
              <a:gd name="GluePoint48X" fmla="*/ 2147483647 w 5280"/>
              <a:gd name="GluePoint48Y" fmla="*/ 2147483647 h 4763"/>
              <a:gd name="GluePoint49X" fmla="*/ 2147483647 w 5280"/>
              <a:gd name="GluePoint49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</a:cxnLst>
            <a:rect l="textAreaLeft" t="textAreaTop" r="textAreaRight" b="textAreaBottom"/>
            <a:pathLst>
              <a:path w="5280" h="4763">
                <a:moveTo>
                  <a:pt x="0" y="915"/>
                </a:moveTo>
                <a:lnTo>
                  <a:pt x="0" y="915"/>
                </a:lnTo>
                <a:lnTo>
                  <a:pt x="1" y="898"/>
                </a:lnTo>
                <a:lnTo>
                  <a:pt x="4" y="882"/>
                </a:lnTo>
                <a:lnTo>
                  <a:pt x="8" y="867"/>
                </a:lnTo>
                <a:lnTo>
                  <a:pt x="14" y="852"/>
                </a:lnTo>
                <a:lnTo>
                  <a:pt x="20" y="839"/>
                </a:lnTo>
                <a:lnTo>
                  <a:pt x="28" y="825"/>
                </a:lnTo>
                <a:lnTo>
                  <a:pt x="38" y="813"/>
                </a:lnTo>
                <a:lnTo>
                  <a:pt x="47" y="802"/>
                </a:lnTo>
                <a:lnTo>
                  <a:pt x="60" y="792"/>
                </a:lnTo>
                <a:lnTo>
                  <a:pt x="72" y="782"/>
                </a:lnTo>
                <a:lnTo>
                  <a:pt x="85" y="774"/>
                </a:lnTo>
                <a:lnTo>
                  <a:pt x="99" y="767"/>
                </a:lnTo>
                <a:lnTo>
                  <a:pt x="114" y="763"/>
                </a:lnTo>
                <a:lnTo>
                  <a:pt x="129" y="759"/>
                </a:lnTo>
                <a:lnTo>
                  <a:pt x="145" y="756"/>
                </a:lnTo>
                <a:lnTo>
                  <a:pt x="161" y="755"/>
                </a:lnTo>
                <a:lnTo>
                  <a:pt x="1985" y="755"/>
                </a:lnTo>
                <a:lnTo>
                  <a:pt x="2001" y="756"/>
                </a:lnTo>
                <a:lnTo>
                  <a:pt x="2018" y="759"/>
                </a:lnTo>
                <a:lnTo>
                  <a:pt x="2033" y="763"/>
                </a:lnTo>
                <a:lnTo>
                  <a:pt x="2047" y="767"/>
                </a:lnTo>
                <a:lnTo>
                  <a:pt x="2061" y="774"/>
                </a:lnTo>
                <a:lnTo>
                  <a:pt x="2075" y="782"/>
                </a:lnTo>
                <a:lnTo>
                  <a:pt x="2087" y="792"/>
                </a:lnTo>
                <a:lnTo>
                  <a:pt x="2099" y="802"/>
                </a:lnTo>
                <a:lnTo>
                  <a:pt x="2108" y="813"/>
                </a:lnTo>
                <a:lnTo>
                  <a:pt x="2118" y="825"/>
                </a:lnTo>
                <a:lnTo>
                  <a:pt x="2126" y="839"/>
                </a:lnTo>
                <a:lnTo>
                  <a:pt x="2133" y="852"/>
                </a:lnTo>
                <a:lnTo>
                  <a:pt x="2138" y="867"/>
                </a:lnTo>
                <a:lnTo>
                  <a:pt x="2142" y="882"/>
                </a:lnTo>
                <a:lnTo>
                  <a:pt x="2145" y="898"/>
                </a:lnTo>
                <a:lnTo>
                  <a:pt x="2146" y="915"/>
                </a:lnTo>
                <a:lnTo>
                  <a:pt x="2146" y="3530"/>
                </a:lnTo>
                <a:lnTo>
                  <a:pt x="0" y="3530"/>
                </a:lnTo>
                <a:lnTo>
                  <a:pt x="0" y="915"/>
                </a:lnTo>
                <a:close/>
                <a:moveTo>
                  <a:pt x="1930" y="972"/>
                </a:moveTo>
                <a:lnTo>
                  <a:pt x="217" y="955"/>
                </a:lnTo>
                <a:lnTo>
                  <a:pt x="217" y="3314"/>
                </a:lnTo>
                <a:lnTo>
                  <a:pt x="1930" y="3314"/>
                </a:lnTo>
                <a:lnTo>
                  <a:pt x="1930" y="972"/>
                </a:lnTo>
                <a:close/>
                <a:moveTo>
                  <a:pt x="696" y="1514"/>
                </a:moveTo>
                <a:lnTo>
                  <a:pt x="790" y="1419"/>
                </a:lnTo>
                <a:lnTo>
                  <a:pt x="830" y="1457"/>
                </a:lnTo>
                <a:lnTo>
                  <a:pt x="735" y="1552"/>
                </a:lnTo>
                <a:lnTo>
                  <a:pt x="696" y="1514"/>
                </a:lnTo>
                <a:close/>
                <a:moveTo>
                  <a:pt x="548" y="1514"/>
                </a:moveTo>
                <a:lnTo>
                  <a:pt x="765" y="1298"/>
                </a:lnTo>
                <a:lnTo>
                  <a:pt x="804" y="1336"/>
                </a:lnTo>
                <a:lnTo>
                  <a:pt x="587" y="1552"/>
                </a:lnTo>
                <a:lnTo>
                  <a:pt x="548" y="1514"/>
                </a:lnTo>
                <a:close/>
                <a:moveTo>
                  <a:pt x="1582" y="1250"/>
                </a:moveTo>
                <a:lnTo>
                  <a:pt x="456" y="1250"/>
                </a:lnTo>
                <a:lnTo>
                  <a:pt x="456" y="1639"/>
                </a:lnTo>
                <a:lnTo>
                  <a:pt x="1690" y="1639"/>
                </a:lnTo>
                <a:lnTo>
                  <a:pt x="1690" y="1142"/>
                </a:lnTo>
                <a:lnTo>
                  <a:pt x="1798" y="1142"/>
                </a:lnTo>
                <a:lnTo>
                  <a:pt x="1798" y="1747"/>
                </a:lnTo>
                <a:lnTo>
                  <a:pt x="348" y="1747"/>
                </a:lnTo>
                <a:lnTo>
                  <a:pt x="348" y="1142"/>
                </a:lnTo>
                <a:lnTo>
                  <a:pt x="1582" y="1142"/>
                </a:lnTo>
                <a:lnTo>
                  <a:pt x="1582" y="1250"/>
                </a:lnTo>
                <a:close/>
                <a:moveTo>
                  <a:pt x="367" y="2993"/>
                </a:moveTo>
                <a:lnTo>
                  <a:pt x="1046" y="2993"/>
                </a:lnTo>
                <a:lnTo>
                  <a:pt x="1046" y="3101"/>
                </a:lnTo>
                <a:lnTo>
                  <a:pt x="367" y="3101"/>
                </a:lnTo>
                <a:lnTo>
                  <a:pt x="367" y="2993"/>
                </a:lnTo>
                <a:close/>
                <a:moveTo>
                  <a:pt x="1100" y="2993"/>
                </a:moveTo>
                <a:lnTo>
                  <a:pt x="1421" y="2993"/>
                </a:lnTo>
                <a:lnTo>
                  <a:pt x="1421" y="3101"/>
                </a:lnTo>
                <a:lnTo>
                  <a:pt x="1100" y="3101"/>
                </a:lnTo>
                <a:lnTo>
                  <a:pt x="1100" y="2993"/>
                </a:lnTo>
                <a:close/>
                <a:moveTo>
                  <a:pt x="1475" y="2993"/>
                </a:moveTo>
                <a:lnTo>
                  <a:pt x="1780" y="2993"/>
                </a:lnTo>
                <a:lnTo>
                  <a:pt x="1780" y="3101"/>
                </a:lnTo>
                <a:lnTo>
                  <a:pt x="1475" y="3101"/>
                </a:lnTo>
                <a:lnTo>
                  <a:pt x="1475" y="2993"/>
                </a:lnTo>
                <a:close/>
                <a:moveTo>
                  <a:pt x="1475" y="2041"/>
                </a:moveTo>
                <a:lnTo>
                  <a:pt x="1780" y="2041"/>
                </a:lnTo>
                <a:lnTo>
                  <a:pt x="1780" y="2149"/>
                </a:lnTo>
                <a:lnTo>
                  <a:pt x="1475" y="2149"/>
                </a:lnTo>
                <a:lnTo>
                  <a:pt x="1475" y="2041"/>
                </a:lnTo>
                <a:close/>
                <a:moveTo>
                  <a:pt x="1100" y="2041"/>
                </a:moveTo>
                <a:lnTo>
                  <a:pt x="1421" y="2041"/>
                </a:lnTo>
                <a:lnTo>
                  <a:pt x="1421" y="2149"/>
                </a:lnTo>
                <a:lnTo>
                  <a:pt x="1100" y="2149"/>
                </a:lnTo>
                <a:lnTo>
                  <a:pt x="1100" y="2041"/>
                </a:lnTo>
                <a:close/>
                <a:moveTo>
                  <a:pt x="721" y="2041"/>
                </a:moveTo>
                <a:lnTo>
                  <a:pt x="1046" y="2041"/>
                </a:lnTo>
                <a:lnTo>
                  <a:pt x="1046" y="2149"/>
                </a:lnTo>
                <a:lnTo>
                  <a:pt x="721" y="2149"/>
                </a:lnTo>
                <a:lnTo>
                  <a:pt x="721" y="2041"/>
                </a:lnTo>
                <a:close/>
                <a:moveTo>
                  <a:pt x="367" y="2041"/>
                </a:moveTo>
                <a:lnTo>
                  <a:pt x="667" y="2041"/>
                </a:lnTo>
                <a:lnTo>
                  <a:pt x="667" y="2149"/>
                </a:lnTo>
                <a:lnTo>
                  <a:pt x="367" y="2149"/>
                </a:lnTo>
                <a:lnTo>
                  <a:pt x="367" y="2041"/>
                </a:lnTo>
                <a:close/>
                <a:moveTo>
                  <a:pt x="1475" y="2358"/>
                </a:moveTo>
                <a:lnTo>
                  <a:pt x="1780" y="2358"/>
                </a:lnTo>
                <a:lnTo>
                  <a:pt x="1780" y="2467"/>
                </a:lnTo>
                <a:lnTo>
                  <a:pt x="1475" y="2467"/>
                </a:lnTo>
                <a:lnTo>
                  <a:pt x="1475" y="2358"/>
                </a:lnTo>
                <a:close/>
                <a:moveTo>
                  <a:pt x="1100" y="2358"/>
                </a:moveTo>
                <a:lnTo>
                  <a:pt x="1421" y="2358"/>
                </a:lnTo>
                <a:lnTo>
                  <a:pt x="1421" y="2467"/>
                </a:lnTo>
                <a:lnTo>
                  <a:pt x="1100" y="2467"/>
                </a:lnTo>
                <a:lnTo>
                  <a:pt x="1100" y="2358"/>
                </a:lnTo>
                <a:close/>
                <a:moveTo>
                  <a:pt x="721" y="2358"/>
                </a:moveTo>
                <a:lnTo>
                  <a:pt x="1046" y="2358"/>
                </a:lnTo>
                <a:lnTo>
                  <a:pt x="1046" y="2467"/>
                </a:lnTo>
                <a:lnTo>
                  <a:pt x="721" y="2467"/>
                </a:lnTo>
                <a:lnTo>
                  <a:pt x="721" y="2358"/>
                </a:lnTo>
                <a:close/>
                <a:moveTo>
                  <a:pt x="367" y="2358"/>
                </a:moveTo>
                <a:lnTo>
                  <a:pt x="667" y="2358"/>
                </a:lnTo>
                <a:lnTo>
                  <a:pt x="667" y="2467"/>
                </a:lnTo>
                <a:lnTo>
                  <a:pt x="367" y="2467"/>
                </a:lnTo>
                <a:lnTo>
                  <a:pt x="367" y="2358"/>
                </a:lnTo>
                <a:close/>
                <a:moveTo>
                  <a:pt x="1475" y="2675"/>
                </a:moveTo>
                <a:lnTo>
                  <a:pt x="1780" y="2675"/>
                </a:lnTo>
                <a:lnTo>
                  <a:pt x="1780" y="2783"/>
                </a:lnTo>
                <a:lnTo>
                  <a:pt x="1475" y="2783"/>
                </a:lnTo>
                <a:lnTo>
                  <a:pt x="1475" y="2675"/>
                </a:lnTo>
                <a:close/>
                <a:moveTo>
                  <a:pt x="1100" y="2675"/>
                </a:moveTo>
                <a:lnTo>
                  <a:pt x="1421" y="2675"/>
                </a:lnTo>
                <a:lnTo>
                  <a:pt x="1421" y="2783"/>
                </a:lnTo>
                <a:lnTo>
                  <a:pt x="1100" y="2783"/>
                </a:lnTo>
                <a:lnTo>
                  <a:pt x="1100" y="2675"/>
                </a:lnTo>
                <a:close/>
                <a:moveTo>
                  <a:pt x="721" y="2675"/>
                </a:moveTo>
                <a:lnTo>
                  <a:pt x="1046" y="2675"/>
                </a:lnTo>
                <a:lnTo>
                  <a:pt x="1046" y="2783"/>
                </a:lnTo>
                <a:lnTo>
                  <a:pt x="721" y="2783"/>
                </a:lnTo>
                <a:lnTo>
                  <a:pt x="721" y="2675"/>
                </a:lnTo>
                <a:close/>
                <a:moveTo>
                  <a:pt x="367" y="2675"/>
                </a:moveTo>
                <a:lnTo>
                  <a:pt x="667" y="2675"/>
                </a:lnTo>
                <a:lnTo>
                  <a:pt x="667" y="2783"/>
                </a:lnTo>
                <a:lnTo>
                  <a:pt x="367" y="2783"/>
                </a:lnTo>
                <a:lnTo>
                  <a:pt x="367" y="2675"/>
                </a:lnTo>
                <a:close/>
                <a:moveTo>
                  <a:pt x="4979" y="1467"/>
                </a:moveTo>
                <a:lnTo>
                  <a:pt x="4673" y="919"/>
                </a:lnTo>
                <a:lnTo>
                  <a:pt x="4551" y="1345"/>
                </a:lnTo>
                <a:lnTo>
                  <a:pt x="4979" y="1467"/>
                </a:lnTo>
                <a:close/>
                <a:moveTo>
                  <a:pt x="2789" y="267"/>
                </a:moveTo>
                <a:lnTo>
                  <a:pt x="2574" y="1018"/>
                </a:lnTo>
                <a:lnTo>
                  <a:pt x="2365" y="958"/>
                </a:lnTo>
                <a:lnTo>
                  <a:pt x="2642" y="0"/>
                </a:lnTo>
                <a:lnTo>
                  <a:pt x="4749" y="603"/>
                </a:lnTo>
                <a:lnTo>
                  <a:pt x="5280" y="1564"/>
                </a:lnTo>
                <a:lnTo>
                  <a:pt x="5224" y="1763"/>
                </a:lnTo>
                <a:lnTo>
                  <a:pt x="4283" y="1494"/>
                </a:lnTo>
                <a:lnTo>
                  <a:pt x="4494" y="756"/>
                </a:lnTo>
                <a:lnTo>
                  <a:pt x="2789" y="267"/>
                </a:lnTo>
                <a:close/>
                <a:moveTo>
                  <a:pt x="1803" y="3806"/>
                </a:moveTo>
                <a:lnTo>
                  <a:pt x="4213" y="4495"/>
                </a:lnTo>
                <a:lnTo>
                  <a:pt x="4956" y="1912"/>
                </a:lnTo>
                <a:lnTo>
                  <a:pt x="5163" y="1972"/>
                </a:lnTo>
                <a:lnTo>
                  <a:pt x="4362" y="4763"/>
                </a:lnTo>
                <a:lnTo>
                  <a:pt x="1743" y="4015"/>
                </a:lnTo>
                <a:lnTo>
                  <a:pt x="1803" y="3806"/>
                </a:lnTo>
                <a:close/>
                <a:moveTo>
                  <a:pt x="2866" y="1954"/>
                </a:moveTo>
                <a:lnTo>
                  <a:pt x="2694" y="2548"/>
                </a:lnTo>
                <a:lnTo>
                  <a:pt x="2547" y="2506"/>
                </a:lnTo>
                <a:lnTo>
                  <a:pt x="2717" y="1911"/>
                </a:lnTo>
                <a:lnTo>
                  <a:pt x="2505" y="1850"/>
                </a:lnTo>
                <a:lnTo>
                  <a:pt x="2547" y="1704"/>
                </a:lnTo>
                <a:lnTo>
                  <a:pt x="3121" y="1867"/>
                </a:lnTo>
                <a:lnTo>
                  <a:pt x="3079" y="2015"/>
                </a:lnTo>
                <a:lnTo>
                  <a:pt x="2866" y="1954"/>
                </a:lnTo>
                <a:close/>
                <a:moveTo>
                  <a:pt x="3681" y="2831"/>
                </a:moveTo>
                <a:lnTo>
                  <a:pt x="3517" y="2785"/>
                </a:lnTo>
                <a:lnTo>
                  <a:pt x="3506" y="2602"/>
                </a:lnTo>
                <a:lnTo>
                  <a:pt x="3236" y="2525"/>
                </a:lnTo>
                <a:lnTo>
                  <a:pt x="3130" y="2672"/>
                </a:lnTo>
                <a:lnTo>
                  <a:pt x="2970" y="2628"/>
                </a:lnTo>
                <a:lnTo>
                  <a:pt x="3467" y="1967"/>
                </a:lnTo>
                <a:lnTo>
                  <a:pt x="3610" y="2009"/>
                </a:lnTo>
                <a:lnTo>
                  <a:pt x="3681" y="2831"/>
                </a:lnTo>
                <a:close/>
                <a:moveTo>
                  <a:pt x="3495" y="2446"/>
                </a:moveTo>
                <a:lnTo>
                  <a:pt x="3481" y="2181"/>
                </a:lnTo>
                <a:lnTo>
                  <a:pt x="3326" y="2398"/>
                </a:lnTo>
                <a:lnTo>
                  <a:pt x="3495" y="2446"/>
                </a:lnTo>
                <a:close/>
                <a:moveTo>
                  <a:pt x="4424" y="3045"/>
                </a:moveTo>
                <a:lnTo>
                  <a:pt x="4246" y="2993"/>
                </a:lnTo>
                <a:lnTo>
                  <a:pt x="4171" y="2701"/>
                </a:lnTo>
                <a:lnTo>
                  <a:pt x="3953" y="2909"/>
                </a:lnTo>
                <a:lnTo>
                  <a:pt x="3776" y="2858"/>
                </a:lnTo>
                <a:lnTo>
                  <a:pt x="4119" y="2547"/>
                </a:lnTo>
                <a:lnTo>
                  <a:pt x="3999" y="2120"/>
                </a:lnTo>
                <a:lnTo>
                  <a:pt x="4176" y="2170"/>
                </a:lnTo>
                <a:lnTo>
                  <a:pt x="4245" y="2444"/>
                </a:lnTo>
                <a:lnTo>
                  <a:pt x="4448" y="2249"/>
                </a:lnTo>
                <a:lnTo>
                  <a:pt x="4625" y="2299"/>
                </a:lnTo>
                <a:lnTo>
                  <a:pt x="4297" y="2598"/>
                </a:lnTo>
                <a:lnTo>
                  <a:pt x="4424" y="3045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  <p:sp>
        <p:nvSpPr>
          <p:cNvPr id="708" name="Freeform 79"/>
          <p:cNvSpPr/>
          <p:nvPr/>
        </p:nvSpPr>
        <p:spPr>
          <a:xfrm>
            <a:off x="7437240" y="1188000"/>
            <a:ext cx="541800" cy="640800"/>
          </a:xfrm>
          <a:custGeom>
            <a:avLst/>
            <a:gdLst>
              <a:gd name="textAreaLeft" fmla="*/ 0 w 541800"/>
              <a:gd name="textAreaRight" fmla="*/ 542160 w 541800"/>
              <a:gd name="textAreaTop" fmla="*/ 0 h 640800"/>
              <a:gd name="textAreaBottom" fmla="*/ 641160 h 640800"/>
              <a:gd name="GluePoint1X" fmla="*/ 2147483647 w 4024"/>
              <a:gd name="GluePoint1Y" fmla="*/ 2147483647 h 4763"/>
              <a:gd name="GluePoint2X" fmla="*/ 2147483647 w 4024"/>
              <a:gd name="GluePoint2Y" fmla="*/ 2147483647 h 4763"/>
              <a:gd name="GluePoint3X" fmla="*/ 2147483647 w 4024"/>
              <a:gd name="GluePoint3Y" fmla="*/ 2147483647 h 4763"/>
              <a:gd name="GluePoint4X" fmla="*/ 2147483647 w 4024"/>
              <a:gd name="GluePoint4Y" fmla="*/ 2147483647 h 4763"/>
              <a:gd name="GluePoint5X" fmla="*/ 2147483647 w 4024"/>
              <a:gd name="GluePoint5Y" fmla="*/ 2147483647 h 4763"/>
              <a:gd name="GluePoint6X" fmla="*/ 2147483647 w 4024"/>
              <a:gd name="GluePoint6Y" fmla="*/ 2147483647 h 4763"/>
              <a:gd name="GluePoint7X" fmla="*/ 2147483647 w 4024"/>
              <a:gd name="GluePoint7Y" fmla="*/ 2147483647 h 4763"/>
              <a:gd name="GluePoint8X" fmla="*/ 2147483647 w 4024"/>
              <a:gd name="GluePoint8Y" fmla="*/ 2147483647 h 4763"/>
              <a:gd name="GluePoint9X" fmla="*/ 2147483647 w 4024"/>
              <a:gd name="GluePoint9Y" fmla="*/ 2147483647 h 4763"/>
              <a:gd name="GluePoint10X" fmla="*/ 2147483647 w 4024"/>
              <a:gd name="GluePoint10Y" fmla="*/ 2147483647 h 4763"/>
              <a:gd name="GluePoint11X" fmla="*/ 2147483647 w 4024"/>
              <a:gd name="GluePoint11Y" fmla="*/ 2147483647 h 4763"/>
              <a:gd name="GluePoint12X" fmla="*/ 2147483647 w 4024"/>
              <a:gd name="GluePoint12Y" fmla="*/ 2147483647 h 4763"/>
              <a:gd name="GluePoint13X" fmla="*/ 2147483647 w 4024"/>
              <a:gd name="GluePoint13Y" fmla="*/ 2147483647 h 4763"/>
              <a:gd name="GluePoint14X" fmla="*/ 2147483647 w 4024"/>
              <a:gd name="GluePoint14Y" fmla="*/ 2147483647 h 4763"/>
              <a:gd name="GluePoint15X" fmla="*/ 2147483647 w 4024"/>
              <a:gd name="GluePoint15Y" fmla="*/ 2147483647 h 4763"/>
              <a:gd name="GluePoint16X" fmla="*/ 2147483647 w 4024"/>
              <a:gd name="GluePoint16Y" fmla="*/ 2147483647 h 4763"/>
              <a:gd name="GluePoint17X" fmla="*/ 2147483647 w 4024"/>
              <a:gd name="GluePoint17Y" fmla="*/ 2147483647 h 4763"/>
              <a:gd name="GluePoint18X" fmla="*/ 2147483647 w 4024"/>
              <a:gd name="GluePoint18Y" fmla="*/ 2147483647 h 4763"/>
              <a:gd name="GluePoint19X" fmla="*/ 2147483647 w 4024"/>
              <a:gd name="GluePoint19Y" fmla="*/ 2147483647 h 4763"/>
              <a:gd name="GluePoint20X" fmla="*/ 2147483647 w 4024"/>
              <a:gd name="GluePoint20Y" fmla="*/ 2147483647 h 4763"/>
              <a:gd name="GluePoint21X" fmla="*/ 2147483647 w 4024"/>
              <a:gd name="GluePoint21Y" fmla="*/ 2147483647 h 4763"/>
              <a:gd name="GluePoint22X" fmla="*/ 2147483647 w 4024"/>
              <a:gd name="GluePoint22Y" fmla="*/ 2147483647 h 4763"/>
              <a:gd name="GluePoint23X" fmla="*/ 2147483647 w 4024"/>
              <a:gd name="GluePoint23Y" fmla="*/ 2147483647 h 4763"/>
              <a:gd name="GluePoint24X" fmla="*/ 2147483647 w 4024"/>
              <a:gd name="GluePoint24Y" fmla="*/ 2147483647 h 4763"/>
              <a:gd name="GluePoint25X" fmla="*/ 2147483647 w 4024"/>
              <a:gd name="GluePoint25Y" fmla="*/ 2147483647 h 4763"/>
              <a:gd name="GluePoint26X" fmla="*/ 2147483647 w 4024"/>
              <a:gd name="GluePoint26Y" fmla="*/ 2147483647 h 4763"/>
              <a:gd name="GluePoint27X" fmla="*/ 2147483647 w 4024"/>
              <a:gd name="GluePoint27Y" fmla="*/ 2147483647 h 4763"/>
              <a:gd name="GluePoint28X" fmla="*/ 2147483647 w 4024"/>
              <a:gd name="GluePoint28Y" fmla="*/ 2147483647 h 4763"/>
              <a:gd name="GluePoint29X" fmla="*/ 2147483647 w 4024"/>
              <a:gd name="GluePoint29Y" fmla="*/ 2147483647 h 4763"/>
              <a:gd name="GluePoint30X" fmla="*/ 2147483647 w 4024"/>
              <a:gd name="GluePoint30Y" fmla="*/ 2147483647 h 4763"/>
              <a:gd name="GluePoint31X" fmla="*/ 2147483647 w 4024"/>
              <a:gd name="GluePoint31Y" fmla="*/ 2147483647 h 4763"/>
              <a:gd name="GluePoint32X" fmla="*/ 2147483647 w 4024"/>
              <a:gd name="GluePoint32Y" fmla="*/ 2147483647 h 4763"/>
              <a:gd name="GluePoint33X" fmla="*/ 2147483647 w 4024"/>
              <a:gd name="GluePoint33Y" fmla="*/ 2147483647 h 4763"/>
              <a:gd name="GluePoint34X" fmla="*/ 2147483647 w 4024"/>
              <a:gd name="GluePoint34Y" fmla="*/ 2147483647 h 4763"/>
              <a:gd name="GluePoint35X" fmla="*/ 2147483647 w 4024"/>
              <a:gd name="GluePoint35Y" fmla="*/ 2147483647 h 4763"/>
              <a:gd name="GluePoint36X" fmla="*/ 2147483647 w 4024"/>
              <a:gd name="GluePoint36Y" fmla="*/ 2147483647 h 4763"/>
              <a:gd name="GluePoint37X" fmla="*/ 2147483647 w 4024"/>
              <a:gd name="GluePoint37Y" fmla="*/ 2147483647 h 4763"/>
              <a:gd name="GluePoint38X" fmla="*/ 2147483647 w 4024"/>
              <a:gd name="GluePoint38Y" fmla="*/ 2147483647 h 4763"/>
              <a:gd name="GluePoint39X" fmla="*/ 2147483647 w 4024"/>
              <a:gd name="GluePoint39Y" fmla="*/ 2147483647 h 4763"/>
              <a:gd name="GluePoint40X" fmla="*/ 2147483647 w 4024"/>
              <a:gd name="GluePoint40Y" fmla="*/ 2147483647 h 4763"/>
              <a:gd name="GluePoint41X" fmla="*/ 2147483647 w 4024"/>
              <a:gd name="GluePoint41Y" fmla="*/ 2147483647 h 4763"/>
              <a:gd name="GluePoint42X" fmla="*/ 2147483647 w 4024"/>
              <a:gd name="GluePoint42Y" fmla="*/ 2147483647 h 4763"/>
              <a:gd name="GluePoint43X" fmla="*/ 2147483647 w 4024"/>
              <a:gd name="GluePoint43Y" fmla="*/ 2147483647 h 4763"/>
              <a:gd name="GluePoint44X" fmla="*/ 2147483647 w 4024"/>
              <a:gd name="GluePoint44Y" fmla="*/ 2147483647 h 4763"/>
              <a:gd name="GluePoint45X" fmla="*/ 2147483647 w 4024"/>
              <a:gd name="GluePoint45Y" fmla="*/ 2147483647 h 4763"/>
              <a:gd name="GluePoint46X" fmla="*/ 2147483647 w 4024"/>
              <a:gd name="GluePoint46Y" fmla="*/ 2147483647 h 4763"/>
              <a:gd name="GluePoint47X" fmla="*/ 2147483647 w 4024"/>
              <a:gd name="GluePoint47Y" fmla="*/ 2147483647 h 4763"/>
              <a:gd name="GluePoint48X" fmla="*/ 2147483647 w 4024"/>
              <a:gd name="GluePoint48Y" fmla="*/ 2147483647 h 4763"/>
              <a:gd name="GluePoint49X" fmla="*/ 2147483647 w 4024"/>
              <a:gd name="GluePoint49Y" fmla="*/ 2147483647 h 4763"/>
              <a:gd name="GluePoint50X" fmla="*/ 2147483647 w 4024"/>
              <a:gd name="GluePoint50Y" fmla="*/ 2147483647 h 4763"/>
              <a:gd name="GluePoint51X" fmla="*/ 2147483647 w 4024"/>
              <a:gd name="GluePoint51Y" fmla="*/ 2147483647 h 4763"/>
              <a:gd name="GluePoint52X" fmla="*/ 2147483647 w 4024"/>
              <a:gd name="GluePoint52Y" fmla="*/ 2147483647 h 4763"/>
              <a:gd name="GluePoint53X" fmla="*/ 2147483647 w 4024"/>
              <a:gd name="GluePoint53Y" fmla="*/ 2147483647 h 4763"/>
              <a:gd name="GluePoint54X" fmla="*/ 2147483647 w 4024"/>
              <a:gd name="GluePoint54Y" fmla="*/ 2147483647 h 4763"/>
              <a:gd name="GluePoint55X" fmla="*/ 2147483647 w 4024"/>
              <a:gd name="GluePoint55Y" fmla="*/ 2147483647 h 4763"/>
              <a:gd name="GluePoint56X" fmla="*/ 2147483647 w 4024"/>
              <a:gd name="GluePoint56Y" fmla="*/ 2147483647 h 4763"/>
              <a:gd name="GluePoint57X" fmla="*/ 2147483647 w 4024"/>
              <a:gd name="GluePoint57Y" fmla="*/ 2147483647 h 4763"/>
              <a:gd name="GluePoint58X" fmla="*/ 2147483647 w 4024"/>
              <a:gd name="GluePoint58Y" fmla="*/ 2147483647 h 4763"/>
              <a:gd name="GluePoint59X" fmla="*/ 2147483647 w 4024"/>
              <a:gd name="GluePoint59Y" fmla="*/ 2147483647 h 4763"/>
              <a:gd name="GluePoint60X" fmla="*/ 2147483647 w 4024"/>
              <a:gd name="GluePoint60Y" fmla="*/ 2147483647 h 4763"/>
              <a:gd name="GluePoint61X" fmla="*/ 2147483647 w 4024"/>
              <a:gd name="GluePoint61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</a:cxnLst>
            <a:rect l="textAreaLeft" t="textAreaTop" r="textAreaRight" b="textAreaBottom"/>
            <a:pathLst>
              <a:path w="4024" h="4763">
                <a:moveTo>
                  <a:pt x="1616" y="1637"/>
                </a:moveTo>
                <a:lnTo>
                  <a:pt x="1616" y="1881"/>
                </a:lnTo>
                <a:lnTo>
                  <a:pt x="1693" y="1871"/>
                </a:lnTo>
                <a:lnTo>
                  <a:pt x="1766" y="1860"/>
                </a:lnTo>
                <a:lnTo>
                  <a:pt x="1834" y="1847"/>
                </a:lnTo>
                <a:lnTo>
                  <a:pt x="1896" y="1832"/>
                </a:lnTo>
                <a:lnTo>
                  <a:pt x="1896" y="1590"/>
                </a:lnTo>
                <a:lnTo>
                  <a:pt x="1830" y="1606"/>
                </a:lnTo>
                <a:lnTo>
                  <a:pt x="1761" y="1618"/>
                </a:lnTo>
                <a:lnTo>
                  <a:pt x="1690" y="1629"/>
                </a:lnTo>
                <a:lnTo>
                  <a:pt x="1616" y="1637"/>
                </a:lnTo>
                <a:close/>
                <a:moveTo>
                  <a:pt x="1519" y="1888"/>
                </a:moveTo>
                <a:lnTo>
                  <a:pt x="1519" y="1645"/>
                </a:lnTo>
                <a:lnTo>
                  <a:pt x="1446" y="1647"/>
                </a:lnTo>
                <a:lnTo>
                  <a:pt x="1373" y="1648"/>
                </a:lnTo>
                <a:lnTo>
                  <a:pt x="1306" y="1648"/>
                </a:lnTo>
                <a:lnTo>
                  <a:pt x="1240" y="1645"/>
                </a:lnTo>
                <a:lnTo>
                  <a:pt x="1240" y="1889"/>
                </a:lnTo>
                <a:lnTo>
                  <a:pt x="1305" y="1892"/>
                </a:lnTo>
                <a:lnTo>
                  <a:pt x="1373" y="1893"/>
                </a:lnTo>
                <a:lnTo>
                  <a:pt x="1448" y="1892"/>
                </a:lnTo>
                <a:lnTo>
                  <a:pt x="1519" y="1888"/>
                </a:lnTo>
                <a:close/>
                <a:moveTo>
                  <a:pt x="1142" y="1882"/>
                </a:moveTo>
                <a:lnTo>
                  <a:pt x="1142" y="1639"/>
                </a:lnTo>
                <a:lnTo>
                  <a:pt x="1069" y="1630"/>
                </a:lnTo>
                <a:lnTo>
                  <a:pt x="998" y="1620"/>
                </a:lnTo>
                <a:lnTo>
                  <a:pt x="928" y="1608"/>
                </a:lnTo>
                <a:lnTo>
                  <a:pt x="862" y="1593"/>
                </a:lnTo>
                <a:lnTo>
                  <a:pt x="862" y="1834"/>
                </a:lnTo>
                <a:lnTo>
                  <a:pt x="924" y="1849"/>
                </a:lnTo>
                <a:lnTo>
                  <a:pt x="993" y="1862"/>
                </a:lnTo>
                <a:lnTo>
                  <a:pt x="1065" y="1873"/>
                </a:lnTo>
                <a:lnTo>
                  <a:pt x="1142" y="1882"/>
                </a:lnTo>
                <a:close/>
                <a:moveTo>
                  <a:pt x="764" y="1805"/>
                </a:moveTo>
                <a:lnTo>
                  <a:pt x="764" y="1566"/>
                </a:lnTo>
                <a:lnTo>
                  <a:pt x="729" y="1555"/>
                </a:lnTo>
                <a:lnTo>
                  <a:pt x="695" y="1542"/>
                </a:lnTo>
                <a:lnTo>
                  <a:pt x="663" y="1530"/>
                </a:lnTo>
                <a:lnTo>
                  <a:pt x="632" y="1515"/>
                </a:lnTo>
                <a:lnTo>
                  <a:pt x="604" y="1502"/>
                </a:lnTo>
                <a:lnTo>
                  <a:pt x="577" y="1486"/>
                </a:lnTo>
                <a:lnTo>
                  <a:pt x="551" y="1470"/>
                </a:lnTo>
                <a:lnTo>
                  <a:pt x="529" y="1454"/>
                </a:lnTo>
                <a:lnTo>
                  <a:pt x="529" y="1626"/>
                </a:lnTo>
                <a:lnTo>
                  <a:pt x="531" y="1637"/>
                </a:lnTo>
                <a:lnTo>
                  <a:pt x="533" y="1648"/>
                </a:lnTo>
                <a:lnTo>
                  <a:pt x="538" y="1661"/>
                </a:lnTo>
                <a:lnTo>
                  <a:pt x="544" y="1672"/>
                </a:lnTo>
                <a:lnTo>
                  <a:pt x="554" y="1684"/>
                </a:lnTo>
                <a:lnTo>
                  <a:pt x="564" y="1695"/>
                </a:lnTo>
                <a:lnTo>
                  <a:pt x="576" y="1707"/>
                </a:lnTo>
                <a:lnTo>
                  <a:pt x="591" y="1718"/>
                </a:lnTo>
                <a:lnTo>
                  <a:pt x="606" y="1730"/>
                </a:lnTo>
                <a:lnTo>
                  <a:pt x="624" y="1741"/>
                </a:lnTo>
                <a:lnTo>
                  <a:pt x="643" y="1752"/>
                </a:lnTo>
                <a:lnTo>
                  <a:pt x="664" y="1763"/>
                </a:lnTo>
                <a:lnTo>
                  <a:pt x="686" y="1774"/>
                </a:lnTo>
                <a:lnTo>
                  <a:pt x="710" y="1785"/>
                </a:lnTo>
                <a:lnTo>
                  <a:pt x="736" y="1795"/>
                </a:lnTo>
                <a:lnTo>
                  <a:pt x="764" y="1805"/>
                </a:lnTo>
                <a:close/>
                <a:moveTo>
                  <a:pt x="1373" y="1019"/>
                </a:moveTo>
                <a:lnTo>
                  <a:pt x="1369" y="1019"/>
                </a:lnTo>
                <a:lnTo>
                  <a:pt x="1322" y="1020"/>
                </a:lnTo>
                <a:lnTo>
                  <a:pt x="1275" y="1021"/>
                </a:lnTo>
                <a:lnTo>
                  <a:pt x="1230" y="1022"/>
                </a:lnTo>
                <a:lnTo>
                  <a:pt x="1186" y="1026"/>
                </a:lnTo>
                <a:lnTo>
                  <a:pt x="1143" y="1030"/>
                </a:lnTo>
                <a:lnTo>
                  <a:pt x="1102" y="1033"/>
                </a:lnTo>
                <a:lnTo>
                  <a:pt x="1061" y="1038"/>
                </a:lnTo>
                <a:lnTo>
                  <a:pt x="1022" y="1044"/>
                </a:lnTo>
                <a:lnTo>
                  <a:pt x="984" y="1050"/>
                </a:lnTo>
                <a:lnTo>
                  <a:pt x="948" y="1058"/>
                </a:lnTo>
                <a:lnTo>
                  <a:pt x="912" y="1065"/>
                </a:lnTo>
                <a:lnTo>
                  <a:pt x="878" y="1072"/>
                </a:lnTo>
                <a:lnTo>
                  <a:pt x="846" y="1081"/>
                </a:lnTo>
                <a:lnTo>
                  <a:pt x="814" y="1090"/>
                </a:lnTo>
                <a:lnTo>
                  <a:pt x="785" y="1099"/>
                </a:lnTo>
                <a:lnTo>
                  <a:pt x="757" y="1109"/>
                </a:lnTo>
                <a:lnTo>
                  <a:pt x="730" y="1119"/>
                </a:lnTo>
                <a:lnTo>
                  <a:pt x="706" y="1129"/>
                </a:lnTo>
                <a:lnTo>
                  <a:pt x="682" y="1140"/>
                </a:lnTo>
                <a:lnTo>
                  <a:pt x="660" y="1149"/>
                </a:lnTo>
                <a:lnTo>
                  <a:pt x="639" y="1160"/>
                </a:lnTo>
                <a:lnTo>
                  <a:pt x="621" y="1171"/>
                </a:lnTo>
                <a:lnTo>
                  <a:pt x="604" y="1184"/>
                </a:lnTo>
                <a:lnTo>
                  <a:pt x="588" y="1195"/>
                </a:lnTo>
                <a:lnTo>
                  <a:pt x="575" y="1206"/>
                </a:lnTo>
                <a:lnTo>
                  <a:pt x="562" y="1218"/>
                </a:lnTo>
                <a:lnTo>
                  <a:pt x="553" y="1229"/>
                </a:lnTo>
                <a:lnTo>
                  <a:pt x="544" y="1240"/>
                </a:lnTo>
                <a:lnTo>
                  <a:pt x="538" y="1252"/>
                </a:lnTo>
                <a:lnTo>
                  <a:pt x="533" y="1263"/>
                </a:lnTo>
                <a:lnTo>
                  <a:pt x="531" y="1274"/>
                </a:lnTo>
                <a:lnTo>
                  <a:pt x="529" y="1285"/>
                </a:lnTo>
                <a:lnTo>
                  <a:pt x="531" y="1296"/>
                </a:lnTo>
                <a:lnTo>
                  <a:pt x="533" y="1307"/>
                </a:lnTo>
                <a:lnTo>
                  <a:pt x="538" y="1318"/>
                </a:lnTo>
                <a:lnTo>
                  <a:pt x="544" y="1329"/>
                </a:lnTo>
                <a:lnTo>
                  <a:pt x="553" y="1341"/>
                </a:lnTo>
                <a:lnTo>
                  <a:pt x="562" y="1352"/>
                </a:lnTo>
                <a:lnTo>
                  <a:pt x="575" y="1363"/>
                </a:lnTo>
                <a:lnTo>
                  <a:pt x="588" y="1376"/>
                </a:lnTo>
                <a:lnTo>
                  <a:pt x="604" y="1387"/>
                </a:lnTo>
                <a:lnTo>
                  <a:pt x="621" y="1398"/>
                </a:lnTo>
                <a:lnTo>
                  <a:pt x="639" y="1409"/>
                </a:lnTo>
                <a:lnTo>
                  <a:pt x="660" y="1420"/>
                </a:lnTo>
                <a:lnTo>
                  <a:pt x="682" y="1431"/>
                </a:lnTo>
                <a:lnTo>
                  <a:pt x="706" y="1442"/>
                </a:lnTo>
                <a:lnTo>
                  <a:pt x="731" y="1452"/>
                </a:lnTo>
                <a:lnTo>
                  <a:pt x="758" y="1461"/>
                </a:lnTo>
                <a:lnTo>
                  <a:pt x="786" y="1471"/>
                </a:lnTo>
                <a:lnTo>
                  <a:pt x="816" y="1480"/>
                </a:lnTo>
                <a:lnTo>
                  <a:pt x="847" y="1489"/>
                </a:lnTo>
                <a:lnTo>
                  <a:pt x="879" y="1497"/>
                </a:lnTo>
                <a:lnTo>
                  <a:pt x="913" y="1505"/>
                </a:lnTo>
                <a:lnTo>
                  <a:pt x="949" y="1513"/>
                </a:lnTo>
                <a:lnTo>
                  <a:pt x="986" y="1520"/>
                </a:lnTo>
                <a:lnTo>
                  <a:pt x="1023" y="1526"/>
                </a:lnTo>
                <a:lnTo>
                  <a:pt x="1064" y="1531"/>
                </a:lnTo>
                <a:lnTo>
                  <a:pt x="1104" y="1536"/>
                </a:lnTo>
                <a:lnTo>
                  <a:pt x="1146" y="1541"/>
                </a:lnTo>
                <a:lnTo>
                  <a:pt x="1188" y="1544"/>
                </a:lnTo>
                <a:lnTo>
                  <a:pt x="1234" y="1547"/>
                </a:lnTo>
                <a:lnTo>
                  <a:pt x="1279" y="1549"/>
                </a:lnTo>
                <a:lnTo>
                  <a:pt x="1325" y="1551"/>
                </a:lnTo>
                <a:lnTo>
                  <a:pt x="1373" y="1551"/>
                </a:lnTo>
                <a:lnTo>
                  <a:pt x="1421" y="1551"/>
                </a:lnTo>
                <a:lnTo>
                  <a:pt x="1467" y="1549"/>
                </a:lnTo>
                <a:lnTo>
                  <a:pt x="1513" y="1547"/>
                </a:lnTo>
                <a:lnTo>
                  <a:pt x="1557" y="1544"/>
                </a:lnTo>
                <a:lnTo>
                  <a:pt x="1601" y="1541"/>
                </a:lnTo>
                <a:lnTo>
                  <a:pt x="1642" y="1536"/>
                </a:lnTo>
                <a:lnTo>
                  <a:pt x="1682" y="1531"/>
                </a:lnTo>
                <a:lnTo>
                  <a:pt x="1722" y="1526"/>
                </a:lnTo>
                <a:lnTo>
                  <a:pt x="1761" y="1520"/>
                </a:lnTo>
                <a:lnTo>
                  <a:pt x="1797" y="1513"/>
                </a:lnTo>
                <a:lnTo>
                  <a:pt x="1833" y="1505"/>
                </a:lnTo>
                <a:lnTo>
                  <a:pt x="1866" y="1497"/>
                </a:lnTo>
                <a:lnTo>
                  <a:pt x="1899" y="1489"/>
                </a:lnTo>
                <a:lnTo>
                  <a:pt x="1929" y="1480"/>
                </a:lnTo>
                <a:lnTo>
                  <a:pt x="1960" y="1471"/>
                </a:lnTo>
                <a:lnTo>
                  <a:pt x="1988" y="1461"/>
                </a:lnTo>
                <a:lnTo>
                  <a:pt x="2015" y="1452"/>
                </a:lnTo>
                <a:lnTo>
                  <a:pt x="2040" y="1442"/>
                </a:lnTo>
                <a:lnTo>
                  <a:pt x="2064" y="1431"/>
                </a:lnTo>
                <a:lnTo>
                  <a:pt x="2086" y="1420"/>
                </a:lnTo>
                <a:lnTo>
                  <a:pt x="2106" y="1409"/>
                </a:lnTo>
                <a:lnTo>
                  <a:pt x="2125" y="1398"/>
                </a:lnTo>
                <a:lnTo>
                  <a:pt x="2142" y="1387"/>
                </a:lnTo>
                <a:lnTo>
                  <a:pt x="2157" y="1376"/>
                </a:lnTo>
                <a:lnTo>
                  <a:pt x="2172" y="1363"/>
                </a:lnTo>
                <a:lnTo>
                  <a:pt x="2183" y="1352"/>
                </a:lnTo>
                <a:lnTo>
                  <a:pt x="2194" y="1341"/>
                </a:lnTo>
                <a:lnTo>
                  <a:pt x="2202" y="1329"/>
                </a:lnTo>
                <a:lnTo>
                  <a:pt x="2208" y="1318"/>
                </a:lnTo>
                <a:lnTo>
                  <a:pt x="2213" y="1307"/>
                </a:lnTo>
                <a:lnTo>
                  <a:pt x="2216" y="1296"/>
                </a:lnTo>
                <a:lnTo>
                  <a:pt x="2217" y="1285"/>
                </a:lnTo>
                <a:lnTo>
                  <a:pt x="2216" y="1274"/>
                </a:lnTo>
                <a:lnTo>
                  <a:pt x="2213" y="1263"/>
                </a:lnTo>
                <a:lnTo>
                  <a:pt x="2208" y="1251"/>
                </a:lnTo>
                <a:lnTo>
                  <a:pt x="2202" y="1240"/>
                </a:lnTo>
                <a:lnTo>
                  <a:pt x="2194" y="1229"/>
                </a:lnTo>
                <a:lnTo>
                  <a:pt x="2183" y="1217"/>
                </a:lnTo>
                <a:lnTo>
                  <a:pt x="2172" y="1206"/>
                </a:lnTo>
                <a:lnTo>
                  <a:pt x="2157" y="1195"/>
                </a:lnTo>
                <a:lnTo>
                  <a:pt x="2142" y="1182"/>
                </a:lnTo>
                <a:lnTo>
                  <a:pt x="2125" y="1171"/>
                </a:lnTo>
                <a:lnTo>
                  <a:pt x="2106" y="1160"/>
                </a:lnTo>
                <a:lnTo>
                  <a:pt x="2086" y="1149"/>
                </a:lnTo>
                <a:lnTo>
                  <a:pt x="2064" y="1138"/>
                </a:lnTo>
                <a:lnTo>
                  <a:pt x="2040" y="1129"/>
                </a:lnTo>
                <a:lnTo>
                  <a:pt x="2015" y="1118"/>
                </a:lnTo>
                <a:lnTo>
                  <a:pt x="1988" y="1108"/>
                </a:lnTo>
                <a:lnTo>
                  <a:pt x="1960" y="1099"/>
                </a:lnTo>
                <a:lnTo>
                  <a:pt x="1929" y="1090"/>
                </a:lnTo>
                <a:lnTo>
                  <a:pt x="1899" y="1081"/>
                </a:lnTo>
                <a:lnTo>
                  <a:pt x="1866" y="1072"/>
                </a:lnTo>
                <a:lnTo>
                  <a:pt x="1833" y="1065"/>
                </a:lnTo>
                <a:lnTo>
                  <a:pt x="1797" y="1058"/>
                </a:lnTo>
                <a:lnTo>
                  <a:pt x="1761" y="1050"/>
                </a:lnTo>
                <a:lnTo>
                  <a:pt x="1722" y="1044"/>
                </a:lnTo>
                <a:lnTo>
                  <a:pt x="1682" y="1038"/>
                </a:lnTo>
                <a:lnTo>
                  <a:pt x="1642" y="1033"/>
                </a:lnTo>
                <a:lnTo>
                  <a:pt x="1601" y="1030"/>
                </a:lnTo>
                <a:lnTo>
                  <a:pt x="1557" y="1026"/>
                </a:lnTo>
                <a:lnTo>
                  <a:pt x="1513" y="1022"/>
                </a:lnTo>
                <a:lnTo>
                  <a:pt x="1467" y="1021"/>
                </a:lnTo>
                <a:lnTo>
                  <a:pt x="1421" y="1020"/>
                </a:lnTo>
                <a:lnTo>
                  <a:pt x="1373" y="1019"/>
                </a:lnTo>
                <a:close/>
                <a:moveTo>
                  <a:pt x="2217" y="1454"/>
                </a:moveTo>
                <a:lnTo>
                  <a:pt x="2217" y="1454"/>
                </a:lnTo>
                <a:lnTo>
                  <a:pt x="2195" y="1470"/>
                </a:lnTo>
                <a:lnTo>
                  <a:pt x="2172" y="1485"/>
                </a:lnTo>
                <a:lnTo>
                  <a:pt x="2146" y="1499"/>
                </a:lnTo>
                <a:lnTo>
                  <a:pt x="2119" y="1513"/>
                </a:lnTo>
                <a:lnTo>
                  <a:pt x="2090" y="1526"/>
                </a:lnTo>
                <a:lnTo>
                  <a:pt x="2059" y="1540"/>
                </a:lnTo>
                <a:lnTo>
                  <a:pt x="2027" y="1552"/>
                </a:lnTo>
                <a:lnTo>
                  <a:pt x="1994" y="1563"/>
                </a:lnTo>
                <a:lnTo>
                  <a:pt x="1994" y="1801"/>
                </a:lnTo>
                <a:lnTo>
                  <a:pt x="2020" y="1791"/>
                </a:lnTo>
                <a:lnTo>
                  <a:pt x="2044" y="1780"/>
                </a:lnTo>
                <a:lnTo>
                  <a:pt x="2068" y="1771"/>
                </a:lnTo>
                <a:lnTo>
                  <a:pt x="2090" y="1760"/>
                </a:lnTo>
                <a:lnTo>
                  <a:pt x="2109" y="1749"/>
                </a:lnTo>
                <a:lnTo>
                  <a:pt x="2128" y="1738"/>
                </a:lnTo>
                <a:lnTo>
                  <a:pt x="2145" y="1727"/>
                </a:lnTo>
                <a:lnTo>
                  <a:pt x="2159" y="1716"/>
                </a:lnTo>
                <a:lnTo>
                  <a:pt x="2173" y="1705"/>
                </a:lnTo>
                <a:lnTo>
                  <a:pt x="2184" y="1694"/>
                </a:lnTo>
                <a:lnTo>
                  <a:pt x="2194" y="1681"/>
                </a:lnTo>
                <a:lnTo>
                  <a:pt x="2202" y="1670"/>
                </a:lnTo>
                <a:lnTo>
                  <a:pt x="2208" y="1659"/>
                </a:lnTo>
                <a:lnTo>
                  <a:pt x="2213" y="1648"/>
                </a:lnTo>
                <a:lnTo>
                  <a:pt x="2216" y="1637"/>
                </a:lnTo>
                <a:lnTo>
                  <a:pt x="2217" y="1626"/>
                </a:lnTo>
                <a:lnTo>
                  <a:pt x="2217" y="1454"/>
                </a:lnTo>
                <a:close/>
                <a:moveTo>
                  <a:pt x="2217" y="4207"/>
                </a:moveTo>
                <a:lnTo>
                  <a:pt x="2217" y="4207"/>
                </a:lnTo>
                <a:lnTo>
                  <a:pt x="2195" y="4223"/>
                </a:lnTo>
                <a:lnTo>
                  <a:pt x="2172" y="4237"/>
                </a:lnTo>
                <a:lnTo>
                  <a:pt x="2146" y="4252"/>
                </a:lnTo>
                <a:lnTo>
                  <a:pt x="2119" y="4267"/>
                </a:lnTo>
                <a:lnTo>
                  <a:pt x="2090" y="4279"/>
                </a:lnTo>
                <a:lnTo>
                  <a:pt x="2059" y="4292"/>
                </a:lnTo>
                <a:lnTo>
                  <a:pt x="2027" y="4304"/>
                </a:lnTo>
                <a:lnTo>
                  <a:pt x="1994" y="4315"/>
                </a:lnTo>
                <a:lnTo>
                  <a:pt x="1994" y="4554"/>
                </a:lnTo>
                <a:lnTo>
                  <a:pt x="2020" y="4544"/>
                </a:lnTo>
                <a:lnTo>
                  <a:pt x="2044" y="4533"/>
                </a:lnTo>
                <a:lnTo>
                  <a:pt x="2068" y="4523"/>
                </a:lnTo>
                <a:lnTo>
                  <a:pt x="2090" y="4512"/>
                </a:lnTo>
                <a:lnTo>
                  <a:pt x="2109" y="4501"/>
                </a:lnTo>
                <a:lnTo>
                  <a:pt x="2128" y="4490"/>
                </a:lnTo>
                <a:lnTo>
                  <a:pt x="2145" y="4479"/>
                </a:lnTo>
                <a:lnTo>
                  <a:pt x="2159" y="4468"/>
                </a:lnTo>
                <a:lnTo>
                  <a:pt x="2173" y="4457"/>
                </a:lnTo>
                <a:lnTo>
                  <a:pt x="2184" y="4446"/>
                </a:lnTo>
                <a:lnTo>
                  <a:pt x="2194" y="4434"/>
                </a:lnTo>
                <a:lnTo>
                  <a:pt x="2202" y="4423"/>
                </a:lnTo>
                <a:lnTo>
                  <a:pt x="2208" y="4412"/>
                </a:lnTo>
                <a:lnTo>
                  <a:pt x="2213" y="4401"/>
                </a:lnTo>
                <a:lnTo>
                  <a:pt x="2216" y="4390"/>
                </a:lnTo>
                <a:lnTo>
                  <a:pt x="2217" y="4379"/>
                </a:lnTo>
                <a:lnTo>
                  <a:pt x="2217" y="4207"/>
                </a:lnTo>
                <a:close/>
                <a:moveTo>
                  <a:pt x="764" y="4558"/>
                </a:moveTo>
                <a:lnTo>
                  <a:pt x="764" y="4319"/>
                </a:lnTo>
                <a:lnTo>
                  <a:pt x="729" y="4308"/>
                </a:lnTo>
                <a:lnTo>
                  <a:pt x="696" y="4296"/>
                </a:lnTo>
                <a:lnTo>
                  <a:pt x="663" y="4282"/>
                </a:lnTo>
                <a:lnTo>
                  <a:pt x="632" y="4269"/>
                </a:lnTo>
                <a:lnTo>
                  <a:pt x="604" y="4254"/>
                </a:lnTo>
                <a:lnTo>
                  <a:pt x="577" y="4238"/>
                </a:lnTo>
                <a:lnTo>
                  <a:pt x="551" y="4223"/>
                </a:lnTo>
                <a:lnTo>
                  <a:pt x="529" y="4207"/>
                </a:lnTo>
                <a:lnTo>
                  <a:pt x="529" y="4379"/>
                </a:lnTo>
                <a:lnTo>
                  <a:pt x="531" y="4390"/>
                </a:lnTo>
                <a:lnTo>
                  <a:pt x="533" y="4402"/>
                </a:lnTo>
                <a:lnTo>
                  <a:pt x="538" y="4413"/>
                </a:lnTo>
                <a:lnTo>
                  <a:pt x="545" y="4424"/>
                </a:lnTo>
                <a:lnTo>
                  <a:pt x="554" y="4436"/>
                </a:lnTo>
                <a:lnTo>
                  <a:pt x="564" y="4448"/>
                </a:lnTo>
                <a:lnTo>
                  <a:pt x="576" y="4460"/>
                </a:lnTo>
                <a:lnTo>
                  <a:pt x="591" y="4471"/>
                </a:lnTo>
                <a:lnTo>
                  <a:pt x="606" y="4483"/>
                </a:lnTo>
                <a:lnTo>
                  <a:pt x="624" y="4494"/>
                </a:lnTo>
                <a:lnTo>
                  <a:pt x="643" y="4505"/>
                </a:lnTo>
                <a:lnTo>
                  <a:pt x="664" y="4516"/>
                </a:lnTo>
                <a:lnTo>
                  <a:pt x="686" y="4527"/>
                </a:lnTo>
                <a:lnTo>
                  <a:pt x="710" y="4538"/>
                </a:lnTo>
                <a:lnTo>
                  <a:pt x="736" y="4548"/>
                </a:lnTo>
                <a:lnTo>
                  <a:pt x="764" y="4558"/>
                </a:lnTo>
                <a:close/>
                <a:moveTo>
                  <a:pt x="1142" y="4635"/>
                </a:moveTo>
                <a:lnTo>
                  <a:pt x="1142" y="4391"/>
                </a:lnTo>
                <a:lnTo>
                  <a:pt x="1069" y="4383"/>
                </a:lnTo>
                <a:lnTo>
                  <a:pt x="998" y="4373"/>
                </a:lnTo>
                <a:lnTo>
                  <a:pt x="928" y="4361"/>
                </a:lnTo>
                <a:lnTo>
                  <a:pt x="862" y="4346"/>
                </a:lnTo>
                <a:lnTo>
                  <a:pt x="862" y="4587"/>
                </a:lnTo>
                <a:lnTo>
                  <a:pt x="924" y="4602"/>
                </a:lnTo>
                <a:lnTo>
                  <a:pt x="993" y="4615"/>
                </a:lnTo>
                <a:lnTo>
                  <a:pt x="1065" y="4626"/>
                </a:lnTo>
                <a:lnTo>
                  <a:pt x="1142" y="4635"/>
                </a:lnTo>
                <a:close/>
                <a:moveTo>
                  <a:pt x="1519" y="4641"/>
                </a:moveTo>
                <a:lnTo>
                  <a:pt x="1519" y="4397"/>
                </a:lnTo>
                <a:lnTo>
                  <a:pt x="1446" y="4400"/>
                </a:lnTo>
                <a:lnTo>
                  <a:pt x="1373" y="4401"/>
                </a:lnTo>
                <a:lnTo>
                  <a:pt x="1306" y="4401"/>
                </a:lnTo>
                <a:lnTo>
                  <a:pt x="1240" y="4397"/>
                </a:lnTo>
                <a:lnTo>
                  <a:pt x="1240" y="4642"/>
                </a:lnTo>
                <a:lnTo>
                  <a:pt x="1305" y="4644"/>
                </a:lnTo>
                <a:lnTo>
                  <a:pt x="1373" y="4646"/>
                </a:lnTo>
                <a:lnTo>
                  <a:pt x="1448" y="4644"/>
                </a:lnTo>
                <a:lnTo>
                  <a:pt x="1519" y="4641"/>
                </a:lnTo>
                <a:close/>
                <a:moveTo>
                  <a:pt x="1616" y="4390"/>
                </a:moveTo>
                <a:lnTo>
                  <a:pt x="1616" y="4633"/>
                </a:lnTo>
                <a:lnTo>
                  <a:pt x="1693" y="4624"/>
                </a:lnTo>
                <a:lnTo>
                  <a:pt x="1766" y="4613"/>
                </a:lnTo>
                <a:lnTo>
                  <a:pt x="1834" y="4599"/>
                </a:lnTo>
                <a:lnTo>
                  <a:pt x="1896" y="4584"/>
                </a:lnTo>
                <a:lnTo>
                  <a:pt x="1896" y="4344"/>
                </a:lnTo>
                <a:lnTo>
                  <a:pt x="1830" y="4358"/>
                </a:lnTo>
                <a:lnTo>
                  <a:pt x="1761" y="4370"/>
                </a:lnTo>
                <a:lnTo>
                  <a:pt x="1690" y="4381"/>
                </a:lnTo>
                <a:lnTo>
                  <a:pt x="1616" y="4390"/>
                </a:lnTo>
                <a:close/>
                <a:moveTo>
                  <a:pt x="1951" y="3661"/>
                </a:moveTo>
                <a:lnTo>
                  <a:pt x="1951" y="3661"/>
                </a:lnTo>
                <a:lnTo>
                  <a:pt x="1931" y="3677"/>
                </a:lnTo>
                <a:lnTo>
                  <a:pt x="1906" y="3693"/>
                </a:lnTo>
                <a:lnTo>
                  <a:pt x="1881" y="3708"/>
                </a:lnTo>
                <a:lnTo>
                  <a:pt x="1854" y="3721"/>
                </a:lnTo>
                <a:lnTo>
                  <a:pt x="1826" y="3735"/>
                </a:lnTo>
                <a:lnTo>
                  <a:pt x="1795" y="3747"/>
                </a:lnTo>
                <a:lnTo>
                  <a:pt x="1763" y="3759"/>
                </a:lnTo>
                <a:lnTo>
                  <a:pt x="1729" y="3770"/>
                </a:lnTo>
                <a:lnTo>
                  <a:pt x="1729" y="4009"/>
                </a:lnTo>
                <a:lnTo>
                  <a:pt x="1756" y="3999"/>
                </a:lnTo>
                <a:lnTo>
                  <a:pt x="1780" y="3989"/>
                </a:lnTo>
                <a:lnTo>
                  <a:pt x="1804" y="3978"/>
                </a:lnTo>
                <a:lnTo>
                  <a:pt x="1824" y="3968"/>
                </a:lnTo>
                <a:lnTo>
                  <a:pt x="1844" y="3957"/>
                </a:lnTo>
                <a:lnTo>
                  <a:pt x="1862" y="3946"/>
                </a:lnTo>
                <a:lnTo>
                  <a:pt x="1879" y="3935"/>
                </a:lnTo>
                <a:lnTo>
                  <a:pt x="1894" y="3924"/>
                </a:lnTo>
                <a:lnTo>
                  <a:pt x="1907" y="3912"/>
                </a:lnTo>
                <a:lnTo>
                  <a:pt x="1920" y="3901"/>
                </a:lnTo>
                <a:lnTo>
                  <a:pt x="1929" y="3890"/>
                </a:lnTo>
                <a:lnTo>
                  <a:pt x="1937" y="3879"/>
                </a:lnTo>
                <a:lnTo>
                  <a:pt x="1944" y="3868"/>
                </a:lnTo>
                <a:lnTo>
                  <a:pt x="1948" y="3856"/>
                </a:lnTo>
                <a:lnTo>
                  <a:pt x="1951" y="3845"/>
                </a:lnTo>
                <a:lnTo>
                  <a:pt x="1951" y="3835"/>
                </a:lnTo>
                <a:lnTo>
                  <a:pt x="1951" y="3661"/>
                </a:lnTo>
                <a:close/>
                <a:moveTo>
                  <a:pt x="2043" y="3883"/>
                </a:moveTo>
                <a:lnTo>
                  <a:pt x="2043" y="3883"/>
                </a:lnTo>
                <a:lnTo>
                  <a:pt x="2036" y="3901"/>
                </a:lnTo>
                <a:lnTo>
                  <a:pt x="2027" y="3919"/>
                </a:lnTo>
                <a:lnTo>
                  <a:pt x="2016" y="3936"/>
                </a:lnTo>
                <a:lnTo>
                  <a:pt x="2003" y="3953"/>
                </a:lnTo>
                <a:lnTo>
                  <a:pt x="1988" y="3971"/>
                </a:lnTo>
                <a:lnTo>
                  <a:pt x="1972" y="3986"/>
                </a:lnTo>
                <a:lnTo>
                  <a:pt x="1953" y="4002"/>
                </a:lnTo>
                <a:lnTo>
                  <a:pt x="1933" y="4017"/>
                </a:lnTo>
                <a:lnTo>
                  <a:pt x="1911" y="4032"/>
                </a:lnTo>
                <a:lnTo>
                  <a:pt x="1888" y="4045"/>
                </a:lnTo>
                <a:lnTo>
                  <a:pt x="1862" y="4059"/>
                </a:lnTo>
                <a:lnTo>
                  <a:pt x="1837" y="4071"/>
                </a:lnTo>
                <a:lnTo>
                  <a:pt x="1808" y="4083"/>
                </a:lnTo>
                <a:lnTo>
                  <a:pt x="1779" y="4095"/>
                </a:lnTo>
                <a:lnTo>
                  <a:pt x="1749" y="4105"/>
                </a:lnTo>
                <a:lnTo>
                  <a:pt x="1717" y="4116"/>
                </a:lnTo>
                <a:lnTo>
                  <a:pt x="1685" y="4126"/>
                </a:lnTo>
                <a:lnTo>
                  <a:pt x="1651" y="4134"/>
                </a:lnTo>
                <a:lnTo>
                  <a:pt x="1616" y="4143"/>
                </a:lnTo>
                <a:lnTo>
                  <a:pt x="1581" y="4152"/>
                </a:lnTo>
                <a:lnTo>
                  <a:pt x="1544" y="4159"/>
                </a:lnTo>
                <a:lnTo>
                  <a:pt x="1506" y="4166"/>
                </a:lnTo>
                <a:lnTo>
                  <a:pt x="1431" y="4177"/>
                </a:lnTo>
                <a:lnTo>
                  <a:pt x="1352" y="4186"/>
                </a:lnTo>
                <a:lnTo>
                  <a:pt x="1272" y="4193"/>
                </a:lnTo>
                <a:lnTo>
                  <a:pt x="1190" y="4197"/>
                </a:lnTo>
                <a:lnTo>
                  <a:pt x="1108" y="4198"/>
                </a:lnTo>
                <a:lnTo>
                  <a:pt x="1044" y="4197"/>
                </a:lnTo>
                <a:lnTo>
                  <a:pt x="979" y="4194"/>
                </a:lnTo>
                <a:lnTo>
                  <a:pt x="916" y="4191"/>
                </a:lnTo>
                <a:lnTo>
                  <a:pt x="853" y="4186"/>
                </a:lnTo>
                <a:lnTo>
                  <a:pt x="791" y="4178"/>
                </a:lnTo>
                <a:lnTo>
                  <a:pt x="731" y="4169"/>
                </a:lnTo>
                <a:lnTo>
                  <a:pt x="673" y="4159"/>
                </a:lnTo>
                <a:lnTo>
                  <a:pt x="615" y="4147"/>
                </a:lnTo>
                <a:lnTo>
                  <a:pt x="641" y="4163"/>
                </a:lnTo>
                <a:lnTo>
                  <a:pt x="670" y="4177"/>
                </a:lnTo>
                <a:lnTo>
                  <a:pt x="702" y="4192"/>
                </a:lnTo>
                <a:lnTo>
                  <a:pt x="737" y="4207"/>
                </a:lnTo>
                <a:lnTo>
                  <a:pt x="776" y="4220"/>
                </a:lnTo>
                <a:lnTo>
                  <a:pt x="817" y="4234"/>
                </a:lnTo>
                <a:lnTo>
                  <a:pt x="861" y="4246"/>
                </a:lnTo>
                <a:lnTo>
                  <a:pt x="907" y="4257"/>
                </a:lnTo>
                <a:lnTo>
                  <a:pt x="957" y="4267"/>
                </a:lnTo>
                <a:lnTo>
                  <a:pt x="1010" y="4276"/>
                </a:lnTo>
                <a:lnTo>
                  <a:pt x="1064" y="4284"/>
                </a:lnTo>
                <a:lnTo>
                  <a:pt x="1121" y="4291"/>
                </a:lnTo>
                <a:lnTo>
                  <a:pt x="1181" y="4296"/>
                </a:lnTo>
                <a:lnTo>
                  <a:pt x="1242" y="4301"/>
                </a:lnTo>
                <a:lnTo>
                  <a:pt x="1307" y="4303"/>
                </a:lnTo>
                <a:lnTo>
                  <a:pt x="1373" y="4303"/>
                </a:lnTo>
                <a:lnTo>
                  <a:pt x="1421" y="4303"/>
                </a:lnTo>
                <a:lnTo>
                  <a:pt x="1467" y="4302"/>
                </a:lnTo>
                <a:lnTo>
                  <a:pt x="1513" y="4300"/>
                </a:lnTo>
                <a:lnTo>
                  <a:pt x="1557" y="4297"/>
                </a:lnTo>
                <a:lnTo>
                  <a:pt x="1601" y="4293"/>
                </a:lnTo>
                <a:lnTo>
                  <a:pt x="1642" y="4289"/>
                </a:lnTo>
                <a:lnTo>
                  <a:pt x="1682" y="4284"/>
                </a:lnTo>
                <a:lnTo>
                  <a:pt x="1722" y="4279"/>
                </a:lnTo>
                <a:lnTo>
                  <a:pt x="1761" y="4273"/>
                </a:lnTo>
                <a:lnTo>
                  <a:pt x="1797" y="4265"/>
                </a:lnTo>
                <a:lnTo>
                  <a:pt x="1833" y="4258"/>
                </a:lnTo>
                <a:lnTo>
                  <a:pt x="1866" y="4251"/>
                </a:lnTo>
                <a:lnTo>
                  <a:pt x="1899" y="4242"/>
                </a:lnTo>
                <a:lnTo>
                  <a:pt x="1931" y="4234"/>
                </a:lnTo>
                <a:lnTo>
                  <a:pt x="1960" y="4224"/>
                </a:lnTo>
                <a:lnTo>
                  <a:pt x="1988" y="4214"/>
                </a:lnTo>
                <a:lnTo>
                  <a:pt x="2015" y="4204"/>
                </a:lnTo>
                <a:lnTo>
                  <a:pt x="2040" y="4194"/>
                </a:lnTo>
                <a:lnTo>
                  <a:pt x="2064" y="4183"/>
                </a:lnTo>
                <a:lnTo>
                  <a:pt x="2086" y="4172"/>
                </a:lnTo>
                <a:lnTo>
                  <a:pt x="2106" y="4161"/>
                </a:lnTo>
                <a:lnTo>
                  <a:pt x="2125" y="4150"/>
                </a:lnTo>
                <a:lnTo>
                  <a:pt x="2142" y="4139"/>
                </a:lnTo>
                <a:lnTo>
                  <a:pt x="2157" y="4128"/>
                </a:lnTo>
                <a:lnTo>
                  <a:pt x="2172" y="4117"/>
                </a:lnTo>
                <a:lnTo>
                  <a:pt x="2183" y="4105"/>
                </a:lnTo>
                <a:lnTo>
                  <a:pt x="2194" y="4094"/>
                </a:lnTo>
                <a:lnTo>
                  <a:pt x="2202" y="4082"/>
                </a:lnTo>
                <a:lnTo>
                  <a:pt x="2208" y="4071"/>
                </a:lnTo>
                <a:lnTo>
                  <a:pt x="2213" y="4060"/>
                </a:lnTo>
                <a:lnTo>
                  <a:pt x="2216" y="4049"/>
                </a:lnTo>
                <a:lnTo>
                  <a:pt x="2217" y="4038"/>
                </a:lnTo>
                <a:lnTo>
                  <a:pt x="2216" y="4028"/>
                </a:lnTo>
                <a:lnTo>
                  <a:pt x="2214" y="4018"/>
                </a:lnTo>
                <a:lnTo>
                  <a:pt x="2211" y="4009"/>
                </a:lnTo>
                <a:lnTo>
                  <a:pt x="2206" y="3999"/>
                </a:lnTo>
                <a:lnTo>
                  <a:pt x="2200" y="3989"/>
                </a:lnTo>
                <a:lnTo>
                  <a:pt x="2191" y="3979"/>
                </a:lnTo>
                <a:lnTo>
                  <a:pt x="2183" y="3969"/>
                </a:lnTo>
                <a:lnTo>
                  <a:pt x="2172" y="3960"/>
                </a:lnTo>
                <a:lnTo>
                  <a:pt x="2161" y="3950"/>
                </a:lnTo>
                <a:lnTo>
                  <a:pt x="2147" y="3940"/>
                </a:lnTo>
                <a:lnTo>
                  <a:pt x="2132" y="3929"/>
                </a:lnTo>
                <a:lnTo>
                  <a:pt x="2118" y="3920"/>
                </a:lnTo>
                <a:lnTo>
                  <a:pt x="2082" y="3901"/>
                </a:lnTo>
                <a:lnTo>
                  <a:pt x="2043" y="3883"/>
                </a:lnTo>
                <a:close/>
                <a:moveTo>
                  <a:pt x="499" y="4013"/>
                </a:moveTo>
                <a:lnTo>
                  <a:pt x="499" y="3775"/>
                </a:lnTo>
                <a:lnTo>
                  <a:pt x="463" y="3763"/>
                </a:lnTo>
                <a:lnTo>
                  <a:pt x="430" y="3750"/>
                </a:lnTo>
                <a:lnTo>
                  <a:pt x="399" y="3737"/>
                </a:lnTo>
                <a:lnTo>
                  <a:pt x="368" y="3724"/>
                </a:lnTo>
                <a:lnTo>
                  <a:pt x="339" y="3709"/>
                </a:lnTo>
                <a:lnTo>
                  <a:pt x="312" y="3694"/>
                </a:lnTo>
                <a:lnTo>
                  <a:pt x="287" y="3678"/>
                </a:lnTo>
                <a:lnTo>
                  <a:pt x="264" y="3661"/>
                </a:lnTo>
                <a:lnTo>
                  <a:pt x="264" y="3835"/>
                </a:lnTo>
                <a:lnTo>
                  <a:pt x="265" y="3846"/>
                </a:lnTo>
                <a:lnTo>
                  <a:pt x="268" y="3857"/>
                </a:lnTo>
                <a:lnTo>
                  <a:pt x="273" y="3868"/>
                </a:lnTo>
                <a:lnTo>
                  <a:pt x="280" y="3880"/>
                </a:lnTo>
                <a:lnTo>
                  <a:pt x="289" y="3891"/>
                </a:lnTo>
                <a:lnTo>
                  <a:pt x="300" y="3903"/>
                </a:lnTo>
                <a:lnTo>
                  <a:pt x="312" y="3914"/>
                </a:lnTo>
                <a:lnTo>
                  <a:pt x="325" y="3927"/>
                </a:lnTo>
                <a:lnTo>
                  <a:pt x="341" y="3938"/>
                </a:lnTo>
                <a:lnTo>
                  <a:pt x="358" y="3949"/>
                </a:lnTo>
                <a:lnTo>
                  <a:pt x="378" y="3961"/>
                </a:lnTo>
                <a:lnTo>
                  <a:pt x="399" y="3972"/>
                </a:lnTo>
                <a:lnTo>
                  <a:pt x="422" y="3983"/>
                </a:lnTo>
                <a:lnTo>
                  <a:pt x="446" y="3993"/>
                </a:lnTo>
                <a:lnTo>
                  <a:pt x="472" y="4004"/>
                </a:lnTo>
                <a:lnTo>
                  <a:pt x="499" y="4013"/>
                </a:lnTo>
                <a:close/>
                <a:moveTo>
                  <a:pt x="877" y="4089"/>
                </a:moveTo>
                <a:lnTo>
                  <a:pt x="877" y="3846"/>
                </a:lnTo>
                <a:lnTo>
                  <a:pt x="803" y="3839"/>
                </a:lnTo>
                <a:lnTo>
                  <a:pt x="732" y="3828"/>
                </a:lnTo>
                <a:lnTo>
                  <a:pt x="664" y="3815"/>
                </a:lnTo>
                <a:lnTo>
                  <a:pt x="597" y="3801"/>
                </a:lnTo>
                <a:lnTo>
                  <a:pt x="597" y="4043"/>
                </a:lnTo>
                <a:lnTo>
                  <a:pt x="660" y="4057"/>
                </a:lnTo>
                <a:lnTo>
                  <a:pt x="728" y="4070"/>
                </a:lnTo>
                <a:lnTo>
                  <a:pt x="800" y="4081"/>
                </a:lnTo>
                <a:lnTo>
                  <a:pt x="877" y="4089"/>
                </a:lnTo>
                <a:close/>
                <a:moveTo>
                  <a:pt x="1255" y="4097"/>
                </a:moveTo>
                <a:lnTo>
                  <a:pt x="1255" y="3852"/>
                </a:lnTo>
                <a:lnTo>
                  <a:pt x="1181" y="3856"/>
                </a:lnTo>
                <a:lnTo>
                  <a:pt x="1108" y="3857"/>
                </a:lnTo>
                <a:lnTo>
                  <a:pt x="1042" y="3856"/>
                </a:lnTo>
                <a:lnTo>
                  <a:pt x="975" y="3853"/>
                </a:lnTo>
                <a:lnTo>
                  <a:pt x="975" y="4097"/>
                </a:lnTo>
                <a:lnTo>
                  <a:pt x="1041" y="4099"/>
                </a:lnTo>
                <a:lnTo>
                  <a:pt x="1108" y="4100"/>
                </a:lnTo>
                <a:lnTo>
                  <a:pt x="1182" y="4099"/>
                </a:lnTo>
                <a:lnTo>
                  <a:pt x="1255" y="4097"/>
                </a:lnTo>
                <a:close/>
                <a:moveTo>
                  <a:pt x="1352" y="3845"/>
                </a:moveTo>
                <a:lnTo>
                  <a:pt x="1352" y="4088"/>
                </a:lnTo>
                <a:lnTo>
                  <a:pt x="1429" y="4079"/>
                </a:lnTo>
                <a:lnTo>
                  <a:pt x="1502" y="4068"/>
                </a:lnTo>
                <a:lnTo>
                  <a:pt x="1569" y="4055"/>
                </a:lnTo>
                <a:lnTo>
                  <a:pt x="1631" y="4039"/>
                </a:lnTo>
                <a:lnTo>
                  <a:pt x="1631" y="3798"/>
                </a:lnTo>
                <a:lnTo>
                  <a:pt x="1565" y="3813"/>
                </a:lnTo>
                <a:lnTo>
                  <a:pt x="1497" y="3826"/>
                </a:lnTo>
                <a:lnTo>
                  <a:pt x="1426" y="3836"/>
                </a:lnTo>
                <a:lnTo>
                  <a:pt x="1352" y="3845"/>
                </a:lnTo>
                <a:close/>
                <a:moveTo>
                  <a:pt x="2393" y="3117"/>
                </a:moveTo>
                <a:lnTo>
                  <a:pt x="2393" y="3117"/>
                </a:lnTo>
                <a:lnTo>
                  <a:pt x="2371" y="3133"/>
                </a:lnTo>
                <a:lnTo>
                  <a:pt x="2348" y="3148"/>
                </a:lnTo>
                <a:lnTo>
                  <a:pt x="2322" y="3162"/>
                </a:lnTo>
                <a:lnTo>
                  <a:pt x="2295" y="3176"/>
                </a:lnTo>
                <a:lnTo>
                  <a:pt x="2266" y="3189"/>
                </a:lnTo>
                <a:lnTo>
                  <a:pt x="2235" y="3203"/>
                </a:lnTo>
                <a:lnTo>
                  <a:pt x="2203" y="3215"/>
                </a:lnTo>
                <a:lnTo>
                  <a:pt x="2170" y="3226"/>
                </a:lnTo>
                <a:lnTo>
                  <a:pt x="2170" y="3464"/>
                </a:lnTo>
                <a:lnTo>
                  <a:pt x="2196" y="3455"/>
                </a:lnTo>
                <a:lnTo>
                  <a:pt x="2220" y="3444"/>
                </a:lnTo>
                <a:lnTo>
                  <a:pt x="2244" y="3434"/>
                </a:lnTo>
                <a:lnTo>
                  <a:pt x="2266" y="3423"/>
                </a:lnTo>
                <a:lnTo>
                  <a:pt x="2285" y="3412"/>
                </a:lnTo>
                <a:lnTo>
                  <a:pt x="2304" y="3401"/>
                </a:lnTo>
                <a:lnTo>
                  <a:pt x="2321" y="3390"/>
                </a:lnTo>
                <a:lnTo>
                  <a:pt x="2335" y="3379"/>
                </a:lnTo>
                <a:lnTo>
                  <a:pt x="2349" y="3368"/>
                </a:lnTo>
                <a:lnTo>
                  <a:pt x="2360" y="3357"/>
                </a:lnTo>
                <a:lnTo>
                  <a:pt x="2370" y="3344"/>
                </a:lnTo>
                <a:lnTo>
                  <a:pt x="2378" y="3333"/>
                </a:lnTo>
                <a:lnTo>
                  <a:pt x="2384" y="3322"/>
                </a:lnTo>
                <a:lnTo>
                  <a:pt x="2389" y="3311"/>
                </a:lnTo>
                <a:lnTo>
                  <a:pt x="2392" y="3300"/>
                </a:lnTo>
                <a:lnTo>
                  <a:pt x="2393" y="3289"/>
                </a:lnTo>
                <a:lnTo>
                  <a:pt x="2393" y="3117"/>
                </a:lnTo>
                <a:close/>
                <a:moveTo>
                  <a:pt x="940" y="3468"/>
                </a:moveTo>
                <a:lnTo>
                  <a:pt x="940" y="3230"/>
                </a:lnTo>
                <a:lnTo>
                  <a:pt x="905" y="3219"/>
                </a:lnTo>
                <a:lnTo>
                  <a:pt x="872" y="3205"/>
                </a:lnTo>
                <a:lnTo>
                  <a:pt x="839" y="3193"/>
                </a:lnTo>
                <a:lnTo>
                  <a:pt x="808" y="3178"/>
                </a:lnTo>
                <a:lnTo>
                  <a:pt x="780" y="3165"/>
                </a:lnTo>
                <a:lnTo>
                  <a:pt x="753" y="3149"/>
                </a:lnTo>
                <a:lnTo>
                  <a:pt x="728" y="3133"/>
                </a:lnTo>
                <a:lnTo>
                  <a:pt x="706" y="3117"/>
                </a:lnTo>
                <a:lnTo>
                  <a:pt x="706" y="3289"/>
                </a:lnTo>
                <a:lnTo>
                  <a:pt x="707" y="3300"/>
                </a:lnTo>
                <a:lnTo>
                  <a:pt x="709" y="3311"/>
                </a:lnTo>
                <a:lnTo>
                  <a:pt x="714" y="3324"/>
                </a:lnTo>
                <a:lnTo>
                  <a:pt x="721" y="3335"/>
                </a:lnTo>
                <a:lnTo>
                  <a:pt x="730" y="3347"/>
                </a:lnTo>
                <a:lnTo>
                  <a:pt x="740" y="3358"/>
                </a:lnTo>
                <a:lnTo>
                  <a:pt x="752" y="3370"/>
                </a:lnTo>
                <a:lnTo>
                  <a:pt x="767" y="3381"/>
                </a:lnTo>
                <a:lnTo>
                  <a:pt x="783" y="3393"/>
                </a:lnTo>
                <a:lnTo>
                  <a:pt x="800" y="3404"/>
                </a:lnTo>
                <a:lnTo>
                  <a:pt x="819" y="3415"/>
                </a:lnTo>
                <a:lnTo>
                  <a:pt x="840" y="3426"/>
                </a:lnTo>
                <a:lnTo>
                  <a:pt x="862" y="3437"/>
                </a:lnTo>
                <a:lnTo>
                  <a:pt x="886" y="3448"/>
                </a:lnTo>
                <a:lnTo>
                  <a:pt x="912" y="3458"/>
                </a:lnTo>
                <a:lnTo>
                  <a:pt x="940" y="3468"/>
                </a:lnTo>
                <a:close/>
                <a:moveTo>
                  <a:pt x="1318" y="3545"/>
                </a:moveTo>
                <a:lnTo>
                  <a:pt x="1318" y="3302"/>
                </a:lnTo>
                <a:lnTo>
                  <a:pt x="1245" y="3293"/>
                </a:lnTo>
                <a:lnTo>
                  <a:pt x="1174" y="3283"/>
                </a:lnTo>
                <a:lnTo>
                  <a:pt x="1104" y="3271"/>
                </a:lnTo>
                <a:lnTo>
                  <a:pt x="1038" y="3256"/>
                </a:lnTo>
                <a:lnTo>
                  <a:pt x="1038" y="3497"/>
                </a:lnTo>
                <a:lnTo>
                  <a:pt x="1100" y="3512"/>
                </a:lnTo>
                <a:lnTo>
                  <a:pt x="1169" y="3525"/>
                </a:lnTo>
                <a:lnTo>
                  <a:pt x="1241" y="3536"/>
                </a:lnTo>
                <a:lnTo>
                  <a:pt x="1318" y="3545"/>
                </a:lnTo>
                <a:close/>
                <a:moveTo>
                  <a:pt x="1695" y="3551"/>
                </a:moveTo>
                <a:lnTo>
                  <a:pt x="1695" y="3308"/>
                </a:lnTo>
                <a:lnTo>
                  <a:pt x="1623" y="3310"/>
                </a:lnTo>
                <a:lnTo>
                  <a:pt x="1549" y="3311"/>
                </a:lnTo>
                <a:lnTo>
                  <a:pt x="1482" y="3311"/>
                </a:lnTo>
                <a:lnTo>
                  <a:pt x="1416" y="3308"/>
                </a:lnTo>
                <a:lnTo>
                  <a:pt x="1416" y="3552"/>
                </a:lnTo>
                <a:lnTo>
                  <a:pt x="1481" y="3555"/>
                </a:lnTo>
                <a:lnTo>
                  <a:pt x="1549" y="3556"/>
                </a:lnTo>
                <a:lnTo>
                  <a:pt x="1624" y="3555"/>
                </a:lnTo>
                <a:lnTo>
                  <a:pt x="1695" y="3551"/>
                </a:lnTo>
                <a:close/>
                <a:moveTo>
                  <a:pt x="1793" y="3300"/>
                </a:moveTo>
                <a:lnTo>
                  <a:pt x="1793" y="3544"/>
                </a:lnTo>
                <a:lnTo>
                  <a:pt x="1870" y="3534"/>
                </a:lnTo>
                <a:lnTo>
                  <a:pt x="1942" y="3523"/>
                </a:lnTo>
                <a:lnTo>
                  <a:pt x="2010" y="3510"/>
                </a:lnTo>
                <a:lnTo>
                  <a:pt x="2073" y="3495"/>
                </a:lnTo>
                <a:lnTo>
                  <a:pt x="2073" y="3253"/>
                </a:lnTo>
                <a:lnTo>
                  <a:pt x="2006" y="3269"/>
                </a:lnTo>
                <a:lnTo>
                  <a:pt x="1937" y="3281"/>
                </a:lnTo>
                <a:lnTo>
                  <a:pt x="1866" y="3292"/>
                </a:lnTo>
                <a:lnTo>
                  <a:pt x="1793" y="3300"/>
                </a:lnTo>
                <a:close/>
                <a:moveTo>
                  <a:pt x="2217" y="2544"/>
                </a:moveTo>
                <a:lnTo>
                  <a:pt x="2217" y="2544"/>
                </a:lnTo>
                <a:lnTo>
                  <a:pt x="2195" y="2559"/>
                </a:lnTo>
                <a:lnTo>
                  <a:pt x="2172" y="2574"/>
                </a:lnTo>
                <a:lnTo>
                  <a:pt x="2146" y="2589"/>
                </a:lnTo>
                <a:lnTo>
                  <a:pt x="2119" y="2603"/>
                </a:lnTo>
                <a:lnTo>
                  <a:pt x="2090" y="2616"/>
                </a:lnTo>
                <a:lnTo>
                  <a:pt x="2059" y="2629"/>
                </a:lnTo>
                <a:lnTo>
                  <a:pt x="2027" y="2641"/>
                </a:lnTo>
                <a:lnTo>
                  <a:pt x="1994" y="2652"/>
                </a:lnTo>
                <a:lnTo>
                  <a:pt x="1994" y="2891"/>
                </a:lnTo>
                <a:lnTo>
                  <a:pt x="2020" y="2881"/>
                </a:lnTo>
                <a:lnTo>
                  <a:pt x="2044" y="2870"/>
                </a:lnTo>
                <a:lnTo>
                  <a:pt x="2068" y="2860"/>
                </a:lnTo>
                <a:lnTo>
                  <a:pt x="2090" y="2849"/>
                </a:lnTo>
                <a:lnTo>
                  <a:pt x="2109" y="2838"/>
                </a:lnTo>
                <a:lnTo>
                  <a:pt x="2128" y="2827"/>
                </a:lnTo>
                <a:lnTo>
                  <a:pt x="2145" y="2816"/>
                </a:lnTo>
                <a:lnTo>
                  <a:pt x="2159" y="2805"/>
                </a:lnTo>
                <a:lnTo>
                  <a:pt x="2173" y="2794"/>
                </a:lnTo>
                <a:lnTo>
                  <a:pt x="2184" y="2783"/>
                </a:lnTo>
                <a:lnTo>
                  <a:pt x="2194" y="2771"/>
                </a:lnTo>
                <a:lnTo>
                  <a:pt x="2202" y="2760"/>
                </a:lnTo>
                <a:lnTo>
                  <a:pt x="2208" y="2749"/>
                </a:lnTo>
                <a:lnTo>
                  <a:pt x="2213" y="2738"/>
                </a:lnTo>
                <a:lnTo>
                  <a:pt x="2216" y="2727"/>
                </a:lnTo>
                <a:lnTo>
                  <a:pt x="2217" y="2716"/>
                </a:lnTo>
                <a:lnTo>
                  <a:pt x="2217" y="2544"/>
                </a:lnTo>
                <a:close/>
                <a:moveTo>
                  <a:pt x="2279" y="2822"/>
                </a:moveTo>
                <a:lnTo>
                  <a:pt x="2279" y="2822"/>
                </a:lnTo>
                <a:lnTo>
                  <a:pt x="2267" y="2837"/>
                </a:lnTo>
                <a:lnTo>
                  <a:pt x="2253" y="2852"/>
                </a:lnTo>
                <a:lnTo>
                  <a:pt x="2239" y="2866"/>
                </a:lnTo>
                <a:lnTo>
                  <a:pt x="2222" y="2881"/>
                </a:lnTo>
                <a:lnTo>
                  <a:pt x="2205" y="2894"/>
                </a:lnTo>
                <a:lnTo>
                  <a:pt x="2185" y="2907"/>
                </a:lnTo>
                <a:lnTo>
                  <a:pt x="2164" y="2920"/>
                </a:lnTo>
                <a:lnTo>
                  <a:pt x="2142" y="2932"/>
                </a:lnTo>
                <a:lnTo>
                  <a:pt x="2120" y="2943"/>
                </a:lnTo>
                <a:lnTo>
                  <a:pt x="2096" y="2956"/>
                </a:lnTo>
                <a:lnTo>
                  <a:pt x="2070" y="2967"/>
                </a:lnTo>
                <a:lnTo>
                  <a:pt x="2044" y="2976"/>
                </a:lnTo>
                <a:lnTo>
                  <a:pt x="2016" y="2986"/>
                </a:lnTo>
                <a:lnTo>
                  <a:pt x="1988" y="2996"/>
                </a:lnTo>
                <a:lnTo>
                  <a:pt x="1929" y="3013"/>
                </a:lnTo>
                <a:lnTo>
                  <a:pt x="1867" y="3029"/>
                </a:lnTo>
                <a:lnTo>
                  <a:pt x="1801" y="3042"/>
                </a:lnTo>
                <a:lnTo>
                  <a:pt x="1734" y="3053"/>
                </a:lnTo>
                <a:lnTo>
                  <a:pt x="1664" y="3063"/>
                </a:lnTo>
                <a:lnTo>
                  <a:pt x="1593" y="3071"/>
                </a:lnTo>
                <a:lnTo>
                  <a:pt x="1520" y="3075"/>
                </a:lnTo>
                <a:lnTo>
                  <a:pt x="1446" y="3079"/>
                </a:lnTo>
                <a:lnTo>
                  <a:pt x="1373" y="3080"/>
                </a:lnTo>
                <a:lnTo>
                  <a:pt x="1328" y="3079"/>
                </a:lnTo>
                <a:lnTo>
                  <a:pt x="1283" y="3078"/>
                </a:lnTo>
                <a:lnTo>
                  <a:pt x="1237" y="3077"/>
                </a:lnTo>
                <a:lnTo>
                  <a:pt x="1193" y="3073"/>
                </a:lnTo>
                <a:lnTo>
                  <a:pt x="1149" y="3071"/>
                </a:lnTo>
                <a:lnTo>
                  <a:pt x="1105" y="3066"/>
                </a:lnTo>
                <a:lnTo>
                  <a:pt x="1063" y="3061"/>
                </a:lnTo>
                <a:lnTo>
                  <a:pt x="1020" y="3055"/>
                </a:lnTo>
                <a:lnTo>
                  <a:pt x="978" y="3049"/>
                </a:lnTo>
                <a:lnTo>
                  <a:pt x="937" y="3040"/>
                </a:lnTo>
                <a:lnTo>
                  <a:pt x="896" y="3033"/>
                </a:lnTo>
                <a:lnTo>
                  <a:pt x="857" y="3024"/>
                </a:lnTo>
                <a:lnTo>
                  <a:pt x="819" y="3014"/>
                </a:lnTo>
                <a:lnTo>
                  <a:pt x="783" y="3003"/>
                </a:lnTo>
                <a:lnTo>
                  <a:pt x="747" y="2992"/>
                </a:lnTo>
                <a:lnTo>
                  <a:pt x="713" y="2980"/>
                </a:lnTo>
                <a:lnTo>
                  <a:pt x="719" y="2991"/>
                </a:lnTo>
                <a:lnTo>
                  <a:pt x="726" y="3001"/>
                </a:lnTo>
                <a:lnTo>
                  <a:pt x="735" y="3012"/>
                </a:lnTo>
                <a:lnTo>
                  <a:pt x="746" y="3022"/>
                </a:lnTo>
                <a:lnTo>
                  <a:pt x="757" y="3033"/>
                </a:lnTo>
                <a:lnTo>
                  <a:pt x="770" y="3042"/>
                </a:lnTo>
                <a:lnTo>
                  <a:pt x="785" y="3053"/>
                </a:lnTo>
                <a:lnTo>
                  <a:pt x="801" y="3063"/>
                </a:lnTo>
                <a:lnTo>
                  <a:pt x="818" y="3073"/>
                </a:lnTo>
                <a:lnTo>
                  <a:pt x="836" y="3083"/>
                </a:lnTo>
                <a:lnTo>
                  <a:pt x="857" y="3093"/>
                </a:lnTo>
                <a:lnTo>
                  <a:pt x="878" y="3102"/>
                </a:lnTo>
                <a:lnTo>
                  <a:pt x="924" y="3121"/>
                </a:lnTo>
                <a:lnTo>
                  <a:pt x="976" y="3139"/>
                </a:lnTo>
                <a:lnTo>
                  <a:pt x="1032" y="3155"/>
                </a:lnTo>
                <a:lnTo>
                  <a:pt x="1093" y="3170"/>
                </a:lnTo>
                <a:lnTo>
                  <a:pt x="1159" y="3182"/>
                </a:lnTo>
                <a:lnTo>
                  <a:pt x="1229" y="3193"/>
                </a:lnTo>
                <a:lnTo>
                  <a:pt x="1303" y="3201"/>
                </a:lnTo>
                <a:lnTo>
                  <a:pt x="1382" y="3209"/>
                </a:lnTo>
                <a:lnTo>
                  <a:pt x="1464" y="3212"/>
                </a:lnTo>
                <a:lnTo>
                  <a:pt x="1549" y="3214"/>
                </a:lnTo>
                <a:lnTo>
                  <a:pt x="1597" y="3214"/>
                </a:lnTo>
                <a:lnTo>
                  <a:pt x="1643" y="3212"/>
                </a:lnTo>
                <a:lnTo>
                  <a:pt x="1689" y="3210"/>
                </a:lnTo>
                <a:lnTo>
                  <a:pt x="1733" y="3208"/>
                </a:lnTo>
                <a:lnTo>
                  <a:pt x="1777" y="3204"/>
                </a:lnTo>
                <a:lnTo>
                  <a:pt x="1818" y="3199"/>
                </a:lnTo>
                <a:lnTo>
                  <a:pt x="1859" y="3194"/>
                </a:lnTo>
                <a:lnTo>
                  <a:pt x="1898" y="3189"/>
                </a:lnTo>
                <a:lnTo>
                  <a:pt x="1937" y="3183"/>
                </a:lnTo>
                <a:lnTo>
                  <a:pt x="1973" y="3176"/>
                </a:lnTo>
                <a:lnTo>
                  <a:pt x="2009" y="3168"/>
                </a:lnTo>
                <a:lnTo>
                  <a:pt x="2042" y="3160"/>
                </a:lnTo>
                <a:lnTo>
                  <a:pt x="2075" y="3153"/>
                </a:lnTo>
                <a:lnTo>
                  <a:pt x="2107" y="3143"/>
                </a:lnTo>
                <a:lnTo>
                  <a:pt x="2136" y="3134"/>
                </a:lnTo>
                <a:lnTo>
                  <a:pt x="2164" y="3124"/>
                </a:lnTo>
                <a:lnTo>
                  <a:pt x="2191" y="3115"/>
                </a:lnTo>
                <a:lnTo>
                  <a:pt x="2216" y="3105"/>
                </a:lnTo>
                <a:lnTo>
                  <a:pt x="2240" y="3094"/>
                </a:lnTo>
                <a:lnTo>
                  <a:pt x="2262" y="3083"/>
                </a:lnTo>
                <a:lnTo>
                  <a:pt x="2282" y="3072"/>
                </a:lnTo>
                <a:lnTo>
                  <a:pt x="2301" y="3061"/>
                </a:lnTo>
                <a:lnTo>
                  <a:pt x="2318" y="3050"/>
                </a:lnTo>
                <a:lnTo>
                  <a:pt x="2333" y="3039"/>
                </a:lnTo>
                <a:lnTo>
                  <a:pt x="2348" y="3027"/>
                </a:lnTo>
                <a:lnTo>
                  <a:pt x="2359" y="3016"/>
                </a:lnTo>
                <a:lnTo>
                  <a:pt x="2370" y="3005"/>
                </a:lnTo>
                <a:lnTo>
                  <a:pt x="2378" y="2992"/>
                </a:lnTo>
                <a:lnTo>
                  <a:pt x="2384" y="2981"/>
                </a:lnTo>
                <a:lnTo>
                  <a:pt x="2389" y="2970"/>
                </a:lnTo>
                <a:lnTo>
                  <a:pt x="2392" y="2959"/>
                </a:lnTo>
                <a:lnTo>
                  <a:pt x="2393" y="2948"/>
                </a:lnTo>
                <a:lnTo>
                  <a:pt x="2393" y="2941"/>
                </a:lnTo>
                <a:lnTo>
                  <a:pt x="2392" y="2932"/>
                </a:lnTo>
                <a:lnTo>
                  <a:pt x="2389" y="2925"/>
                </a:lnTo>
                <a:lnTo>
                  <a:pt x="2386" y="2916"/>
                </a:lnTo>
                <a:lnTo>
                  <a:pt x="2382" y="2909"/>
                </a:lnTo>
                <a:lnTo>
                  <a:pt x="2377" y="2901"/>
                </a:lnTo>
                <a:lnTo>
                  <a:pt x="2364" y="2885"/>
                </a:lnTo>
                <a:lnTo>
                  <a:pt x="2348" y="2869"/>
                </a:lnTo>
                <a:lnTo>
                  <a:pt x="2328" y="2853"/>
                </a:lnTo>
                <a:lnTo>
                  <a:pt x="2305" y="2837"/>
                </a:lnTo>
                <a:lnTo>
                  <a:pt x="2279" y="2822"/>
                </a:lnTo>
                <a:close/>
                <a:moveTo>
                  <a:pt x="764" y="2894"/>
                </a:moveTo>
                <a:lnTo>
                  <a:pt x="764" y="2656"/>
                </a:lnTo>
                <a:lnTo>
                  <a:pt x="729" y="2645"/>
                </a:lnTo>
                <a:lnTo>
                  <a:pt x="696" y="2633"/>
                </a:lnTo>
                <a:lnTo>
                  <a:pt x="663" y="2619"/>
                </a:lnTo>
                <a:lnTo>
                  <a:pt x="632" y="2606"/>
                </a:lnTo>
                <a:lnTo>
                  <a:pt x="604" y="2591"/>
                </a:lnTo>
                <a:lnTo>
                  <a:pt x="577" y="2575"/>
                </a:lnTo>
                <a:lnTo>
                  <a:pt x="551" y="2559"/>
                </a:lnTo>
                <a:lnTo>
                  <a:pt x="529" y="2544"/>
                </a:lnTo>
                <a:lnTo>
                  <a:pt x="529" y="2716"/>
                </a:lnTo>
                <a:lnTo>
                  <a:pt x="531" y="2727"/>
                </a:lnTo>
                <a:lnTo>
                  <a:pt x="533" y="2739"/>
                </a:lnTo>
                <a:lnTo>
                  <a:pt x="538" y="2750"/>
                </a:lnTo>
                <a:lnTo>
                  <a:pt x="545" y="2761"/>
                </a:lnTo>
                <a:lnTo>
                  <a:pt x="554" y="2773"/>
                </a:lnTo>
                <a:lnTo>
                  <a:pt x="564" y="2784"/>
                </a:lnTo>
                <a:lnTo>
                  <a:pt x="576" y="2797"/>
                </a:lnTo>
                <a:lnTo>
                  <a:pt x="591" y="2808"/>
                </a:lnTo>
                <a:lnTo>
                  <a:pt x="606" y="2820"/>
                </a:lnTo>
                <a:lnTo>
                  <a:pt x="624" y="2831"/>
                </a:lnTo>
                <a:lnTo>
                  <a:pt x="643" y="2842"/>
                </a:lnTo>
                <a:lnTo>
                  <a:pt x="664" y="2853"/>
                </a:lnTo>
                <a:lnTo>
                  <a:pt x="686" y="2864"/>
                </a:lnTo>
                <a:lnTo>
                  <a:pt x="710" y="2875"/>
                </a:lnTo>
                <a:lnTo>
                  <a:pt x="736" y="2885"/>
                </a:lnTo>
                <a:lnTo>
                  <a:pt x="764" y="2894"/>
                </a:lnTo>
                <a:close/>
                <a:moveTo>
                  <a:pt x="1142" y="2972"/>
                </a:moveTo>
                <a:lnTo>
                  <a:pt x="1142" y="2728"/>
                </a:lnTo>
                <a:lnTo>
                  <a:pt x="1069" y="2720"/>
                </a:lnTo>
                <a:lnTo>
                  <a:pt x="998" y="2710"/>
                </a:lnTo>
                <a:lnTo>
                  <a:pt x="928" y="2698"/>
                </a:lnTo>
                <a:lnTo>
                  <a:pt x="862" y="2683"/>
                </a:lnTo>
                <a:lnTo>
                  <a:pt x="862" y="2924"/>
                </a:lnTo>
                <a:lnTo>
                  <a:pt x="924" y="2939"/>
                </a:lnTo>
                <a:lnTo>
                  <a:pt x="993" y="2952"/>
                </a:lnTo>
                <a:lnTo>
                  <a:pt x="1065" y="2963"/>
                </a:lnTo>
                <a:lnTo>
                  <a:pt x="1142" y="2972"/>
                </a:lnTo>
                <a:close/>
                <a:moveTo>
                  <a:pt x="1519" y="2978"/>
                </a:moveTo>
                <a:lnTo>
                  <a:pt x="1519" y="2734"/>
                </a:lnTo>
                <a:lnTo>
                  <a:pt x="1446" y="2737"/>
                </a:lnTo>
                <a:lnTo>
                  <a:pt x="1373" y="2738"/>
                </a:lnTo>
                <a:lnTo>
                  <a:pt x="1306" y="2738"/>
                </a:lnTo>
                <a:lnTo>
                  <a:pt x="1240" y="2734"/>
                </a:lnTo>
                <a:lnTo>
                  <a:pt x="1240" y="2979"/>
                </a:lnTo>
                <a:lnTo>
                  <a:pt x="1305" y="2981"/>
                </a:lnTo>
                <a:lnTo>
                  <a:pt x="1373" y="2983"/>
                </a:lnTo>
                <a:lnTo>
                  <a:pt x="1448" y="2981"/>
                </a:lnTo>
                <a:lnTo>
                  <a:pt x="1519" y="2978"/>
                </a:lnTo>
                <a:close/>
                <a:moveTo>
                  <a:pt x="1616" y="2727"/>
                </a:moveTo>
                <a:lnTo>
                  <a:pt x="1616" y="2970"/>
                </a:lnTo>
                <a:lnTo>
                  <a:pt x="1693" y="2961"/>
                </a:lnTo>
                <a:lnTo>
                  <a:pt x="1766" y="2950"/>
                </a:lnTo>
                <a:lnTo>
                  <a:pt x="1834" y="2936"/>
                </a:lnTo>
                <a:lnTo>
                  <a:pt x="1896" y="2921"/>
                </a:lnTo>
                <a:lnTo>
                  <a:pt x="1896" y="2680"/>
                </a:lnTo>
                <a:lnTo>
                  <a:pt x="1830" y="2695"/>
                </a:lnTo>
                <a:lnTo>
                  <a:pt x="1761" y="2707"/>
                </a:lnTo>
                <a:lnTo>
                  <a:pt x="1690" y="2718"/>
                </a:lnTo>
                <a:lnTo>
                  <a:pt x="1616" y="2727"/>
                </a:lnTo>
                <a:close/>
                <a:moveTo>
                  <a:pt x="1951" y="1998"/>
                </a:moveTo>
                <a:lnTo>
                  <a:pt x="1951" y="1998"/>
                </a:lnTo>
                <a:lnTo>
                  <a:pt x="1931" y="2014"/>
                </a:lnTo>
                <a:lnTo>
                  <a:pt x="1906" y="2030"/>
                </a:lnTo>
                <a:lnTo>
                  <a:pt x="1881" y="2045"/>
                </a:lnTo>
                <a:lnTo>
                  <a:pt x="1854" y="2058"/>
                </a:lnTo>
                <a:lnTo>
                  <a:pt x="1826" y="2072"/>
                </a:lnTo>
                <a:lnTo>
                  <a:pt x="1795" y="2084"/>
                </a:lnTo>
                <a:lnTo>
                  <a:pt x="1763" y="2096"/>
                </a:lnTo>
                <a:lnTo>
                  <a:pt x="1729" y="2107"/>
                </a:lnTo>
                <a:lnTo>
                  <a:pt x="1729" y="2345"/>
                </a:lnTo>
                <a:lnTo>
                  <a:pt x="1756" y="2336"/>
                </a:lnTo>
                <a:lnTo>
                  <a:pt x="1780" y="2326"/>
                </a:lnTo>
                <a:lnTo>
                  <a:pt x="1804" y="2315"/>
                </a:lnTo>
                <a:lnTo>
                  <a:pt x="1824" y="2305"/>
                </a:lnTo>
                <a:lnTo>
                  <a:pt x="1844" y="2294"/>
                </a:lnTo>
                <a:lnTo>
                  <a:pt x="1862" y="2283"/>
                </a:lnTo>
                <a:lnTo>
                  <a:pt x="1879" y="2272"/>
                </a:lnTo>
                <a:lnTo>
                  <a:pt x="1894" y="2261"/>
                </a:lnTo>
                <a:lnTo>
                  <a:pt x="1907" y="2249"/>
                </a:lnTo>
                <a:lnTo>
                  <a:pt x="1920" y="2238"/>
                </a:lnTo>
                <a:lnTo>
                  <a:pt x="1929" y="2227"/>
                </a:lnTo>
                <a:lnTo>
                  <a:pt x="1937" y="2216"/>
                </a:lnTo>
                <a:lnTo>
                  <a:pt x="1944" y="2205"/>
                </a:lnTo>
                <a:lnTo>
                  <a:pt x="1948" y="2193"/>
                </a:lnTo>
                <a:lnTo>
                  <a:pt x="1951" y="2182"/>
                </a:lnTo>
                <a:lnTo>
                  <a:pt x="1951" y="2172"/>
                </a:lnTo>
                <a:lnTo>
                  <a:pt x="1951" y="1998"/>
                </a:lnTo>
                <a:close/>
                <a:moveTo>
                  <a:pt x="432" y="2430"/>
                </a:moveTo>
                <a:lnTo>
                  <a:pt x="432" y="2430"/>
                </a:lnTo>
                <a:lnTo>
                  <a:pt x="402" y="2418"/>
                </a:lnTo>
                <a:lnTo>
                  <a:pt x="374" y="2405"/>
                </a:lnTo>
                <a:lnTo>
                  <a:pt x="347" y="2392"/>
                </a:lnTo>
                <a:lnTo>
                  <a:pt x="323" y="2378"/>
                </a:lnTo>
                <a:lnTo>
                  <a:pt x="298" y="2364"/>
                </a:lnTo>
                <a:lnTo>
                  <a:pt x="278" y="2349"/>
                </a:lnTo>
                <a:lnTo>
                  <a:pt x="257" y="2334"/>
                </a:lnTo>
                <a:lnTo>
                  <a:pt x="238" y="2319"/>
                </a:lnTo>
                <a:lnTo>
                  <a:pt x="223" y="2301"/>
                </a:lnTo>
                <a:lnTo>
                  <a:pt x="208" y="2284"/>
                </a:lnTo>
                <a:lnTo>
                  <a:pt x="196" y="2267"/>
                </a:lnTo>
                <a:lnTo>
                  <a:pt x="186" y="2249"/>
                </a:lnTo>
                <a:lnTo>
                  <a:pt x="177" y="2230"/>
                </a:lnTo>
                <a:lnTo>
                  <a:pt x="171" y="2211"/>
                </a:lnTo>
                <a:lnTo>
                  <a:pt x="168" y="2191"/>
                </a:lnTo>
                <a:lnTo>
                  <a:pt x="166" y="2172"/>
                </a:lnTo>
                <a:lnTo>
                  <a:pt x="166" y="1829"/>
                </a:lnTo>
                <a:lnTo>
                  <a:pt x="168" y="1810"/>
                </a:lnTo>
                <a:lnTo>
                  <a:pt x="171" y="1790"/>
                </a:lnTo>
                <a:lnTo>
                  <a:pt x="177" y="1771"/>
                </a:lnTo>
                <a:lnTo>
                  <a:pt x="186" y="1752"/>
                </a:lnTo>
                <a:lnTo>
                  <a:pt x="196" y="1734"/>
                </a:lnTo>
                <a:lnTo>
                  <a:pt x="208" y="1717"/>
                </a:lnTo>
                <a:lnTo>
                  <a:pt x="223" y="1700"/>
                </a:lnTo>
                <a:lnTo>
                  <a:pt x="238" y="1683"/>
                </a:lnTo>
                <a:lnTo>
                  <a:pt x="257" y="1667"/>
                </a:lnTo>
                <a:lnTo>
                  <a:pt x="278" y="1652"/>
                </a:lnTo>
                <a:lnTo>
                  <a:pt x="298" y="1637"/>
                </a:lnTo>
                <a:lnTo>
                  <a:pt x="323" y="1623"/>
                </a:lnTo>
                <a:lnTo>
                  <a:pt x="347" y="1609"/>
                </a:lnTo>
                <a:lnTo>
                  <a:pt x="374" y="1596"/>
                </a:lnTo>
                <a:lnTo>
                  <a:pt x="402" y="1584"/>
                </a:lnTo>
                <a:lnTo>
                  <a:pt x="432" y="1571"/>
                </a:lnTo>
                <a:lnTo>
                  <a:pt x="432" y="1285"/>
                </a:lnTo>
                <a:lnTo>
                  <a:pt x="433" y="1263"/>
                </a:lnTo>
                <a:lnTo>
                  <a:pt x="437" y="1242"/>
                </a:lnTo>
                <a:lnTo>
                  <a:pt x="444" y="1223"/>
                </a:lnTo>
                <a:lnTo>
                  <a:pt x="452" y="1203"/>
                </a:lnTo>
                <a:lnTo>
                  <a:pt x="463" y="1184"/>
                </a:lnTo>
                <a:lnTo>
                  <a:pt x="478" y="1165"/>
                </a:lnTo>
                <a:lnTo>
                  <a:pt x="494" y="1147"/>
                </a:lnTo>
                <a:lnTo>
                  <a:pt x="512" y="1130"/>
                </a:lnTo>
                <a:lnTo>
                  <a:pt x="532" y="1114"/>
                </a:lnTo>
                <a:lnTo>
                  <a:pt x="555" y="1098"/>
                </a:lnTo>
                <a:lnTo>
                  <a:pt x="580" y="1082"/>
                </a:lnTo>
                <a:lnTo>
                  <a:pt x="605" y="1068"/>
                </a:lnTo>
                <a:lnTo>
                  <a:pt x="632" y="1054"/>
                </a:lnTo>
                <a:lnTo>
                  <a:pt x="661" y="1041"/>
                </a:lnTo>
                <a:lnTo>
                  <a:pt x="693" y="1028"/>
                </a:lnTo>
                <a:lnTo>
                  <a:pt x="725" y="1016"/>
                </a:lnTo>
                <a:lnTo>
                  <a:pt x="759" y="1005"/>
                </a:lnTo>
                <a:lnTo>
                  <a:pt x="795" y="994"/>
                </a:lnTo>
                <a:lnTo>
                  <a:pt x="830" y="984"/>
                </a:lnTo>
                <a:lnTo>
                  <a:pt x="868" y="975"/>
                </a:lnTo>
                <a:lnTo>
                  <a:pt x="906" y="966"/>
                </a:lnTo>
                <a:lnTo>
                  <a:pt x="945" y="959"/>
                </a:lnTo>
                <a:lnTo>
                  <a:pt x="986" y="951"/>
                </a:lnTo>
                <a:lnTo>
                  <a:pt x="1027" y="945"/>
                </a:lnTo>
                <a:lnTo>
                  <a:pt x="1069" y="939"/>
                </a:lnTo>
                <a:lnTo>
                  <a:pt x="1111" y="934"/>
                </a:lnTo>
                <a:lnTo>
                  <a:pt x="1154" y="931"/>
                </a:lnTo>
                <a:lnTo>
                  <a:pt x="1197" y="927"/>
                </a:lnTo>
                <a:lnTo>
                  <a:pt x="1241" y="924"/>
                </a:lnTo>
                <a:lnTo>
                  <a:pt x="1285" y="923"/>
                </a:lnTo>
                <a:lnTo>
                  <a:pt x="1329" y="922"/>
                </a:lnTo>
                <a:lnTo>
                  <a:pt x="1373" y="921"/>
                </a:lnTo>
                <a:lnTo>
                  <a:pt x="1376" y="921"/>
                </a:lnTo>
                <a:lnTo>
                  <a:pt x="1431" y="922"/>
                </a:lnTo>
                <a:lnTo>
                  <a:pt x="1484" y="923"/>
                </a:lnTo>
                <a:lnTo>
                  <a:pt x="1538" y="927"/>
                </a:lnTo>
                <a:lnTo>
                  <a:pt x="1592" y="931"/>
                </a:lnTo>
                <a:lnTo>
                  <a:pt x="1645" y="935"/>
                </a:lnTo>
                <a:lnTo>
                  <a:pt x="1696" y="942"/>
                </a:lnTo>
                <a:lnTo>
                  <a:pt x="1747" y="950"/>
                </a:lnTo>
                <a:lnTo>
                  <a:pt x="1796" y="959"/>
                </a:lnTo>
                <a:lnTo>
                  <a:pt x="1845" y="967"/>
                </a:lnTo>
                <a:lnTo>
                  <a:pt x="1892" y="978"/>
                </a:lnTo>
                <a:lnTo>
                  <a:pt x="1937" y="991"/>
                </a:lnTo>
                <a:lnTo>
                  <a:pt x="1981" y="1003"/>
                </a:lnTo>
                <a:lnTo>
                  <a:pt x="2022" y="1016"/>
                </a:lnTo>
                <a:lnTo>
                  <a:pt x="2062" y="1032"/>
                </a:lnTo>
                <a:lnTo>
                  <a:pt x="2099" y="1048"/>
                </a:lnTo>
                <a:lnTo>
                  <a:pt x="2134" y="1064"/>
                </a:lnTo>
                <a:lnTo>
                  <a:pt x="3195" y="4"/>
                </a:lnTo>
                <a:lnTo>
                  <a:pt x="4024" y="0"/>
                </a:lnTo>
                <a:lnTo>
                  <a:pt x="4019" y="829"/>
                </a:lnTo>
                <a:lnTo>
                  <a:pt x="2315" y="2498"/>
                </a:lnTo>
                <a:lnTo>
                  <a:pt x="2315" y="2716"/>
                </a:lnTo>
                <a:lnTo>
                  <a:pt x="2315" y="2729"/>
                </a:lnTo>
                <a:lnTo>
                  <a:pt x="2334" y="2740"/>
                </a:lnTo>
                <a:lnTo>
                  <a:pt x="2354" y="2751"/>
                </a:lnTo>
                <a:lnTo>
                  <a:pt x="2371" y="2764"/>
                </a:lnTo>
                <a:lnTo>
                  <a:pt x="2388" y="2776"/>
                </a:lnTo>
                <a:lnTo>
                  <a:pt x="2404" y="2788"/>
                </a:lnTo>
                <a:lnTo>
                  <a:pt x="2419" y="2800"/>
                </a:lnTo>
                <a:lnTo>
                  <a:pt x="2431" y="2814"/>
                </a:lnTo>
                <a:lnTo>
                  <a:pt x="2443" y="2827"/>
                </a:lnTo>
                <a:lnTo>
                  <a:pt x="2454" y="2841"/>
                </a:lnTo>
                <a:lnTo>
                  <a:pt x="2464" y="2855"/>
                </a:lnTo>
                <a:lnTo>
                  <a:pt x="2472" y="2870"/>
                </a:lnTo>
                <a:lnTo>
                  <a:pt x="2478" y="2885"/>
                </a:lnTo>
                <a:lnTo>
                  <a:pt x="2483" y="2901"/>
                </a:lnTo>
                <a:lnTo>
                  <a:pt x="2488" y="2915"/>
                </a:lnTo>
                <a:lnTo>
                  <a:pt x="2489" y="2931"/>
                </a:lnTo>
                <a:lnTo>
                  <a:pt x="2491" y="2948"/>
                </a:lnTo>
                <a:lnTo>
                  <a:pt x="2491" y="3289"/>
                </a:lnTo>
                <a:lnTo>
                  <a:pt x="2491" y="3303"/>
                </a:lnTo>
                <a:lnTo>
                  <a:pt x="2488" y="3316"/>
                </a:lnTo>
                <a:lnTo>
                  <a:pt x="2486" y="3330"/>
                </a:lnTo>
                <a:lnTo>
                  <a:pt x="2482" y="3342"/>
                </a:lnTo>
                <a:lnTo>
                  <a:pt x="2477" y="3355"/>
                </a:lnTo>
                <a:lnTo>
                  <a:pt x="2472" y="3368"/>
                </a:lnTo>
                <a:lnTo>
                  <a:pt x="2465" y="3380"/>
                </a:lnTo>
                <a:lnTo>
                  <a:pt x="2458" y="3391"/>
                </a:lnTo>
                <a:lnTo>
                  <a:pt x="2449" y="3403"/>
                </a:lnTo>
                <a:lnTo>
                  <a:pt x="2439" y="3414"/>
                </a:lnTo>
                <a:lnTo>
                  <a:pt x="2430" y="3425"/>
                </a:lnTo>
                <a:lnTo>
                  <a:pt x="2419" y="3436"/>
                </a:lnTo>
                <a:lnTo>
                  <a:pt x="2394" y="3457"/>
                </a:lnTo>
                <a:lnTo>
                  <a:pt x="2366" y="3478"/>
                </a:lnTo>
                <a:lnTo>
                  <a:pt x="2335" y="3496"/>
                </a:lnTo>
                <a:lnTo>
                  <a:pt x="2301" y="3514"/>
                </a:lnTo>
                <a:lnTo>
                  <a:pt x="2266" y="3532"/>
                </a:lnTo>
                <a:lnTo>
                  <a:pt x="2227" y="3547"/>
                </a:lnTo>
                <a:lnTo>
                  <a:pt x="2185" y="3562"/>
                </a:lnTo>
                <a:lnTo>
                  <a:pt x="2142" y="3576"/>
                </a:lnTo>
                <a:lnTo>
                  <a:pt x="2097" y="3589"/>
                </a:lnTo>
                <a:lnTo>
                  <a:pt x="2049" y="3600"/>
                </a:lnTo>
                <a:lnTo>
                  <a:pt x="2049" y="3780"/>
                </a:lnTo>
                <a:lnTo>
                  <a:pt x="2079" y="3792"/>
                </a:lnTo>
                <a:lnTo>
                  <a:pt x="2107" y="3804"/>
                </a:lnTo>
                <a:lnTo>
                  <a:pt x="2134" y="3817"/>
                </a:lnTo>
                <a:lnTo>
                  <a:pt x="2159" y="3830"/>
                </a:lnTo>
                <a:lnTo>
                  <a:pt x="2183" y="3845"/>
                </a:lnTo>
                <a:lnTo>
                  <a:pt x="2205" y="3859"/>
                </a:lnTo>
                <a:lnTo>
                  <a:pt x="2224" y="3875"/>
                </a:lnTo>
                <a:lnTo>
                  <a:pt x="2242" y="3891"/>
                </a:lnTo>
                <a:lnTo>
                  <a:pt x="2258" y="3907"/>
                </a:lnTo>
                <a:lnTo>
                  <a:pt x="2273" y="3924"/>
                </a:lnTo>
                <a:lnTo>
                  <a:pt x="2285" y="3941"/>
                </a:lnTo>
                <a:lnTo>
                  <a:pt x="2296" y="3960"/>
                </a:lnTo>
                <a:lnTo>
                  <a:pt x="2304" y="3978"/>
                </a:lnTo>
                <a:lnTo>
                  <a:pt x="2310" y="3997"/>
                </a:lnTo>
                <a:lnTo>
                  <a:pt x="2313" y="4017"/>
                </a:lnTo>
                <a:lnTo>
                  <a:pt x="2315" y="4038"/>
                </a:lnTo>
                <a:lnTo>
                  <a:pt x="2315" y="4379"/>
                </a:lnTo>
                <a:lnTo>
                  <a:pt x="2313" y="4401"/>
                </a:lnTo>
                <a:lnTo>
                  <a:pt x="2310" y="4422"/>
                </a:lnTo>
                <a:lnTo>
                  <a:pt x="2302" y="4441"/>
                </a:lnTo>
                <a:lnTo>
                  <a:pt x="2294" y="4461"/>
                </a:lnTo>
                <a:lnTo>
                  <a:pt x="2282" y="4481"/>
                </a:lnTo>
                <a:lnTo>
                  <a:pt x="2268" y="4499"/>
                </a:lnTo>
                <a:lnTo>
                  <a:pt x="2252" y="4517"/>
                </a:lnTo>
                <a:lnTo>
                  <a:pt x="2234" y="4534"/>
                </a:lnTo>
                <a:lnTo>
                  <a:pt x="2213" y="4550"/>
                </a:lnTo>
                <a:lnTo>
                  <a:pt x="2191" y="4566"/>
                </a:lnTo>
                <a:lnTo>
                  <a:pt x="2167" y="4582"/>
                </a:lnTo>
                <a:lnTo>
                  <a:pt x="2141" y="4597"/>
                </a:lnTo>
                <a:lnTo>
                  <a:pt x="2113" y="4610"/>
                </a:lnTo>
                <a:lnTo>
                  <a:pt x="2084" y="4624"/>
                </a:lnTo>
                <a:lnTo>
                  <a:pt x="2053" y="4636"/>
                </a:lnTo>
                <a:lnTo>
                  <a:pt x="2021" y="4648"/>
                </a:lnTo>
                <a:lnTo>
                  <a:pt x="1987" y="4659"/>
                </a:lnTo>
                <a:lnTo>
                  <a:pt x="1951" y="4670"/>
                </a:lnTo>
                <a:lnTo>
                  <a:pt x="1916" y="4680"/>
                </a:lnTo>
                <a:lnTo>
                  <a:pt x="1878" y="4690"/>
                </a:lnTo>
                <a:lnTo>
                  <a:pt x="1840" y="4697"/>
                </a:lnTo>
                <a:lnTo>
                  <a:pt x="1800" y="4706"/>
                </a:lnTo>
                <a:lnTo>
                  <a:pt x="1760" y="4713"/>
                </a:lnTo>
                <a:lnTo>
                  <a:pt x="1719" y="4719"/>
                </a:lnTo>
                <a:lnTo>
                  <a:pt x="1678" y="4724"/>
                </a:lnTo>
                <a:lnTo>
                  <a:pt x="1635" y="4729"/>
                </a:lnTo>
                <a:lnTo>
                  <a:pt x="1592" y="4734"/>
                </a:lnTo>
                <a:lnTo>
                  <a:pt x="1549" y="4737"/>
                </a:lnTo>
                <a:lnTo>
                  <a:pt x="1505" y="4740"/>
                </a:lnTo>
                <a:lnTo>
                  <a:pt x="1461" y="4741"/>
                </a:lnTo>
                <a:lnTo>
                  <a:pt x="1417" y="4742"/>
                </a:lnTo>
                <a:lnTo>
                  <a:pt x="1373" y="4743"/>
                </a:lnTo>
                <a:lnTo>
                  <a:pt x="1329" y="4742"/>
                </a:lnTo>
                <a:lnTo>
                  <a:pt x="1285" y="4741"/>
                </a:lnTo>
                <a:lnTo>
                  <a:pt x="1241" y="4740"/>
                </a:lnTo>
                <a:lnTo>
                  <a:pt x="1197" y="4737"/>
                </a:lnTo>
                <a:lnTo>
                  <a:pt x="1154" y="4734"/>
                </a:lnTo>
                <a:lnTo>
                  <a:pt x="1111" y="4729"/>
                </a:lnTo>
                <a:lnTo>
                  <a:pt x="1069" y="4724"/>
                </a:lnTo>
                <a:lnTo>
                  <a:pt x="1027" y="4719"/>
                </a:lnTo>
                <a:lnTo>
                  <a:pt x="986" y="4713"/>
                </a:lnTo>
                <a:lnTo>
                  <a:pt x="946" y="4706"/>
                </a:lnTo>
                <a:lnTo>
                  <a:pt x="906" y="4697"/>
                </a:lnTo>
                <a:lnTo>
                  <a:pt x="868" y="4690"/>
                </a:lnTo>
                <a:lnTo>
                  <a:pt x="830" y="4680"/>
                </a:lnTo>
                <a:lnTo>
                  <a:pt x="795" y="4670"/>
                </a:lnTo>
                <a:lnTo>
                  <a:pt x="759" y="4659"/>
                </a:lnTo>
                <a:lnTo>
                  <a:pt x="725" y="4648"/>
                </a:lnTo>
                <a:lnTo>
                  <a:pt x="693" y="4636"/>
                </a:lnTo>
                <a:lnTo>
                  <a:pt x="663" y="4624"/>
                </a:lnTo>
                <a:lnTo>
                  <a:pt x="633" y="4610"/>
                </a:lnTo>
                <a:lnTo>
                  <a:pt x="605" y="4597"/>
                </a:lnTo>
                <a:lnTo>
                  <a:pt x="580" y="4582"/>
                </a:lnTo>
                <a:lnTo>
                  <a:pt x="555" y="4566"/>
                </a:lnTo>
                <a:lnTo>
                  <a:pt x="533" y="4550"/>
                </a:lnTo>
                <a:lnTo>
                  <a:pt x="512" y="4534"/>
                </a:lnTo>
                <a:lnTo>
                  <a:pt x="494" y="4517"/>
                </a:lnTo>
                <a:lnTo>
                  <a:pt x="478" y="4499"/>
                </a:lnTo>
                <a:lnTo>
                  <a:pt x="463" y="4481"/>
                </a:lnTo>
                <a:lnTo>
                  <a:pt x="452" y="4461"/>
                </a:lnTo>
                <a:lnTo>
                  <a:pt x="444" y="4441"/>
                </a:lnTo>
                <a:lnTo>
                  <a:pt x="437" y="4422"/>
                </a:lnTo>
                <a:lnTo>
                  <a:pt x="433" y="4401"/>
                </a:lnTo>
                <a:lnTo>
                  <a:pt x="432" y="4379"/>
                </a:lnTo>
                <a:lnTo>
                  <a:pt x="432" y="4342"/>
                </a:lnTo>
                <a:lnTo>
                  <a:pt x="0" y="4763"/>
                </a:lnTo>
                <a:lnTo>
                  <a:pt x="0" y="4489"/>
                </a:lnTo>
                <a:lnTo>
                  <a:pt x="413" y="4086"/>
                </a:lnTo>
                <a:lnTo>
                  <a:pt x="386" y="4073"/>
                </a:lnTo>
                <a:lnTo>
                  <a:pt x="359" y="4061"/>
                </a:lnTo>
                <a:lnTo>
                  <a:pt x="335" y="4049"/>
                </a:lnTo>
                <a:lnTo>
                  <a:pt x="312" y="4035"/>
                </a:lnTo>
                <a:lnTo>
                  <a:pt x="290" y="4022"/>
                </a:lnTo>
                <a:lnTo>
                  <a:pt x="269" y="4007"/>
                </a:lnTo>
                <a:lnTo>
                  <a:pt x="251" y="3991"/>
                </a:lnTo>
                <a:lnTo>
                  <a:pt x="234" y="3977"/>
                </a:lnTo>
                <a:lnTo>
                  <a:pt x="219" y="3961"/>
                </a:lnTo>
                <a:lnTo>
                  <a:pt x="205" y="3944"/>
                </a:lnTo>
                <a:lnTo>
                  <a:pt x="193" y="3927"/>
                </a:lnTo>
                <a:lnTo>
                  <a:pt x="183" y="3909"/>
                </a:lnTo>
                <a:lnTo>
                  <a:pt x="176" y="3891"/>
                </a:lnTo>
                <a:lnTo>
                  <a:pt x="171" y="3873"/>
                </a:lnTo>
                <a:lnTo>
                  <a:pt x="168" y="3854"/>
                </a:lnTo>
                <a:lnTo>
                  <a:pt x="166" y="3835"/>
                </a:lnTo>
                <a:lnTo>
                  <a:pt x="166" y="3492"/>
                </a:lnTo>
                <a:lnTo>
                  <a:pt x="168" y="3479"/>
                </a:lnTo>
                <a:lnTo>
                  <a:pt x="169" y="3466"/>
                </a:lnTo>
                <a:lnTo>
                  <a:pt x="171" y="3453"/>
                </a:lnTo>
                <a:lnTo>
                  <a:pt x="175" y="3440"/>
                </a:lnTo>
                <a:lnTo>
                  <a:pt x="180" y="3428"/>
                </a:lnTo>
                <a:lnTo>
                  <a:pt x="186" y="3415"/>
                </a:lnTo>
                <a:lnTo>
                  <a:pt x="192" y="3403"/>
                </a:lnTo>
                <a:lnTo>
                  <a:pt x="199" y="3391"/>
                </a:lnTo>
                <a:lnTo>
                  <a:pt x="208" y="3380"/>
                </a:lnTo>
                <a:lnTo>
                  <a:pt x="218" y="3368"/>
                </a:lnTo>
                <a:lnTo>
                  <a:pt x="227" y="3357"/>
                </a:lnTo>
                <a:lnTo>
                  <a:pt x="238" y="3346"/>
                </a:lnTo>
                <a:lnTo>
                  <a:pt x="263" y="3325"/>
                </a:lnTo>
                <a:lnTo>
                  <a:pt x="291" y="3305"/>
                </a:lnTo>
                <a:lnTo>
                  <a:pt x="322" y="3286"/>
                </a:lnTo>
                <a:lnTo>
                  <a:pt x="356" y="3267"/>
                </a:lnTo>
                <a:lnTo>
                  <a:pt x="392" y="3250"/>
                </a:lnTo>
                <a:lnTo>
                  <a:pt x="430" y="3234"/>
                </a:lnTo>
                <a:lnTo>
                  <a:pt x="472" y="3220"/>
                </a:lnTo>
                <a:lnTo>
                  <a:pt x="515" y="3206"/>
                </a:lnTo>
                <a:lnTo>
                  <a:pt x="560" y="3194"/>
                </a:lnTo>
                <a:lnTo>
                  <a:pt x="608" y="3182"/>
                </a:lnTo>
                <a:lnTo>
                  <a:pt x="608" y="3282"/>
                </a:lnTo>
                <a:lnTo>
                  <a:pt x="567" y="3293"/>
                </a:lnTo>
                <a:lnTo>
                  <a:pt x="531" y="3304"/>
                </a:lnTo>
                <a:lnTo>
                  <a:pt x="495" y="3315"/>
                </a:lnTo>
                <a:lnTo>
                  <a:pt x="462" y="3327"/>
                </a:lnTo>
                <a:lnTo>
                  <a:pt x="432" y="3341"/>
                </a:lnTo>
                <a:lnTo>
                  <a:pt x="404" y="3354"/>
                </a:lnTo>
                <a:lnTo>
                  <a:pt x="378" y="3368"/>
                </a:lnTo>
                <a:lnTo>
                  <a:pt x="355" y="3381"/>
                </a:lnTo>
                <a:lnTo>
                  <a:pt x="334" y="3395"/>
                </a:lnTo>
                <a:lnTo>
                  <a:pt x="315" y="3409"/>
                </a:lnTo>
                <a:lnTo>
                  <a:pt x="300" y="3423"/>
                </a:lnTo>
                <a:lnTo>
                  <a:pt x="287" y="3437"/>
                </a:lnTo>
                <a:lnTo>
                  <a:pt x="278" y="3451"/>
                </a:lnTo>
                <a:lnTo>
                  <a:pt x="270" y="3466"/>
                </a:lnTo>
                <a:lnTo>
                  <a:pt x="265" y="3479"/>
                </a:lnTo>
                <a:lnTo>
                  <a:pt x="264" y="3492"/>
                </a:lnTo>
                <a:lnTo>
                  <a:pt x="265" y="3503"/>
                </a:lnTo>
                <a:lnTo>
                  <a:pt x="268" y="3514"/>
                </a:lnTo>
                <a:lnTo>
                  <a:pt x="273" y="3527"/>
                </a:lnTo>
                <a:lnTo>
                  <a:pt x="280" y="3538"/>
                </a:lnTo>
                <a:lnTo>
                  <a:pt x="287" y="3549"/>
                </a:lnTo>
                <a:lnTo>
                  <a:pt x="298" y="3561"/>
                </a:lnTo>
                <a:lnTo>
                  <a:pt x="311" y="3572"/>
                </a:lnTo>
                <a:lnTo>
                  <a:pt x="324" y="3583"/>
                </a:lnTo>
                <a:lnTo>
                  <a:pt x="339" y="3595"/>
                </a:lnTo>
                <a:lnTo>
                  <a:pt x="356" y="3606"/>
                </a:lnTo>
                <a:lnTo>
                  <a:pt x="375" y="3617"/>
                </a:lnTo>
                <a:lnTo>
                  <a:pt x="395" y="3628"/>
                </a:lnTo>
                <a:lnTo>
                  <a:pt x="418" y="3639"/>
                </a:lnTo>
                <a:lnTo>
                  <a:pt x="441" y="3649"/>
                </a:lnTo>
                <a:lnTo>
                  <a:pt x="466" y="3660"/>
                </a:lnTo>
                <a:lnTo>
                  <a:pt x="493" y="3670"/>
                </a:lnTo>
                <a:lnTo>
                  <a:pt x="521" y="3678"/>
                </a:lnTo>
                <a:lnTo>
                  <a:pt x="551" y="3688"/>
                </a:lnTo>
                <a:lnTo>
                  <a:pt x="582" y="3697"/>
                </a:lnTo>
                <a:lnTo>
                  <a:pt x="615" y="3705"/>
                </a:lnTo>
                <a:lnTo>
                  <a:pt x="649" y="3713"/>
                </a:lnTo>
                <a:lnTo>
                  <a:pt x="685" y="3720"/>
                </a:lnTo>
                <a:lnTo>
                  <a:pt x="721" y="3727"/>
                </a:lnTo>
                <a:lnTo>
                  <a:pt x="759" y="3733"/>
                </a:lnTo>
                <a:lnTo>
                  <a:pt x="798" y="3739"/>
                </a:lnTo>
                <a:lnTo>
                  <a:pt x="839" y="3744"/>
                </a:lnTo>
                <a:lnTo>
                  <a:pt x="880" y="3748"/>
                </a:lnTo>
                <a:lnTo>
                  <a:pt x="924" y="3752"/>
                </a:lnTo>
                <a:lnTo>
                  <a:pt x="968" y="3755"/>
                </a:lnTo>
                <a:lnTo>
                  <a:pt x="1014" y="3757"/>
                </a:lnTo>
                <a:lnTo>
                  <a:pt x="1060" y="3758"/>
                </a:lnTo>
                <a:lnTo>
                  <a:pt x="1108" y="3759"/>
                </a:lnTo>
                <a:lnTo>
                  <a:pt x="1164" y="3758"/>
                </a:lnTo>
                <a:lnTo>
                  <a:pt x="1218" y="3757"/>
                </a:lnTo>
                <a:lnTo>
                  <a:pt x="1270" y="3754"/>
                </a:lnTo>
                <a:lnTo>
                  <a:pt x="1322" y="3749"/>
                </a:lnTo>
                <a:lnTo>
                  <a:pt x="1371" y="3744"/>
                </a:lnTo>
                <a:lnTo>
                  <a:pt x="1418" y="3739"/>
                </a:lnTo>
                <a:lnTo>
                  <a:pt x="1465" y="3732"/>
                </a:lnTo>
                <a:lnTo>
                  <a:pt x="1509" y="3725"/>
                </a:lnTo>
                <a:lnTo>
                  <a:pt x="1552" y="3716"/>
                </a:lnTo>
                <a:lnTo>
                  <a:pt x="1592" y="3708"/>
                </a:lnTo>
                <a:lnTo>
                  <a:pt x="1630" y="3698"/>
                </a:lnTo>
                <a:lnTo>
                  <a:pt x="1667" y="3688"/>
                </a:lnTo>
                <a:lnTo>
                  <a:pt x="1701" y="3677"/>
                </a:lnTo>
                <a:lnTo>
                  <a:pt x="1734" y="3666"/>
                </a:lnTo>
                <a:lnTo>
                  <a:pt x="1764" y="3654"/>
                </a:lnTo>
                <a:lnTo>
                  <a:pt x="1793" y="3642"/>
                </a:lnTo>
                <a:lnTo>
                  <a:pt x="1733" y="3647"/>
                </a:lnTo>
                <a:lnTo>
                  <a:pt x="1671" y="3650"/>
                </a:lnTo>
                <a:lnTo>
                  <a:pt x="1610" y="3653"/>
                </a:lnTo>
                <a:lnTo>
                  <a:pt x="1549" y="3654"/>
                </a:lnTo>
                <a:lnTo>
                  <a:pt x="1505" y="3653"/>
                </a:lnTo>
                <a:lnTo>
                  <a:pt x="1461" y="3651"/>
                </a:lnTo>
                <a:lnTo>
                  <a:pt x="1417" y="3650"/>
                </a:lnTo>
                <a:lnTo>
                  <a:pt x="1373" y="3648"/>
                </a:lnTo>
                <a:lnTo>
                  <a:pt x="1330" y="3644"/>
                </a:lnTo>
                <a:lnTo>
                  <a:pt x="1288" y="3639"/>
                </a:lnTo>
                <a:lnTo>
                  <a:pt x="1245" y="3634"/>
                </a:lnTo>
                <a:lnTo>
                  <a:pt x="1203" y="3629"/>
                </a:lnTo>
                <a:lnTo>
                  <a:pt x="1162" y="3623"/>
                </a:lnTo>
                <a:lnTo>
                  <a:pt x="1122" y="3616"/>
                </a:lnTo>
                <a:lnTo>
                  <a:pt x="1082" y="3607"/>
                </a:lnTo>
                <a:lnTo>
                  <a:pt x="1044" y="3599"/>
                </a:lnTo>
                <a:lnTo>
                  <a:pt x="1006" y="3590"/>
                </a:lnTo>
                <a:lnTo>
                  <a:pt x="971" y="3581"/>
                </a:lnTo>
                <a:lnTo>
                  <a:pt x="935" y="3569"/>
                </a:lnTo>
                <a:lnTo>
                  <a:pt x="901" y="3558"/>
                </a:lnTo>
                <a:lnTo>
                  <a:pt x="869" y="3546"/>
                </a:lnTo>
                <a:lnTo>
                  <a:pt x="839" y="3534"/>
                </a:lnTo>
                <a:lnTo>
                  <a:pt x="809" y="3521"/>
                </a:lnTo>
                <a:lnTo>
                  <a:pt x="781" y="3507"/>
                </a:lnTo>
                <a:lnTo>
                  <a:pt x="756" y="3492"/>
                </a:lnTo>
                <a:lnTo>
                  <a:pt x="731" y="3477"/>
                </a:lnTo>
                <a:lnTo>
                  <a:pt x="709" y="3461"/>
                </a:lnTo>
                <a:lnTo>
                  <a:pt x="688" y="3445"/>
                </a:lnTo>
                <a:lnTo>
                  <a:pt x="670" y="3426"/>
                </a:lnTo>
                <a:lnTo>
                  <a:pt x="654" y="3409"/>
                </a:lnTo>
                <a:lnTo>
                  <a:pt x="639" y="3391"/>
                </a:lnTo>
                <a:lnTo>
                  <a:pt x="628" y="3371"/>
                </a:lnTo>
                <a:lnTo>
                  <a:pt x="620" y="3352"/>
                </a:lnTo>
                <a:lnTo>
                  <a:pt x="613" y="3332"/>
                </a:lnTo>
                <a:lnTo>
                  <a:pt x="609" y="3311"/>
                </a:lnTo>
                <a:lnTo>
                  <a:pt x="608" y="3289"/>
                </a:lnTo>
                <a:lnTo>
                  <a:pt x="608" y="2948"/>
                </a:lnTo>
                <a:lnTo>
                  <a:pt x="608" y="2935"/>
                </a:lnTo>
                <a:lnTo>
                  <a:pt x="588" y="2924"/>
                </a:lnTo>
                <a:lnTo>
                  <a:pt x="569" y="2913"/>
                </a:lnTo>
                <a:lnTo>
                  <a:pt x="551" y="2901"/>
                </a:lnTo>
                <a:lnTo>
                  <a:pt x="534" y="2888"/>
                </a:lnTo>
                <a:lnTo>
                  <a:pt x="518" y="2876"/>
                </a:lnTo>
                <a:lnTo>
                  <a:pt x="504" y="2864"/>
                </a:lnTo>
                <a:lnTo>
                  <a:pt x="490" y="2850"/>
                </a:lnTo>
                <a:lnTo>
                  <a:pt x="478" y="2837"/>
                </a:lnTo>
                <a:lnTo>
                  <a:pt x="468" y="2822"/>
                </a:lnTo>
                <a:lnTo>
                  <a:pt x="459" y="2809"/>
                </a:lnTo>
                <a:lnTo>
                  <a:pt x="450" y="2794"/>
                </a:lnTo>
                <a:lnTo>
                  <a:pt x="444" y="2780"/>
                </a:lnTo>
                <a:lnTo>
                  <a:pt x="438" y="2764"/>
                </a:lnTo>
                <a:lnTo>
                  <a:pt x="434" y="2749"/>
                </a:lnTo>
                <a:lnTo>
                  <a:pt x="432" y="2732"/>
                </a:lnTo>
                <a:lnTo>
                  <a:pt x="432" y="2716"/>
                </a:lnTo>
                <a:lnTo>
                  <a:pt x="432" y="2430"/>
                </a:lnTo>
                <a:close/>
                <a:moveTo>
                  <a:pt x="2043" y="2219"/>
                </a:moveTo>
                <a:lnTo>
                  <a:pt x="2043" y="2219"/>
                </a:lnTo>
                <a:lnTo>
                  <a:pt x="2036" y="2238"/>
                </a:lnTo>
                <a:lnTo>
                  <a:pt x="2027" y="2256"/>
                </a:lnTo>
                <a:lnTo>
                  <a:pt x="2016" y="2273"/>
                </a:lnTo>
                <a:lnTo>
                  <a:pt x="2003" y="2290"/>
                </a:lnTo>
                <a:lnTo>
                  <a:pt x="1988" y="2308"/>
                </a:lnTo>
                <a:lnTo>
                  <a:pt x="1972" y="2323"/>
                </a:lnTo>
                <a:lnTo>
                  <a:pt x="1953" y="2339"/>
                </a:lnTo>
                <a:lnTo>
                  <a:pt x="1933" y="2354"/>
                </a:lnTo>
                <a:lnTo>
                  <a:pt x="1911" y="2369"/>
                </a:lnTo>
                <a:lnTo>
                  <a:pt x="1888" y="2382"/>
                </a:lnTo>
                <a:lnTo>
                  <a:pt x="1862" y="2396"/>
                </a:lnTo>
                <a:lnTo>
                  <a:pt x="1837" y="2408"/>
                </a:lnTo>
                <a:lnTo>
                  <a:pt x="1808" y="2420"/>
                </a:lnTo>
                <a:lnTo>
                  <a:pt x="1779" y="2432"/>
                </a:lnTo>
                <a:lnTo>
                  <a:pt x="1749" y="2442"/>
                </a:lnTo>
                <a:lnTo>
                  <a:pt x="1717" y="2453"/>
                </a:lnTo>
                <a:lnTo>
                  <a:pt x="1685" y="2463"/>
                </a:lnTo>
                <a:lnTo>
                  <a:pt x="1651" y="2471"/>
                </a:lnTo>
                <a:lnTo>
                  <a:pt x="1616" y="2480"/>
                </a:lnTo>
                <a:lnTo>
                  <a:pt x="1581" y="2488"/>
                </a:lnTo>
                <a:lnTo>
                  <a:pt x="1544" y="2496"/>
                </a:lnTo>
                <a:lnTo>
                  <a:pt x="1506" y="2503"/>
                </a:lnTo>
                <a:lnTo>
                  <a:pt x="1431" y="2514"/>
                </a:lnTo>
                <a:lnTo>
                  <a:pt x="1352" y="2523"/>
                </a:lnTo>
                <a:lnTo>
                  <a:pt x="1272" y="2530"/>
                </a:lnTo>
                <a:lnTo>
                  <a:pt x="1190" y="2534"/>
                </a:lnTo>
                <a:lnTo>
                  <a:pt x="1108" y="2535"/>
                </a:lnTo>
                <a:lnTo>
                  <a:pt x="1044" y="2534"/>
                </a:lnTo>
                <a:lnTo>
                  <a:pt x="979" y="2531"/>
                </a:lnTo>
                <a:lnTo>
                  <a:pt x="916" y="2528"/>
                </a:lnTo>
                <a:lnTo>
                  <a:pt x="853" y="2523"/>
                </a:lnTo>
                <a:lnTo>
                  <a:pt x="791" y="2515"/>
                </a:lnTo>
                <a:lnTo>
                  <a:pt x="731" y="2506"/>
                </a:lnTo>
                <a:lnTo>
                  <a:pt x="673" y="2496"/>
                </a:lnTo>
                <a:lnTo>
                  <a:pt x="615" y="2484"/>
                </a:lnTo>
                <a:lnTo>
                  <a:pt x="641" y="2500"/>
                </a:lnTo>
                <a:lnTo>
                  <a:pt x="670" y="2514"/>
                </a:lnTo>
                <a:lnTo>
                  <a:pt x="702" y="2529"/>
                </a:lnTo>
                <a:lnTo>
                  <a:pt x="737" y="2544"/>
                </a:lnTo>
                <a:lnTo>
                  <a:pt x="776" y="2557"/>
                </a:lnTo>
                <a:lnTo>
                  <a:pt x="817" y="2570"/>
                </a:lnTo>
                <a:lnTo>
                  <a:pt x="861" y="2583"/>
                </a:lnTo>
                <a:lnTo>
                  <a:pt x="907" y="2594"/>
                </a:lnTo>
                <a:lnTo>
                  <a:pt x="957" y="2603"/>
                </a:lnTo>
                <a:lnTo>
                  <a:pt x="1010" y="2613"/>
                </a:lnTo>
                <a:lnTo>
                  <a:pt x="1064" y="2621"/>
                </a:lnTo>
                <a:lnTo>
                  <a:pt x="1121" y="2628"/>
                </a:lnTo>
                <a:lnTo>
                  <a:pt x="1181" y="2633"/>
                </a:lnTo>
                <a:lnTo>
                  <a:pt x="1242" y="2638"/>
                </a:lnTo>
                <a:lnTo>
                  <a:pt x="1307" y="2640"/>
                </a:lnTo>
                <a:lnTo>
                  <a:pt x="1373" y="2640"/>
                </a:lnTo>
                <a:lnTo>
                  <a:pt x="1421" y="2640"/>
                </a:lnTo>
                <a:lnTo>
                  <a:pt x="1467" y="2639"/>
                </a:lnTo>
                <a:lnTo>
                  <a:pt x="1513" y="2636"/>
                </a:lnTo>
                <a:lnTo>
                  <a:pt x="1557" y="2634"/>
                </a:lnTo>
                <a:lnTo>
                  <a:pt x="1601" y="2630"/>
                </a:lnTo>
                <a:lnTo>
                  <a:pt x="1642" y="2625"/>
                </a:lnTo>
                <a:lnTo>
                  <a:pt x="1682" y="2621"/>
                </a:lnTo>
                <a:lnTo>
                  <a:pt x="1722" y="2616"/>
                </a:lnTo>
                <a:lnTo>
                  <a:pt x="1761" y="2610"/>
                </a:lnTo>
                <a:lnTo>
                  <a:pt x="1797" y="2602"/>
                </a:lnTo>
                <a:lnTo>
                  <a:pt x="1833" y="2595"/>
                </a:lnTo>
                <a:lnTo>
                  <a:pt x="1866" y="2588"/>
                </a:lnTo>
                <a:lnTo>
                  <a:pt x="1899" y="2579"/>
                </a:lnTo>
                <a:lnTo>
                  <a:pt x="1931" y="2570"/>
                </a:lnTo>
                <a:lnTo>
                  <a:pt x="1960" y="2561"/>
                </a:lnTo>
                <a:lnTo>
                  <a:pt x="1988" y="2551"/>
                </a:lnTo>
                <a:lnTo>
                  <a:pt x="2015" y="2541"/>
                </a:lnTo>
                <a:lnTo>
                  <a:pt x="2040" y="2531"/>
                </a:lnTo>
                <a:lnTo>
                  <a:pt x="2064" y="2520"/>
                </a:lnTo>
                <a:lnTo>
                  <a:pt x="2086" y="2509"/>
                </a:lnTo>
                <a:lnTo>
                  <a:pt x="2106" y="2498"/>
                </a:lnTo>
                <a:lnTo>
                  <a:pt x="2125" y="2487"/>
                </a:lnTo>
                <a:lnTo>
                  <a:pt x="2142" y="2476"/>
                </a:lnTo>
                <a:lnTo>
                  <a:pt x="2157" y="2465"/>
                </a:lnTo>
                <a:lnTo>
                  <a:pt x="2172" y="2454"/>
                </a:lnTo>
                <a:lnTo>
                  <a:pt x="2183" y="2442"/>
                </a:lnTo>
                <a:lnTo>
                  <a:pt x="2194" y="2431"/>
                </a:lnTo>
                <a:lnTo>
                  <a:pt x="2202" y="2419"/>
                </a:lnTo>
                <a:lnTo>
                  <a:pt x="2208" y="2408"/>
                </a:lnTo>
                <a:lnTo>
                  <a:pt x="2213" y="2397"/>
                </a:lnTo>
                <a:lnTo>
                  <a:pt x="2216" y="2386"/>
                </a:lnTo>
                <a:lnTo>
                  <a:pt x="2217" y="2375"/>
                </a:lnTo>
                <a:lnTo>
                  <a:pt x="2216" y="2365"/>
                </a:lnTo>
                <a:lnTo>
                  <a:pt x="2214" y="2355"/>
                </a:lnTo>
                <a:lnTo>
                  <a:pt x="2211" y="2345"/>
                </a:lnTo>
                <a:lnTo>
                  <a:pt x="2206" y="2336"/>
                </a:lnTo>
                <a:lnTo>
                  <a:pt x="2200" y="2326"/>
                </a:lnTo>
                <a:lnTo>
                  <a:pt x="2191" y="2316"/>
                </a:lnTo>
                <a:lnTo>
                  <a:pt x="2183" y="2306"/>
                </a:lnTo>
                <a:lnTo>
                  <a:pt x="2172" y="2297"/>
                </a:lnTo>
                <a:lnTo>
                  <a:pt x="2161" y="2287"/>
                </a:lnTo>
                <a:lnTo>
                  <a:pt x="2147" y="2277"/>
                </a:lnTo>
                <a:lnTo>
                  <a:pt x="2132" y="2266"/>
                </a:lnTo>
                <a:lnTo>
                  <a:pt x="2118" y="2257"/>
                </a:lnTo>
                <a:lnTo>
                  <a:pt x="2082" y="2238"/>
                </a:lnTo>
                <a:lnTo>
                  <a:pt x="2043" y="2219"/>
                </a:lnTo>
                <a:close/>
                <a:moveTo>
                  <a:pt x="2049" y="1884"/>
                </a:moveTo>
                <a:lnTo>
                  <a:pt x="2049" y="2117"/>
                </a:lnTo>
                <a:lnTo>
                  <a:pt x="2087" y="2131"/>
                </a:lnTo>
                <a:lnTo>
                  <a:pt x="2121" y="2147"/>
                </a:lnTo>
                <a:lnTo>
                  <a:pt x="2154" y="2164"/>
                </a:lnTo>
                <a:lnTo>
                  <a:pt x="2184" y="2183"/>
                </a:lnTo>
                <a:lnTo>
                  <a:pt x="2211" y="2201"/>
                </a:lnTo>
                <a:lnTo>
                  <a:pt x="2235" y="2221"/>
                </a:lnTo>
                <a:lnTo>
                  <a:pt x="2257" y="2241"/>
                </a:lnTo>
                <a:lnTo>
                  <a:pt x="2266" y="2252"/>
                </a:lnTo>
                <a:lnTo>
                  <a:pt x="2275" y="2263"/>
                </a:lnTo>
                <a:lnTo>
                  <a:pt x="3825" y="747"/>
                </a:lnTo>
                <a:lnTo>
                  <a:pt x="3827" y="197"/>
                </a:lnTo>
                <a:lnTo>
                  <a:pt x="3276" y="199"/>
                </a:lnTo>
                <a:lnTo>
                  <a:pt x="2285" y="1190"/>
                </a:lnTo>
                <a:lnTo>
                  <a:pt x="2293" y="1201"/>
                </a:lnTo>
                <a:lnTo>
                  <a:pt x="2299" y="1212"/>
                </a:lnTo>
                <a:lnTo>
                  <a:pt x="2304" y="1224"/>
                </a:lnTo>
                <a:lnTo>
                  <a:pt x="2307" y="1235"/>
                </a:lnTo>
                <a:lnTo>
                  <a:pt x="2311" y="1247"/>
                </a:lnTo>
                <a:lnTo>
                  <a:pt x="2313" y="1260"/>
                </a:lnTo>
                <a:lnTo>
                  <a:pt x="2315" y="1272"/>
                </a:lnTo>
                <a:lnTo>
                  <a:pt x="2315" y="1285"/>
                </a:lnTo>
                <a:lnTo>
                  <a:pt x="2315" y="1626"/>
                </a:lnTo>
                <a:lnTo>
                  <a:pt x="2313" y="1647"/>
                </a:lnTo>
                <a:lnTo>
                  <a:pt x="2310" y="1667"/>
                </a:lnTo>
                <a:lnTo>
                  <a:pt x="2304" y="1685"/>
                </a:lnTo>
                <a:lnTo>
                  <a:pt x="2296" y="1705"/>
                </a:lnTo>
                <a:lnTo>
                  <a:pt x="2285" y="1723"/>
                </a:lnTo>
                <a:lnTo>
                  <a:pt x="2273" y="1740"/>
                </a:lnTo>
                <a:lnTo>
                  <a:pt x="2258" y="1757"/>
                </a:lnTo>
                <a:lnTo>
                  <a:pt x="2242" y="1773"/>
                </a:lnTo>
                <a:lnTo>
                  <a:pt x="2224" y="1789"/>
                </a:lnTo>
                <a:lnTo>
                  <a:pt x="2205" y="1805"/>
                </a:lnTo>
                <a:lnTo>
                  <a:pt x="2183" y="1820"/>
                </a:lnTo>
                <a:lnTo>
                  <a:pt x="2159" y="1833"/>
                </a:lnTo>
                <a:lnTo>
                  <a:pt x="2134" y="1848"/>
                </a:lnTo>
                <a:lnTo>
                  <a:pt x="2107" y="1860"/>
                </a:lnTo>
                <a:lnTo>
                  <a:pt x="2079" y="1872"/>
                </a:lnTo>
                <a:lnTo>
                  <a:pt x="2049" y="1884"/>
                </a:lnTo>
                <a:close/>
                <a:moveTo>
                  <a:pt x="438" y="1674"/>
                </a:moveTo>
                <a:lnTo>
                  <a:pt x="438" y="1674"/>
                </a:lnTo>
                <a:lnTo>
                  <a:pt x="399" y="1692"/>
                </a:lnTo>
                <a:lnTo>
                  <a:pt x="364" y="1712"/>
                </a:lnTo>
                <a:lnTo>
                  <a:pt x="348" y="1722"/>
                </a:lnTo>
                <a:lnTo>
                  <a:pt x="334" y="1732"/>
                </a:lnTo>
                <a:lnTo>
                  <a:pt x="320" y="1741"/>
                </a:lnTo>
                <a:lnTo>
                  <a:pt x="309" y="1751"/>
                </a:lnTo>
                <a:lnTo>
                  <a:pt x="298" y="1761"/>
                </a:lnTo>
                <a:lnTo>
                  <a:pt x="290" y="1771"/>
                </a:lnTo>
                <a:lnTo>
                  <a:pt x="282" y="1782"/>
                </a:lnTo>
                <a:lnTo>
                  <a:pt x="275" y="1791"/>
                </a:lnTo>
                <a:lnTo>
                  <a:pt x="270" y="1801"/>
                </a:lnTo>
                <a:lnTo>
                  <a:pt x="267" y="1811"/>
                </a:lnTo>
                <a:lnTo>
                  <a:pt x="265" y="1821"/>
                </a:lnTo>
                <a:lnTo>
                  <a:pt x="264" y="1829"/>
                </a:lnTo>
                <a:lnTo>
                  <a:pt x="265" y="1840"/>
                </a:lnTo>
                <a:lnTo>
                  <a:pt x="268" y="1851"/>
                </a:lnTo>
                <a:lnTo>
                  <a:pt x="273" y="1864"/>
                </a:lnTo>
                <a:lnTo>
                  <a:pt x="280" y="1875"/>
                </a:lnTo>
                <a:lnTo>
                  <a:pt x="287" y="1886"/>
                </a:lnTo>
                <a:lnTo>
                  <a:pt x="298" y="1898"/>
                </a:lnTo>
                <a:lnTo>
                  <a:pt x="311" y="1909"/>
                </a:lnTo>
                <a:lnTo>
                  <a:pt x="324" y="1920"/>
                </a:lnTo>
                <a:lnTo>
                  <a:pt x="339" y="1932"/>
                </a:lnTo>
                <a:lnTo>
                  <a:pt x="356" y="1943"/>
                </a:lnTo>
                <a:lnTo>
                  <a:pt x="375" y="1954"/>
                </a:lnTo>
                <a:lnTo>
                  <a:pt x="395" y="1965"/>
                </a:lnTo>
                <a:lnTo>
                  <a:pt x="418" y="1976"/>
                </a:lnTo>
                <a:lnTo>
                  <a:pt x="441" y="1986"/>
                </a:lnTo>
                <a:lnTo>
                  <a:pt x="466" y="1997"/>
                </a:lnTo>
                <a:lnTo>
                  <a:pt x="493" y="2007"/>
                </a:lnTo>
                <a:lnTo>
                  <a:pt x="521" y="2015"/>
                </a:lnTo>
                <a:lnTo>
                  <a:pt x="551" y="2025"/>
                </a:lnTo>
                <a:lnTo>
                  <a:pt x="582" y="2034"/>
                </a:lnTo>
                <a:lnTo>
                  <a:pt x="615" y="2042"/>
                </a:lnTo>
                <a:lnTo>
                  <a:pt x="649" y="2049"/>
                </a:lnTo>
                <a:lnTo>
                  <a:pt x="685" y="2057"/>
                </a:lnTo>
                <a:lnTo>
                  <a:pt x="721" y="2064"/>
                </a:lnTo>
                <a:lnTo>
                  <a:pt x="759" y="2070"/>
                </a:lnTo>
                <a:lnTo>
                  <a:pt x="798" y="2076"/>
                </a:lnTo>
                <a:lnTo>
                  <a:pt x="839" y="2081"/>
                </a:lnTo>
                <a:lnTo>
                  <a:pt x="880" y="2085"/>
                </a:lnTo>
                <a:lnTo>
                  <a:pt x="924" y="2089"/>
                </a:lnTo>
                <a:lnTo>
                  <a:pt x="968" y="2092"/>
                </a:lnTo>
                <a:lnTo>
                  <a:pt x="1014" y="2094"/>
                </a:lnTo>
                <a:lnTo>
                  <a:pt x="1060" y="2095"/>
                </a:lnTo>
                <a:lnTo>
                  <a:pt x="1108" y="2096"/>
                </a:lnTo>
                <a:lnTo>
                  <a:pt x="1175" y="2095"/>
                </a:lnTo>
                <a:lnTo>
                  <a:pt x="1239" y="2092"/>
                </a:lnTo>
                <a:lnTo>
                  <a:pt x="1301" y="2089"/>
                </a:lnTo>
                <a:lnTo>
                  <a:pt x="1360" y="2083"/>
                </a:lnTo>
                <a:lnTo>
                  <a:pt x="1417" y="2076"/>
                </a:lnTo>
                <a:lnTo>
                  <a:pt x="1472" y="2068"/>
                </a:lnTo>
                <a:lnTo>
                  <a:pt x="1524" y="2059"/>
                </a:lnTo>
                <a:lnTo>
                  <a:pt x="1574" y="2048"/>
                </a:lnTo>
                <a:lnTo>
                  <a:pt x="1620" y="2037"/>
                </a:lnTo>
                <a:lnTo>
                  <a:pt x="1664" y="2025"/>
                </a:lnTo>
                <a:lnTo>
                  <a:pt x="1706" y="2013"/>
                </a:lnTo>
                <a:lnTo>
                  <a:pt x="1744" y="1999"/>
                </a:lnTo>
                <a:lnTo>
                  <a:pt x="1779" y="1985"/>
                </a:lnTo>
                <a:lnTo>
                  <a:pt x="1811" y="1970"/>
                </a:lnTo>
                <a:lnTo>
                  <a:pt x="1840" y="1954"/>
                </a:lnTo>
                <a:lnTo>
                  <a:pt x="1866" y="1939"/>
                </a:lnTo>
                <a:lnTo>
                  <a:pt x="1810" y="1950"/>
                </a:lnTo>
                <a:lnTo>
                  <a:pt x="1751" y="1961"/>
                </a:lnTo>
                <a:lnTo>
                  <a:pt x="1690" y="1970"/>
                </a:lnTo>
                <a:lnTo>
                  <a:pt x="1629" y="1977"/>
                </a:lnTo>
                <a:lnTo>
                  <a:pt x="1565" y="1983"/>
                </a:lnTo>
                <a:lnTo>
                  <a:pt x="1502" y="1987"/>
                </a:lnTo>
                <a:lnTo>
                  <a:pt x="1438" y="1990"/>
                </a:lnTo>
                <a:lnTo>
                  <a:pt x="1373" y="1991"/>
                </a:lnTo>
                <a:lnTo>
                  <a:pt x="1291" y="1990"/>
                </a:lnTo>
                <a:lnTo>
                  <a:pt x="1209" y="1985"/>
                </a:lnTo>
                <a:lnTo>
                  <a:pt x="1130" y="1979"/>
                </a:lnTo>
                <a:lnTo>
                  <a:pt x="1050" y="1969"/>
                </a:lnTo>
                <a:lnTo>
                  <a:pt x="975" y="1958"/>
                </a:lnTo>
                <a:lnTo>
                  <a:pt x="937" y="1950"/>
                </a:lnTo>
                <a:lnTo>
                  <a:pt x="901" y="1943"/>
                </a:lnTo>
                <a:lnTo>
                  <a:pt x="866" y="1936"/>
                </a:lnTo>
                <a:lnTo>
                  <a:pt x="830" y="1927"/>
                </a:lnTo>
                <a:lnTo>
                  <a:pt x="797" y="1917"/>
                </a:lnTo>
                <a:lnTo>
                  <a:pt x="764" y="1908"/>
                </a:lnTo>
                <a:lnTo>
                  <a:pt x="732" y="1898"/>
                </a:lnTo>
                <a:lnTo>
                  <a:pt x="702" y="1887"/>
                </a:lnTo>
                <a:lnTo>
                  <a:pt x="673" y="1876"/>
                </a:lnTo>
                <a:lnTo>
                  <a:pt x="646" y="1864"/>
                </a:lnTo>
                <a:lnTo>
                  <a:pt x="619" y="1850"/>
                </a:lnTo>
                <a:lnTo>
                  <a:pt x="593" y="1837"/>
                </a:lnTo>
                <a:lnTo>
                  <a:pt x="570" y="1823"/>
                </a:lnTo>
                <a:lnTo>
                  <a:pt x="548" y="1809"/>
                </a:lnTo>
                <a:lnTo>
                  <a:pt x="528" y="1794"/>
                </a:lnTo>
                <a:lnTo>
                  <a:pt x="510" y="1779"/>
                </a:lnTo>
                <a:lnTo>
                  <a:pt x="493" y="1762"/>
                </a:lnTo>
                <a:lnTo>
                  <a:pt x="478" y="1746"/>
                </a:lnTo>
                <a:lnTo>
                  <a:pt x="465" y="1729"/>
                </a:lnTo>
                <a:lnTo>
                  <a:pt x="454" y="1711"/>
                </a:lnTo>
                <a:lnTo>
                  <a:pt x="445" y="1694"/>
                </a:lnTo>
                <a:lnTo>
                  <a:pt x="438" y="1674"/>
                </a:lnTo>
                <a:close/>
                <a:moveTo>
                  <a:pt x="499" y="2350"/>
                </a:moveTo>
                <a:lnTo>
                  <a:pt x="499" y="2112"/>
                </a:lnTo>
                <a:lnTo>
                  <a:pt x="463" y="2100"/>
                </a:lnTo>
                <a:lnTo>
                  <a:pt x="430" y="2087"/>
                </a:lnTo>
                <a:lnTo>
                  <a:pt x="399" y="2074"/>
                </a:lnTo>
                <a:lnTo>
                  <a:pt x="368" y="2061"/>
                </a:lnTo>
                <a:lnTo>
                  <a:pt x="339" y="2046"/>
                </a:lnTo>
                <a:lnTo>
                  <a:pt x="312" y="2031"/>
                </a:lnTo>
                <a:lnTo>
                  <a:pt x="287" y="2015"/>
                </a:lnTo>
                <a:lnTo>
                  <a:pt x="264" y="1998"/>
                </a:lnTo>
                <a:lnTo>
                  <a:pt x="264" y="2172"/>
                </a:lnTo>
                <a:lnTo>
                  <a:pt x="265" y="2183"/>
                </a:lnTo>
                <a:lnTo>
                  <a:pt x="268" y="2194"/>
                </a:lnTo>
                <a:lnTo>
                  <a:pt x="273" y="2205"/>
                </a:lnTo>
                <a:lnTo>
                  <a:pt x="280" y="2217"/>
                </a:lnTo>
                <a:lnTo>
                  <a:pt x="289" y="2228"/>
                </a:lnTo>
                <a:lnTo>
                  <a:pt x="300" y="2240"/>
                </a:lnTo>
                <a:lnTo>
                  <a:pt x="312" y="2251"/>
                </a:lnTo>
                <a:lnTo>
                  <a:pt x="325" y="2263"/>
                </a:lnTo>
                <a:lnTo>
                  <a:pt x="341" y="2275"/>
                </a:lnTo>
                <a:lnTo>
                  <a:pt x="358" y="2286"/>
                </a:lnTo>
                <a:lnTo>
                  <a:pt x="378" y="2298"/>
                </a:lnTo>
                <a:lnTo>
                  <a:pt x="399" y="2309"/>
                </a:lnTo>
                <a:lnTo>
                  <a:pt x="422" y="2320"/>
                </a:lnTo>
                <a:lnTo>
                  <a:pt x="446" y="2330"/>
                </a:lnTo>
                <a:lnTo>
                  <a:pt x="472" y="2341"/>
                </a:lnTo>
                <a:lnTo>
                  <a:pt x="499" y="2350"/>
                </a:lnTo>
                <a:close/>
                <a:moveTo>
                  <a:pt x="877" y="2426"/>
                </a:moveTo>
                <a:lnTo>
                  <a:pt x="877" y="2183"/>
                </a:lnTo>
                <a:lnTo>
                  <a:pt x="803" y="2175"/>
                </a:lnTo>
                <a:lnTo>
                  <a:pt x="732" y="2164"/>
                </a:lnTo>
                <a:lnTo>
                  <a:pt x="664" y="2152"/>
                </a:lnTo>
                <a:lnTo>
                  <a:pt x="597" y="2138"/>
                </a:lnTo>
                <a:lnTo>
                  <a:pt x="597" y="2380"/>
                </a:lnTo>
                <a:lnTo>
                  <a:pt x="660" y="2394"/>
                </a:lnTo>
                <a:lnTo>
                  <a:pt x="728" y="2407"/>
                </a:lnTo>
                <a:lnTo>
                  <a:pt x="800" y="2418"/>
                </a:lnTo>
                <a:lnTo>
                  <a:pt x="877" y="2426"/>
                </a:lnTo>
                <a:close/>
                <a:moveTo>
                  <a:pt x="1255" y="2433"/>
                </a:moveTo>
                <a:lnTo>
                  <a:pt x="1255" y="2189"/>
                </a:lnTo>
                <a:lnTo>
                  <a:pt x="1181" y="2193"/>
                </a:lnTo>
                <a:lnTo>
                  <a:pt x="1108" y="2194"/>
                </a:lnTo>
                <a:lnTo>
                  <a:pt x="1042" y="2193"/>
                </a:lnTo>
                <a:lnTo>
                  <a:pt x="975" y="2190"/>
                </a:lnTo>
                <a:lnTo>
                  <a:pt x="975" y="2433"/>
                </a:lnTo>
                <a:lnTo>
                  <a:pt x="1041" y="2436"/>
                </a:lnTo>
                <a:lnTo>
                  <a:pt x="1108" y="2437"/>
                </a:lnTo>
                <a:lnTo>
                  <a:pt x="1182" y="2436"/>
                </a:lnTo>
                <a:lnTo>
                  <a:pt x="1255" y="2433"/>
                </a:lnTo>
                <a:close/>
                <a:moveTo>
                  <a:pt x="1352" y="2182"/>
                </a:moveTo>
                <a:lnTo>
                  <a:pt x="1352" y="2425"/>
                </a:lnTo>
                <a:lnTo>
                  <a:pt x="1429" y="2416"/>
                </a:lnTo>
                <a:lnTo>
                  <a:pt x="1502" y="2405"/>
                </a:lnTo>
                <a:lnTo>
                  <a:pt x="1569" y="2392"/>
                </a:lnTo>
                <a:lnTo>
                  <a:pt x="1631" y="2376"/>
                </a:lnTo>
                <a:lnTo>
                  <a:pt x="1631" y="2135"/>
                </a:lnTo>
                <a:lnTo>
                  <a:pt x="1565" y="2150"/>
                </a:lnTo>
                <a:lnTo>
                  <a:pt x="1497" y="2163"/>
                </a:lnTo>
                <a:lnTo>
                  <a:pt x="1426" y="2173"/>
                </a:lnTo>
                <a:lnTo>
                  <a:pt x="1352" y="2182"/>
                </a:lnTo>
                <a:close/>
                <a:moveTo>
                  <a:pt x="1373" y="1081"/>
                </a:moveTo>
                <a:lnTo>
                  <a:pt x="1373" y="1081"/>
                </a:lnTo>
                <a:lnTo>
                  <a:pt x="1433" y="1082"/>
                </a:lnTo>
                <a:lnTo>
                  <a:pt x="1491" y="1083"/>
                </a:lnTo>
                <a:lnTo>
                  <a:pt x="1548" y="1087"/>
                </a:lnTo>
                <a:lnTo>
                  <a:pt x="1603" y="1092"/>
                </a:lnTo>
                <a:lnTo>
                  <a:pt x="857" y="1427"/>
                </a:lnTo>
                <a:lnTo>
                  <a:pt x="817" y="1416"/>
                </a:lnTo>
                <a:lnTo>
                  <a:pt x="797" y="1410"/>
                </a:lnTo>
                <a:lnTo>
                  <a:pt x="779" y="1403"/>
                </a:lnTo>
                <a:lnTo>
                  <a:pt x="740" y="1387"/>
                </a:lnTo>
                <a:lnTo>
                  <a:pt x="706" y="1371"/>
                </a:lnTo>
                <a:lnTo>
                  <a:pt x="677" y="1355"/>
                </a:lnTo>
                <a:lnTo>
                  <a:pt x="666" y="1348"/>
                </a:lnTo>
                <a:lnTo>
                  <a:pt x="655" y="1339"/>
                </a:lnTo>
                <a:lnTo>
                  <a:pt x="647" y="1332"/>
                </a:lnTo>
                <a:lnTo>
                  <a:pt x="638" y="1324"/>
                </a:lnTo>
                <a:lnTo>
                  <a:pt x="632" y="1317"/>
                </a:lnTo>
                <a:lnTo>
                  <a:pt x="627" y="1308"/>
                </a:lnTo>
                <a:lnTo>
                  <a:pt x="624" y="1301"/>
                </a:lnTo>
                <a:lnTo>
                  <a:pt x="621" y="1294"/>
                </a:lnTo>
                <a:lnTo>
                  <a:pt x="620" y="1286"/>
                </a:lnTo>
                <a:lnTo>
                  <a:pt x="620" y="1279"/>
                </a:lnTo>
                <a:lnTo>
                  <a:pt x="621" y="1272"/>
                </a:lnTo>
                <a:lnTo>
                  <a:pt x="624" y="1264"/>
                </a:lnTo>
                <a:lnTo>
                  <a:pt x="627" y="1257"/>
                </a:lnTo>
                <a:lnTo>
                  <a:pt x="632" y="1250"/>
                </a:lnTo>
                <a:lnTo>
                  <a:pt x="638" y="1242"/>
                </a:lnTo>
                <a:lnTo>
                  <a:pt x="644" y="1235"/>
                </a:lnTo>
                <a:lnTo>
                  <a:pt x="653" y="1228"/>
                </a:lnTo>
                <a:lnTo>
                  <a:pt x="663" y="1222"/>
                </a:lnTo>
                <a:lnTo>
                  <a:pt x="686" y="1207"/>
                </a:lnTo>
                <a:lnTo>
                  <a:pt x="712" y="1194"/>
                </a:lnTo>
                <a:lnTo>
                  <a:pt x="743" y="1180"/>
                </a:lnTo>
                <a:lnTo>
                  <a:pt x="779" y="1167"/>
                </a:lnTo>
                <a:lnTo>
                  <a:pt x="807" y="1157"/>
                </a:lnTo>
                <a:lnTo>
                  <a:pt x="836" y="1148"/>
                </a:lnTo>
                <a:lnTo>
                  <a:pt x="868" y="1140"/>
                </a:lnTo>
                <a:lnTo>
                  <a:pt x="900" y="1131"/>
                </a:lnTo>
                <a:lnTo>
                  <a:pt x="934" y="1124"/>
                </a:lnTo>
                <a:lnTo>
                  <a:pt x="968" y="1116"/>
                </a:lnTo>
                <a:lnTo>
                  <a:pt x="1005" y="1110"/>
                </a:lnTo>
                <a:lnTo>
                  <a:pt x="1042" y="1104"/>
                </a:lnTo>
                <a:lnTo>
                  <a:pt x="1080" y="1099"/>
                </a:lnTo>
                <a:lnTo>
                  <a:pt x="1119" y="1094"/>
                </a:lnTo>
                <a:lnTo>
                  <a:pt x="1159" y="1091"/>
                </a:lnTo>
                <a:lnTo>
                  <a:pt x="1201" y="1087"/>
                </a:lnTo>
                <a:lnTo>
                  <a:pt x="1242" y="1085"/>
                </a:lnTo>
                <a:lnTo>
                  <a:pt x="1285" y="1082"/>
                </a:lnTo>
                <a:lnTo>
                  <a:pt x="1329" y="1081"/>
                </a:lnTo>
                <a:lnTo>
                  <a:pt x="1373" y="1081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  <p:sp>
        <p:nvSpPr>
          <p:cNvPr id="709" name="Freeform 82"/>
          <p:cNvSpPr/>
          <p:nvPr/>
        </p:nvSpPr>
        <p:spPr>
          <a:xfrm>
            <a:off x="4125960" y="5271480"/>
            <a:ext cx="524520" cy="464400"/>
          </a:xfrm>
          <a:custGeom>
            <a:avLst/>
            <a:gdLst>
              <a:gd name="textAreaLeft" fmla="*/ 0 w 524520"/>
              <a:gd name="textAreaRight" fmla="*/ 524880 w 524520"/>
              <a:gd name="textAreaTop" fmla="*/ 0 h 464400"/>
              <a:gd name="textAreaBottom" fmla="*/ 464760 h 464400"/>
              <a:gd name="GluePoint1X" fmla="*/ 2147483647 w 5376"/>
              <a:gd name="GluePoint1Y" fmla="*/ 2147483647 h 4763"/>
              <a:gd name="GluePoint2X" fmla="*/ 2147483647 w 5376"/>
              <a:gd name="GluePoint2Y" fmla="*/ 2147483647 h 4763"/>
              <a:gd name="GluePoint3X" fmla="*/ 2147483647 w 5376"/>
              <a:gd name="GluePoint3Y" fmla="*/ 2147483647 h 4763"/>
              <a:gd name="GluePoint4X" fmla="*/ 2147483647 w 5376"/>
              <a:gd name="GluePoint4Y" fmla="*/ 2147483647 h 4763"/>
              <a:gd name="GluePoint5X" fmla="*/ 2147483647 w 5376"/>
              <a:gd name="GluePoint5Y" fmla="*/ 2147483647 h 4763"/>
              <a:gd name="GluePoint6X" fmla="*/ 2147483647 w 5376"/>
              <a:gd name="GluePoint6Y" fmla="*/ 2147483647 h 4763"/>
              <a:gd name="GluePoint7X" fmla="*/ 0 w 5376"/>
              <a:gd name="GluePoint7Y" fmla="*/ 2147483647 h 4763"/>
              <a:gd name="GluePoint8X" fmla="*/ 2147483647 w 5376"/>
              <a:gd name="GluePoint8Y" fmla="*/ 2147483647 h 4763"/>
              <a:gd name="GluePoint9X" fmla="*/ 2147483647 w 5376"/>
              <a:gd name="GluePoint9Y" fmla="*/ 2147483647 h 4763"/>
              <a:gd name="GluePoint10X" fmla="*/ 2147483647 w 5376"/>
              <a:gd name="GluePoint10Y" fmla="*/ 2147483647 h 4763"/>
              <a:gd name="GluePoint11X" fmla="*/ 2147483647 w 5376"/>
              <a:gd name="GluePoint11Y" fmla="*/ 2147483647 h 4763"/>
              <a:gd name="GluePoint12X" fmla="*/ 2147483647 w 5376"/>
              <a:gd name="GluePoint12Y" fmla="*/ 2147483647 h 4763"/>
              <a:gd name="GluePoint13X" fmla="*/ 2147483647 w 5376"/>
              <a:gd name="GluePoint13Y" fmla="*/ 2147483647 h 4763"/>
              <a:gd name="GluePoint14X" fmla="*/ 2147483647 w 5376"/>
              <a:gd name="GluePoint14Y" fmla="*/ 2147483647 h 4763"/>
              <a:gd name="GluePoint15X" fmla="*/ 2147483647 w 5376"/>
              <a:gd name="GluePoint15Y" fmla="*/ 2147483647 h 4763"/>
              <a:gd name="GluePoint16X" fmla="*/ 2147483647 w 5376"/>
              <a:gd name="GluePoint16Y" fmla="*/ 2147483647 h 4763"/>
              <a:gd name="GluePoint17X" fmla="*/ 2147483647 w 5376"/>
              <a:gd name="GluePoint17Y" fmla="*/ 2147483647 h 4763"/>
              <a:gd name="GluePoint18X" fmla="*/ 2147483647 w 5376"/>
              <a:gd name="GluePoint18Y" fmla="*/ 2147483647 h 4763"/>
              <a:gd name="GluePoint19X" fmla="*/ 2147483647 w 5376"/>
              <a:gd name="GluePoint19Y" fmla="*/ 2147483647 h 4763"/>
              <a:gd name="GluePoint20X" fmla="*/ 2147483647 w 5376"/>
              <a:gd name="GluePoint20Y" fmla="*/ 2147483647 h 4763"/>
              <a:gd name="GluePoint21X" fmla="*/ 2147483647 w 5376"/>
              <a:gd name="GluePoint21Y" fmla="*/ 2147483647 h 4763"/>
              <a:gd name="GluePoint22X" fmla="*/ 2147483647 w 5376"/>
              <a:gd name="GluePoint22Y" fmla="*/ 2147483647 h 4763"/>
              <a:gd name="GluePoint23X" fmla="*/ 2147483647 w 5376"/>
              <a:gd name="GluePoint23Y" fmla="*/ 2147483647 h 4763"/>
              <a:gd name="GluePoint24X" fmla="*/ 2147483647 w 5376"/>
              <a:gd name="GluePoint24Y" fmla="*/ 2147483647 h 4763"/>
              <a:gd name="GluePoint25X" fmla="*/ 2147483647 w 5376"/>
              <a:gd name="GluePoint25Y" fmla="*/ 2147483647 h 4763"/>
              <a:gd name="GluePoint26X" fmla="*/ 2147483647 w 5376"/>
              <a:gd name="GluePoint26Y" fmla="*/ 2147483647 h 4763"/>
              <a:gd name="GluePoint27X" fmla="*/ 2147483647 w 5376"/>
              <a:gd name="GluePoint27Y" fmla="*/ 2147483647 h 4763"/>
              <a:gd name="GluePoint28X" fmla="*/ 2147483647 w 5376"/>
              <a:gd name="GluePoint28Y" fmla="*/ 2147483647 h 4763"/>
              <a:gd name="GluePoint29X" fmla="*/ 2147483647 w 5376"/>
              <a:gd name="GluePoint29Y" fmla="*/ 2147483647 h 4763"/>
              <a:gd name="GluePoint30X" fmla="*/ 2147483647 w 5376"/>
              <a:gd name="GluePoint30Y" fmla="*/ 2147483647 h 4763"/>
              <a:gd name="GluePoint31X" fmla="*/ 2147483647 w 5376"/>
              <a:gd name="GluePoint31Y" fmla="*/ 2147483647 h 4763"/>
              <a:gd name="GluePoint32X" fmla="*/ 2147483647 w 5376"/>
              <a:gd name="GluePoint32Y" fmla="*/ 2147483647 h 4763"/>
              <a:gd name="GluePoint33X" fmla="*/ 2147483647 w 5376"/>
              <a:gd name="GluePoint33Y" fmla="*/ 2147483647 h 4763"/>
              <a:gd name="GluePoint34X" fmla="*/ 2147483647 w 5376"/>
              <a:gd name="GluePoint34Y" fmla="*/ 2147483647 h 4763"/>
              <a:gd name="GluePoint35X" fmla="*/ 2147483647 w 5376"/>
              <a:gd name="GluePoint35Y" fmla="*/ 2147483647 h 4763"/>
              <a:gd name="GluePoint36X" fmla="*/ 2147483647 w 5376"/>
              <a:gd name="GluePoint36Y" fmla="*/ 2147483647 h 4763"/>
              <a:gd name="GluePoint37X" fmla="*/ 2147483647 w 5376"/>
              <a:gd name="GluePoint37Y" fmla="*/ 2147483647 h 4763"/>
              <a:gd name="GluePoint38X" fmla="*/ 2147483647 w 5376"/>
              <a:gd name="GluePoint38Y" fmla="*/ 2147483647 h 4763"/>
              <a:gd name="GluePoint39X" fmla="*/ 2147483647 w 5376"/>
              <a:gd name="GluePoint39Y" fmla="*/ 2147483647 h 4763"/>
              <a:gd name="GluePoint40X" fmla="*/ 2147483647 w 5376"/>
              <a:gd name="GluePoint40Y" fmla="*/ 2147483647 h 4763"/>
              <a:gd name="GluePoint41X" fmla="*/ 2147483647 w 5376"/>
              <a:gd name="GluePoint41Y" fmla="*/ 2147483647 h 4763"/>
              <a:gd name="GluePoint42X" fmla="*/ 2147483647 w 5376"/>
              <a:gd name="GluePoint42Y" fmla="*/ 2147483647 h 4763"/>
              <a:gd name="GluePoint43X" fmla="*/ 2147483647 w 5376"/>
              <a:gd name="GluePoint43Y" fmla="*/ 2147483647 h 4763"/>
              <a:gd name="GluePoint44X" fmla="*/ 2147483647 w 5376"/>
              <a:gd name="GluePoint44Y" fmla="*/ 2147483647 h 4763"/>
              <a:gd name="GluePoint45X" fmla="*/ 2147483647 w 5376"/>
              <a:gd name="GluePoint45Y" fmla="*/ 2147483647 h 4763"/>
              <a:gd name="GluePoint46X" fmla="*/ 2147483647 w 5376"/>
              <a:gd name="GluePoint46Y" fmla="*/ 2147483647 h 4763"/>
              <a:gd name="GluePoint47X" fmla="*/ 2147483647 w 5376"/>
              <a:gd name="GluePoint47Y" fmla="*/ 2147483647 h 4763"/>
              <a:gd name="GluePoint48X" fmla="*/ 2147483647 w 5376"/>
              <a:gd name="GluePoint48Y" fmla="*/ 2147483647 h 4763"/>
              <a:gd name="GluePoint49X" fmla="*/ 2147483647 w 5376"/>
              <a:gd name="GluePoint49Y" fmla="*/ 2147483647 h 4763"/>
              <a:gd name="GluePoint50X" fmla="*/ 2147483647 w 5376"/>
              <a:gd name="GluePoint50Y" fmla="*/ 2147483647 h 4763"/>
              <a:gd name="GluePoint51X" fmla="*/ 2147483647 w 5376"/>
              <a:gd name="GluePoint51Y" fmla="*/ 2147483647 h 4763"/>
              <a:gd name="GluePoint52X" fmla="*/ 2147483647 w 5376"/>
              <a:gd name="GluePoint52Y" fmla="*/ 2147483647 h 4763"/>
              <a:gd name="GluePoint53X" fmla="*/ 2147483647 w 5376"/>
              <a:gd name="GluePoint53Y" fmla="*/ 2147483647 h 4763"/>
              <a:gd name="GluePoint54X" fmla="*/ 2147483647 w 5376"/>
              <a:gd name="GluePoint54Y" fmla="*/ 2147483647 h 4763"/>
              <a:gd name="GluePoint55X" fmla="*/ 2147483647 w 5376"/>
              <a:gd name="GluePoint55Y" fmla="*/ 2147483647 h 4763"/>
              <a:gd name="GluePoint56X" fmla="*/ 2147483647 w 5376"/>
              <a:gd name="GluePoint56Y" fmla="*/ 2147483647 h 4763"/>
              <a:gd name="GluePoint57X" fmla="*/ 2147483647 w 5376"/>
              <a:gd name="GluePoint57Y" fmla="*/ 2147483647 h 4763"/>
              <a:gd name="GluePoint58X" fmla="*/ 2147483647 w 5376"/>
              <a:gd name="GluePoint58Y" fmla="*/ 2147483647 h 4763"/>
              <a:gd name="GluePoint59X" fmla="*/ 2147483647 w 5376"/>
              <a:gd name="GluePoint59Y" fmla="*/ 2147483647 h 4763"/>
              <a:gd name="GluePoint60X" fmla="*/ 2147483647 w 5376"/>
              <a:gd name="GluePoint60Y" fmla="*/ 2147483647 h 4763"/>
              <a:gd name="GluePoint61X" fmla="*/ 2147483647 w 5376"/>
              <a:gd name="GluePoint61Y" fmla="*/ 2147483647 h 4763"/>
              <a:gd name="GluePoint62X" fmla="*/ 2147483647 w 5376"/>
              <a:gd name="GluePoint62Y" fmla="*/ 2147483647 h 4763"/>
              <a:gd name="GluePoint63X" fmla="*/ 2147483647 w 5376"/>
              <a:gd name="GluePoint63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</a:cxnLst>
            <a:rect l="textAreaLeft" t="textAreaTop" r="textAreaRight" b="textAreaBottom"/>
            <a:pathLst>
              <a:path w="5376" h="4763">
                <a:moveTo>
                  <a:pt x="474" y="3662"/>
                </a:moveTo>
                <a:lnTo>
                  <a:pt x="2749" y="3662"/>
                </a:lnTo>
                <a:lnTo>
                  <a:pt x="2774" y="3664"/>
                </a:lnTo>
                <a:lnTo>
                  <a:pt x="2799" y="3668"/>
                </a:lnTo>
                <a:lnTo>
                  <a:pt x="2823" y="3673"/>
                </a:lnTo>
                <a:lnTo>
                  <a:pt x="2845" y="3682"/>
                </a:lnTo>
                <a:lnTo>
                  <a:pt x="2867" y="3693"/>
                </a:lnTo>
                <a:lnTo>
                  <a:pt x="2887" y="3704"/>
                </a:lnTo>
                <a:lnTo>
                  <a:pt x="2906" y="3719"/>
                </a:lnTo>
                <a:lnTo>
                  <a:pt x="2923" y="3735"/>
                </a:lnTo>
                <a:lnTo>
                  <a:pt x="2940" y="3753"/>
                </a:lnTo>
                <a:lnTo>
                  <a:pt x="2953" y="3771"/>
                </a:lnTo>
                <a:lnTo>
                  <a:pt x="2966" y="3791"/>
                </a:lnTo>
                <a:lnTo>
                  <a:pt x="2976" y="3812"/>
                </a:lnTo>
                <a:lnTo>
                  <a:pt x="2984" y="3836"/>
                </a:lnTo>
                <a:lnTo>
                  <a:pt x="2991" y="3860"/>
                </a:lnTo>
                <a:lnTo>
                  <a:pt x="2994" y="3883"/>
                </a:lnTo>
                <a:lnTo>
                  <a:pt x="2995" y="3908"/>
                </a:lnTo>
                <a:lnTo>
                  <a:pt x="2995" y="4151"/>
                </a:lnTo>
                <a:lnTo>
                  <a:pt x="3019" y="4154"/>
                </a:lnTo>
                <a:lnTo>
                  <a:pt x="3042" y="4158"/>
                </a:lnTo>
                <a:lnTo>
                  <a:pt x="3063" y="4165"/>
                </a:lnTo>
                <a:lnTo>
                  <a:pt x="3086" y="4175"/>
                </a:lnTo>
                <a:lnTo>
                  <a:pt x="3105" y="4186"/>
                </a:lnTo>
                <a:lnTo>
                  <a:pt x="3123" y="4199"/>
                </a:lnTo>
                <a:lnTo>
                  <a:pt x="3141" y="4213"/>
                </a:lnTo>
                <a:lnTo>
                  <a:pt x="3158" y="4228"/>
                </a:lnTo>
                <a:lnTo>
                  <a:pt x="3172" y="4246"/>
                </a:lnTo>
                <a:lnTo>
                  <a:pt x="3186" y="4264"/>
                </a:lnTo>
                <a:lnTo>
                  <a:pt x="3197" y="4284"/>
                </a:lnTo>
                <a:lnTo>
                  <a:pt x="3206" y="4304"/>
                </a:lnTo>
                <a:lnTo>
                  <a:pt x="3213" y="4327"/>
                </a:lnTo>
                <a:lnTo>
                  <a:pt x="3219" y="4349"/>
                </a:lnTo>
                <a:lnTo>
                  <a:pt x="3222" y="4372"/>
                </a:lnTo>
                <a:lnTo>
                  <a:pt x="3223" y="4396"/>
                </a:lnTo>
                <a:lnTo>
                  <a:pt x="3223" y="4698"/>
                </a:lnTo>
                <a:lnTo>
                  <a:pt x="0" y="4698"/>
                </a:lnTo>
                <a:lnTo>
                  <a:pt x="0" y="4396"/>
                </a:lnTo>
                <a:lnTo>
                  <a:pt x="0" y="4372"/>
                </a:lnTo>
                <a:lnTo>
                  <a:pt x="4" y="4349"/>
                </a:lnTo>
                <a:lnTo>
                  <a:pt x="10" y="4327"/>
                </a:lnTo>
                <a:lnTo>
                  <a:pt x="17" y="4304"/>
                </a:lnTo>
                <a:lnTo>
                  <a:pt x="26" y="4284"/>
                </a:lnTo>
                <a:lnTo>
                  <a:pt x="38" y="4264"/>
                </a:lnTo>
                <a:lnTo>
                  <a:pt x="51" y="4246"/>
                </a:lnTo>
                <a:lnTo>
                  <a:pt x="65" y="4228"/>
                </a:lnTo>
                <a:lnTo>
                  <a:pt x="82" y="4213"/>
                </a:lnTo>
                <a:lnTo>
                  <a:pt x="99" y="4199"/>
                </a:lnTo>
                <a:lnTo>
                  <a:pt x="118" y="4186"/>
                </a:lnTo>
                <a:lnTo>
                  <a:pt x="138" y="4175"/>
                </a:lnTo>
                <a:lnTo>
                  <a:pt x="158" y="4165"/>
                </a:lnTo>
                <a:lnTo>
                  <a:pt x="181" y="4158"/>
                </a:lnTo>
                <a:lnTo>
                  <a:pt x="204" y="4153"/>
                </a:lnTo>
                <a:lnTo>
                  <a:pt x="228" y="4150"/>
                </a:lnTo>
                <a:lnTo>
                  <a:pt x="2662" y="4150"/>
                </a:lnTo>
                <a:lnTo>
                  <a:pt x="2662" y="4039"/>
                </a:lnTo>
                <a:lnTo>
                  <a:pt x="228" y="4039"/>
                </a:lnTo>
                <a:lnTo>
                  <a:pt x="228" y="3908"/>
                </a:lnTo>
                <a:lnTo>
                  <a:pt x="228" y="3883"/>
                </a:lnTo>
                <a:lnTo>
                  <a:pt x="232" y="3860"/>
                </a:lnTo>
                <a:lnTo>
                  <a:pt x="238" y="3836"/>
                </a:lnTo>
                <a:lnTo>
                  <a:pt x="246" y="3812"/>
                </a:lnTo>
                <a:lnTo>
                  <a:pt x="257" y="3791"/>
                </a:lnTo>
                <a:lnTo>
                  <a:pt x="270" y="3771"/>
                </a:lnTo>
                <a:lnTo>
                  <a:pt x="284" y="3753"/>
                </a:lnTo>
                <a:lnTo>
                  <a:pt x="299" y="3735"/>
                </a:lnTo>
                <a:lnTo>
                  <a:pt x="317" y="3719"/>
                </a:lnTo>
                <a:lnTo>
                  <a:pt x="336" y="3704"/>
                </a:lnTo>
                <a:lnTo>
                  <a:pt x="356" y="3691"/>
                </a:lnTo>
                <a:lnTo>
                  <a:pt x="378" y="3682"/>
                </a:lnTo>
                <a:lnTo>
                  <a:pt x="400" y="3673"/>
                </a:lnTo>
                <a:lnTo>
                  <a:pt x="424" y="3668"/>
                </a:lnTo>
                <a:lnTo>
                  <a:pt x="449" y="3664"/>
                </a:lnTo>
                <a:lnTo>
                  <a:pt x="474" y="3662"/>
                </a:lnTo>
                <a:close/>
                <a:moveTo>
                  <a:pt x="4417" y="4252"/>
                </a:moveTo>
                <a:lnTo>
                  <a:pt x="4417" y="4252"/>
                </a:lnTo>
                <a:lnTo>
                  <a:pt x="4414" y="4256"/>
                </a:lnTo>
                <a:lnTo>
                  <a:pt x="4411" y="4260"/>
                </a:lnTo>
                <a:lnTo>
                  <a:pt x="4410" y="4264"/>
                </a:lnTo>
                <a:lnTo>
                  <a:pt x="4410" y="4268"/>
                </a:lnTo>
                <a:lnTo>
                  <a:pt x="4410" y="4272"/>
                </a:lnTo>
                <a:lnTo>
                  <a:pt x="4411" y="4278"/>
                </a:lnTo>
                <a:lnTo>
                  <a:pt x="4414" y="4282"/>
                </a:lnTo>
                <a:lnTo>
                  <a:pt x="4417" y="4285"/>
                </a:lnTo>
                <a:lnTo>
                  <a:pt x="4581" y="4449"/>
                </a:lnTo>
                <a:lnTo>
                  <a:pt x="5061" y="3969"/>
                </a:lnTo>
                <a:lnTo>
                  <a:pt x="4898" y="3805"/>
                </a:lnTo>
                <a:lnTo>
                  <a:pt x="4894" y="3803"/>
                </a:lnTo>
                <a:lnTo>
                  <a:pt x="4890" y="3800"/>
                </a:lnTo>
                <a:lnTo>
                  <a:pt x="4885" y="3798"/>
                </a:lnTo>
                <a:lnTo>
                  <a:pt x="4881" y="3798"/>
                </a:lnTo>
                <a:lnTo>
                  <a:pt x="4876" y="3798"/>
                </a:lnTo>
                <a:lnTo>
                  <a:pt x="4871" y="3800"/>
                </a:lnTo>
                <a:lnTo>
                  <a:pt x="4867" y="3803"/>
                </a:lnTo>
                <a:lnTo>
                  <a:pt x="4863" y="3805"/>
                </a:lnTo>
                <a:lnTo>
                  <a:pt x="4417" y="4252"/>
                </a:lnTo>
                <a:close/>
                <a:moveTo>
                  <a:pt x="4260" y="4094"/>
                </a:moveTo>
                <a:lnTo>
                  <a:pt x="4706" y="3648"/>
                </a:lnTo>
                <a:lnTo>
                  <a:pt x="4726" y="3630"/>
                </a:lnTo>
                <a:lnTo>
                  <a:pt x="4745" y="3616"/>
                </a:lnTo>
                <a:lnTo>
                  <a:pt x="4766" y="3604"/>
                </a:lnTo>
                <a:lnTo>
                  <a:pt x="4788" y="3594"/>
                </a:lnTo>
                <a:lnTo>
                  <a:pt x="4810" y="3586"/>
                </a:lnTo>
                <a:lnTo>
                  <a:pt x="4834" y="3580"/>
                </a:lnTo>
                <a:lnTo>
                  <a:pt x="4858" y="3576"/>
                </a:lnTo>
                <a:lnTo>
                  <a:pt x="4881" y="3576"/>
                </a:lnTo>
                <a:lnTo>
                  <a:pt x="4903" y="3576"/>
                </a:lnTo>
                <a:lnTo>
                  <a:pt x="4927" y="3580"/>
                </a:lnTo>
                <a:lnTo>
                  <a:pt x="4951" y="3586"/>
                </a:lnTo>
                <a:lnTo>
                  <a:pt x="4973" y="3594"/>
                </a:lnTo>
                <a:lnTo>
                  <a:pt x="4995" y="3604"/>
                </a:lnTo>
                <a:lnTo>
                  <a:pt x="5016" y="3616"/>
                </a:lnTo>
                <a:lnTo>
                  <a:pt x="5035" y="3630"/>
                </a:lnTo>
                <a:lnTo>
                  <a:pt x="5055" y="3648"/>
                </a:lnTo>
                <a:lnTo>
                  <a:pt x="5376" y="3968"/>
                </a:lnTo>
                <a:lnTo>
                  <a:pt x="4581" y="4763"/>
                </a:lnTo>
                <a:lnTo>
                  <a:pt x="4260" y="4442"/>
                </a:lnTo>
                <a:lnTo>
                  <a:pt x="4243" y="4424"/>
                </a:lnTo>
                <a:lnTo>
                  <a:pt x="4228" y="4404"/>
                </a:lnTo>
                <a:lnTo>
                  <a:pt x="4215" y="4384"/>
                </a:lnTo>
                <a:lnTo>
                  <a:pt x="4206" y="4361"/>
                </a:lnTo>
                <a:lnTo>
                  <a:pt x="4197" y="4339"/>
                </a:lnTo>
                <a:lnTo>
                  <a:pt x="4192" y="4315"/>
                </a:lnTo>
                <a:lnTo>
                  <a:pt x="4189" y="4292"/>
                </a:lnTo>
                <a:lnTo>
                  <a:pt x="4188" y="4268"/>
                </a:lnTo>
                <a:lnTo>
                  <a:pt x="4189" y="4245"/>
                </a:lnTo>
                <a:lnTo>
                  <a:pt x="4192" y="4221"/>
                </a:lnTo>
                <a:lnTo>
                  <a:pt x="4197" y="4199"/>
                </a:lnTo>
                <a:lnTo>
                  <a:pt x="4206" y="4176"/>
                </a:lnTo>
                <a:lnTo>
                  <a:pt x="4215" y="4154"/>
                </a:lnTo>
                <a:lnTo>
                  <a:pt x="4228" y="4133"/>
                </a:lnTo>
                <a:lnTo>
                  <a:pt x="4243" y="4113"/>
                </a:lnTo>
                <a:lnTo>
                  <a:pt x="4260" y="4094"/>
                </a:lnTo>
                <a:close/>
                <a:moveTo>
                  <a:pt x="4103" y="4094"/>
                </a:moveTo>
                <a:lnTo>
                  <a:pt x="2417" y="2409"/>
                </a:lnTo>
                <a:lnTo>
                  <a:pt x="3023" y="1804"/>
                </a:lnTo>
                <a:lnTo>
                  <a:pt x="4707" y="3490"/>
                </a:lnTo>
                <a:lnTo>
                  <a:pt x="4550" y="3647"/>
                </a:lnTo>
                <a:lnTo>
                  <a:pt x="3084" y="2181"/>
                </a:lnTo>
                <a:lnTo>
                  <a:pt x="3084" y="2762"/>
                </a:lnTo>
                <a:lnTo>
                  <a:pt x="4260" y="3937"/>
                </a:lnTo>
                <a:lnTo>
                  <a:pt x="4103" y="4094"/>
                </a:lnTo>
                <a:close/>
                <a:moveTo>
                  <a:pt x="2165" y="666"/>
                </a:moveTo>
                <a:lnTo>
                  <a:pt x="2165" y="666"/>
                </a:lnTo>
                <a:lnTo>
                  <a:pt x="2152" y="648"/>
                </a:lnTo>
                <a:lnTo>
                  <a:pt x="2140" y="628"/>
                </a:lnTo>
                <a:lnTo>
                  <a:pt x="2131" y="607"/>
                </a:lnTo>
                <a:lnTo>
                  <a:pt x="2122" y="587"/>
                </a:lnTo>
                <a:lnTo>
                  <a:pt x="2117" y="564"/>
                </a:lnTo>
                <a:lnTo>
                  <a:pt x="2113" y="543"/>
                </a:lnTo>
                <a:lnTo>
                  <a:pt x="2111" y="521"/>
                </a:lnTo>
                <a:lnTo>
                  <a:pt x="2111" y="499"/>
                </a:lnTo>
                <a:lnTo>
                  <a:pt x="2113" y="477"/>
                </a:lnTo>
                <a:lnTo>
                  <a:pt x="2117" y="454"/>
                </a:lnTo>
                <a:lnTo>
                  <a:pt x="2122" y="434"/>
                </a:lnTo>
                <a:lnTo>
                  <a:pt x="2131" y="411"/>
                </a:lnTo>
                <a:lnTo>
                  <a:pt x="2140" y="392"/>
                </a:lnTo>
                <a:lnTo>
                  <a:pt x="2153" y="372"/>
                </a:lnTo>
                <a:lnTo>
                  <a:pt x="2167" y="353"/>
                </a:lnTo>
                <a:lnTo>
                  <a:pt x="2182" y="336"/>
                </a:lnTo>
                <a:lnTo>
                  <a:pt x="2446" y="72"/>
                </a:lnTo>
                <a:lnTo>
                  <a:pt x="2466" y="56"/>
                </a:lnTo>
                <a:lnTo>
                  <a:pt x="2485" y="40"/>
                </a:lnTo>
                <a:lnTo>
                  <a:pt x="2506" y="28"/>
                </a:lnTo>
                <a:lnTo>
                  <a:pt x="2528" y="18"/>
                </a:lnTo>
                <a:lnTo>
                  <a:pt x="2550" y="10"/>
                </a:lnTo>
                <a:lnTo>
                  <a:pt x="2574" y="4"/>
                </a:lnTo>
                <a:lnTo>
                  <a:pt x="2598" y="1"/>
                </a:lnTo>
                <a:lnTo>
                  <a:pt x="2620" y="0"/>
                </a:lnTo>
                <a:lnTo>
                  <a:pt x="2644" y="1"/>
                </a:lnTo>
                <a:lnTo>
                  <a:pt x="2667" y="4"/>
                </a:lnTo>
                <a:lnTo>
                  <a:pt x="2691" y="10"/>
                </a:lnTo>
                <a:lnTo>
                  <a:pt x="2713" y="18"/>
                </a:lnTo>
                <a:lnTo>
                  <a:pt x="2735" y="28"/>
                </a:lnTo>
                <a:lnTo>
                  <a:pt x="2756" y="40"/>
                </a:lnTo>
                <a:lnTo>
                  <a:pt x="2776" y="56"/>
                </a:lnTo>
                <a:lnTo>
                  <a:pt x="2795" y="72"/>
                </a:lnTo>
                <a:lnTo>
                  <a:pt x="3660" y="937"/>
                </a:lnTo>
                <a:lnTo>
                  <a:pt x="3676" y="956"/>
                </a:lnTo>
                <a:lnTo>
                  <a:pt x="3691" y="976"/>
                </a:lnTo>
                <a:lnTo>
                  <a:pt x="3704" y="997"/>
                </a:lnTo>
                <a:lnTo>
                  <a:pt x="3714" y="1019"/>
                </a:lnTo>
                <a:lnTo>
                  <a:pt x="3722" y="1041"/>
                </a:lnTo>
                <a:lnTo>
                  <a:pt x="3728" y="1065"/>
                </a:lnTo>
                <a:lnTo>
                  <a:pt x="3730" y="1088"/>
                </a:lnTo>
                <a:lnTo>
                  <a:pt x="3732" y="1112"/>
                </a:lnTo>
                <a:lnTo>
                  <a:pt x="3730" y="1136"/>
                </a:lnTo>
                <a:lnTo>
                  <a:pt x="3728" y="1159"/>
                </a:lnTo>
                <a:lnTo>
                  <a:pt x="3722" y="1181"/>
                </a:lnTo>
                <a:lnTo>
                  <a:pt x="3714" y="1204"/>
                </a:lnTo>
                <a:lnTo>
                  <a:pt x="3704" y="1226"/>
                </a:lnTo>
                <a:lnTo>
                  <a:pt x="3691" y="1247"/>
                </a:lnTo>
                <a:lnTo>
                  <a:pt x="3676" y="1268"/>
                </a:lnTo>
                <a:lnTo>
                  <a:pt x="3660" y="1286"/>
                </a:lnTo>
                <a:lnTo>
                  <a:pt x="3395" y="1550"/>
                </a:lnTo>
                <a:lnTo>
                  <a:pt x="3380" y="1565"/>
                </a:lnTo>
                <a:lnTo>
                  <a:pt x="3362" y="1577"/>
                </a:lnTo>
                <a:lnTo>
                  <a:pt x="3344" y="1589"/>
                </a:lnTo>
                <a:lnTo>
                  <a:pt x="3326" y="1598"/>
                </a:lnTo>
                <a:lnTo>
                  <a:pt x="3306" y="1607"/>
                </a:lnTo>
                <a:lnTo>
                  <a:pt x="3287" y="1614"/>
                </a:lnTo>
                <a:lnTo>
                  <a:pt x="3266" y="1618"/>
                </a:lnTo>
                <a:lnTo>
                  <a:pt x="3245" y="1621"/>
                </a:lnTo>
                <a:lnTo>
                  <a:pt x="3226" y="1622"/>
                </a:lnTo>
                <a:lnTo>
                  <a:pt x="3205" y="1621"/>
                </a:lnTo>
                <a:lnTo>
                  <a:pt x="3184" y="1619"/>
                </a:lnTo>
                <a:lnTo>
                  <a:pt x="3163" y="1615"/>
                </a:lnTo>
                <a:lnTo>
                  <a:pt x="3144" y="1609"/>
                </a:lnTo>
                <a:lnTo>
                  <a:pt x="3124" y="1601"/>
                </a:lnTo>
                <a:lnTo>
                  <a:pt x="3105" y="1593"/>
                </a:lnTo>
                <a:lnTo>
                  <a:pt x="3087" y="1582"/>
                </a:lnTo>
                <a:lnTo>
                  <a:pt x="2189" y="2479"/>
                </a:lnTo>
                <a:lnTo>
                  <a:pt x="2200" y="2499"/>
                </a:lnTo>
                <a:lnTo>
                  <a:pt x="2208" y="2517"/>
                </a:lnTo>
                <a:lnTo>
                  <a:pt x="2217" y="2536"/>
                </a:lnTo>
                <a:lnTo>
                  <a:pt x="2222" y="2557"/>
                </a:lnTo>
                <a:lnTo>
                  <a:pt x="2227" y="2577"/>
                </a:lnTo>
                <a:lnTo>
                  <a:pt x="2228" y="2598"/>
                </a:lnTo>
                <a:lnTo>
                  <a:pt x="2229" y="2618"/>
                </a:lnTo>
                <a:lnTo>
                  <a:pt x="2228" y="2639"/>
                </a:lnTo>
                <a:lnTo>
                  <a:pt x="2225" y="2659"/>
                </a:lnTo>
                <a:lnTo>
                  <a:pt x="2220" y="2680"/>
                </a:lnTo>
                <a:lnTo>
                  <a:pt x="2214" y="2699"/>
                </a:lnTo>
                <a:lnTo>
                  <a:pt x="2206" y="2719"/>
                </a:lnTo>
                <a:lnTo>
                  <a:pt x="2196" y="2738"/>
                </a:lnTo>
                <a:lnTo>
                  <a:pt x="2185" y="2755"/>
                </a:lnTo>
                <a:lnTo>
                  <a:pt x="2171" y="2773"/>
                </a:lnTo>
                <a:lnTo>
                  <a:pt x="2157" y="2789"/>
                </a:lnTo>
                <a:lnTo>
                  <a:pt x="1893" y="3052"/>
                </a:lnTo>
                <a:lnTo>
                  <a:pt x="1875" y="3069"/>
                </a:lnTo>
                <a:lnTo>
                  <a:pt x="1857" y="3083"/>
                </a:lnTo>
                <a:lnTo>
                  <a:pt x="1837" y="3097"/>
                </a:lnTo>
                <a:lnTo>
                  <a:pt x="1818" y="3108"/>
                </a:lnTo>
                <a:lnTo>
                  <a:pt x="1797" y="3117"/>
                </a:lnTo>
                <a:lnTo>
                  <a:pt x="1776" y="3124"/>
                </a:lnTo>
                <a:lnTo>
                  <a:pt x="1754" y="3129"/>
                </a:lnTo>
                <a:lnTo>
                  <a:pt x="1730" y="3131"/>
                </a:lnTo>
                <a:lnTo>
                  <a:pt x="1707" y="3131"/>
                </a:lnTo>
                <a:lnTo>
                  <a:pt x="1683" y="3129"/>
                </a:lnTo>
                <a:lnTo>
                  <a:pt x="1659" y="3123"/>
                </a:lnTo>
                <a:lnTo>
                  <a:pt x="1636" y="3115"/>
                </a:lnTo>
                <a:lnTo>
                  <a:pt x="1611" y="3102"/>
                </a:lnTo>
                <a:lnTo>
                  <a:pt x="1586" y="3087"/>
                </a:lnTo>
                <a:lnTo>
                  <a:pt x="1561" y="3067"/>
                </a:lnTo>
                <a:lnTo>
                  <a:pt x="1537" y="3045"/>
                </a:lnTo>
                <a:lnTo>
                  <a:pt x="680" y="2188"/>
                </a:lnTo>
                <a:lnTo>
                  <a:pt x="663" y="2168"/>
                </a:lnTo>
                <a:lnTo>
                  <a:pt x="648" y="2149"/>
                </a:lnTo>
                <a:lnTo>
                  <a:pt x="635" y="2128"/>
                </a:lnTo>
                <a:lnTo>
                  <a:pt x="625" y="2106"/>
                </a:lnTo>
                <a:lnTo>
                  <a:pt x="617" y="2083"/>
                </a:lnTo>
                <a:lnTo>
                  <a:pt x="612" y="2060"/>
                </a:lnTo>
                <a:lnTo>
                  <a:pt x="609" y="2038"/>
                </a:lnTo>
                <a:lnTo>
                  <a:pt x="607" y="2014"/>
                </a:lnTo>
                <a:lnTo>
                  <a:pt x="609" y="1990"/>
                </a:lnTo>
                <a:lnTo>
                  <a:pt x="612" y="1967"/>
                </a:lnTo>
                <a:lnTo>
                  <a:pt x="617" y="1943"/>
                </a:lnTo>
                <a:lnTo>
                  <a:pt x="625" y="1921"/>
                </a:lnTo>
                <a:lnTo>
                  <a:pt x="635" y="1899"/>
                </a:lnTo>
                <a:lnTo>
                  <a:pt x="648" y="1878"/>
                </a:lnTo>
                <a:lnTo>
                  <a:pt x="663" y="1858"/>
                </a:lnTo>
                <a:lnTo>
                  <a:pt x="680" y="1839"/>
                </a:lnTo>
                <a:lnTo>
                  <a:pt x="944" y="1575"/>
                </a:lnTo>
                <a:lnTo>
                  <a:pt x="960" y="1559"/>
                </a:lnTo>
                <a:lnTo>
                  <a:pt x="980" y="1546"/>
                </a:lnTo>
                <a:lnTo>
                  <a:pt x="999" y="1533"/>
                </a:lnTo>
                <a:lnTo>
                  <a:pt x="1019" y="1523"/>
                </a:lnTo>
                <a:lnTo>
                  <a:pt x="1040" y="1515"/>
                </a:lnTo>
                <a:lnTo>
                  <a:pt x="1062" y="1509"/>
                </a:lnTo>
                <a:lnTo>
                  <a:pt x="1084" y="1505"/>
                </a:lnTo>
                <a:lnTo>
                  <a:pt x="1106" y="1504"/>
                </a:lnTo>
                <a:lnTo>
                  <a:pt x="1129" y="1504"/>
                </a:lnTo>
                <a:lnTo>
                  <a:pt x="1149" y="1505"/>
                </a:lnTo>
                <a:lnTo>
                  <a:pt x="1172" y="1509"/>
                </a:lnTo>
                <a:lnTo>
                  <a:pt x="1194" y="1515"/>
                </a:lnTo>
                <a:lnTo>
                  <a:pt x="1215" y="1523"/>
                </a:lnTo>
                <a:lnTo>
                  <a:pt x="1236" y="1533"/>
                </a:lnTo>
                <a:lnTo>
                  <a:pt x="1255" y="1546"/>
                </a:lnTo>
                <a:lnTo>
                  <a:pt x="1273" y="1559"/>
                </a:lnTo>
                <a:lnTo>
                  <a:pt x="2165" y="666"/>
                </a:lnTo>
                <a:close/>
                <a:moveTo>
                  <a:pt x="1134" y="1733"/>
                </a:moveTo>
                <a:lnTo>
                  <a:pt x="1134" y="1733"/>
                </a:lnTo>
                <a:lnTo>
                  <a:pt x="1130" y="1729"/>
                </a:lnTo>
                <a:lnTo>
                  <a:pt x="1126" y="1728"/>
                </a:lnTo>
                <a:lnTo>
                  <a:pt x="1122" y="1726"/>
                </a:lnTo>
                <a:lnTo>
                  <a:pt x="1117" y="1726"/>
                </a:lnTo>
                <a:lnTo>
                  <a:pt x="1113" y="1726"/>
                </a:lnTo>
                <a:lnTo>
                  <a:pt x="1108" y="1728"/>
                </a:lnTo>
                <a:lnTo>
                  <a:pt x="1104" y="1729"/>
                </a:lnTo>
                <a:lnTo>
                  <a:pt x="1101" y="1733"/>
                </a:lnTo>
                <a:lnTo>
                  <a:pt x="837" y="1996"/>
                </a:lnTo>
                <a:lnTo>
                  <a:pt x="834" y="2000"/>
                </a:lnTo>
                <a:lnTo>
                  <a:pt x="831" y="2004"/>
                </a:lnTo>
                <a:lnTo>
                  <a:pt x="830" y="2008"/>
                </a:lnTo>
                <a:lnTo>
                  <a:pt x="830" y="2014"/>
                </a:lnTo>
                <a:lnTo>
                  <a:pt x="830" y="2018"/>
                </a:lnTo>
                <a:lnTo>
                  <a:pt x="831" y="2022"/>
                </a:lnTo>
                <a:lnTo>
                  <a:pt x="834" y="2026"/>
                </a:lnTo>
                <a:lnTo>
                  <a:pt x="837" y="2031"/>
                </a:lnTo>
                <a:lnTo>
                  <a:pt x="1701" y="2895"/>
                </a:lnTo>
                <a:lnTo>
                  <a:pt x="1707" y="2899"/>
                </a:lnTo>
                <a:lnTo>
                  <a:pt x="1711" y="2902"/>
                </a:lnTo>
                <a:lnTo>
                  <a:pt x="1716" y="2903"/>
                </a:lnTo>
                <a:lnTo>
                  <a:pt x="1721" y="2903"/>
                </a:lnTo>
                <a:lnTo>
                  <a:pt x="1725" y="2902"/>
                </a:lnTo>
                <a:lnTo>
                  <a:pt x="1729" y="2901"/>
                </a:lnTo>
                <a:lnTo>
                  <a:pt x="1736" y="2895"/>
                </a:lnTo>
                <a:lnTo>
                  <a:pt x="2000" y="2631"/>
                </a:lnTo>
                <a:lnTo>
                  <a:pt x="2003" y="2628"/>
                </a:lnTo>
                <a:lnTo>
                  <a:pt x="2004" y="2624"/>
                </a:lnTo>
                <a:lnTo>
                  <a:pt x="2006" y="2620"/>
                </a:lnTo>
                <a:lnTo>
                  <a:pt x="2007" y="2614"/>
                </a:lnTo>
                <a:lnTo>
                  <a:pt x="2006" y="2610"/>
                </a:lnTo>
                <a:lnTo>
                  <a:pt x="2004" y="2606"/>
                </a:lnTo>
                <a:lnTo>
                  <a:pt x="2003" y="2602"/>
                </a:lnTo>
                <a:lnTo>
                  <a:pt x="2000" y="2598"/>
                </a:lnTo>
                <a:lnTo>
                  <a:pt x="1134" y="1733"/>
                </a:lnTo>
                <a:close/>
                <a:moveTo>
                  <a:pt x="3005" y="1350"/>
                </a:moveTo>
                <a:lnTo>
                  <a:pt x="2400" y="745"/>
                </a:lnTo>
                <a:lnTo>
                  <a:pt x="1352" y="1794"/>
                </a:lnTo>
                <a:lnTo>
                  <a:pt x="1957" y="2397"/>
                </a:lnTo>
                <a:lnTo>
                  <a:pt x="3005" y="1350"/>
                </a:lnTo>
                <a:close/>
                <a:moveTo>
                  <a:pt x="3205" y="1393"/>
                </a:moveTo>
                <a:lnTo>
                  <a:pt x="3205" y="1393"/>
                </a:lnTo>
                <a:lnTo>
                  <a:pt x="3209" y="1395"/>
                </a:lnTo>
                <a:lnTo>
                  <a:pt x="3213" y="1398"/>
                </a:lnTo>
                <a:lnTo>
                  <a:pt x="3218" y="1398"/>
                </a:lnTo>
                <a:lnTo>
                  <a:pt x="3222" y="1400"/>
                </a:lnTo>
                <a:lnTo>
                  <a:pt x="3226" y="1398"/>
                </a:lnTo>
                <a:lnTo>
                  <a:pt x="3230" y="1398"/>
                </a:lnTo>
                <a:lnTo>
                  <a:pt x="3234" y="1395"/>
                </a:lnTo>
                <a:lnTo>
                  <a:pt x="3238" y="1393"/>
                </a:lnTo>
                <a:lnTo>
                  <a:pt x="3502" y="1129"/>
                </a:lnTo>
                <a:lnTo>
                  <a:pt x="3505" y="1124"/>
                </a:lnTo>
                <a:lnTo>
                  <a:pt x="3508" y="1120"/>
                </a:lnTo>
                <a:lnTo>
                  <a:pt x="3509" y="1116"/>
                </a:lnTo>
                <a:lnTo>
                  <a:pt x="3509" y="1112"/>
                </a:lnTo>
                <a:lnTo>
                  <a:pt x="3509" y="1106"/>
                </a:lnTo>
                <a:lnTo>
                  <a:pt x="3508" y="1102"/>
                </a:lnTo>
                <a:lnTo>
                  <a:pt x="3505" y="1098"/>
                </a:lnTo>
                <a:lnTo>
                  <a:pt x="3502" y="1095"/>
                </a:lnTo>
                <a:lnTo>
                  <a:pt x="2638" y="229"/>
                </a:lnTo>
                <a:lnTo>
                  <a:pt x="2634" y="227"/>
                </a:lnTo>
                <a:lnTo>
                  <a:pt x="2630" y="224"/>
                </a:lnTo>
                <a:lnTo>
                  <a:pt x="2625" y="222"/>
                </a:lnTo>
                <a:lnTo>
                  <a:pt x="2620" y="222"/>
                </a:lnTo>
                <a:lnTo>
                  <a:pt x="2616" y="222"/>
                </a:lnTo>
                <a:lnTo>
                  <a:pt x="2612" y="224"/>
                </a:lnTo>
                <a:lnTo>
                  <a:pt x="2607" y="227"/>
                </a:lnTo>
                <a:lnTo>
                  <a:pt x="2603" y="229"/>
                </a:lnTo>
                <a:lnTo>
                  <a:pt x="2339" y="493"/>
                </a:lnTo>
                <a:lnTo>
                  <a:pt x="2336" y="498"/>
                </a:lnTo>
                <a:lnTo>
                  <a:pt x="2335" y="502"/>
                </a:lnTo>
                <a:lnTo>
                  <a:pt x="2334" y="506"/>
                </a:lnTo>
                <a:lnTo>
                  <a:pt x="2332" y="510"/>
                </a:lnTo>
                <a:lnTo>
                  <a:pt x="2334" y="514"/>
                </a:lnTo>
                <a:lnTo>
                  <a:pt x="2335" y="518"/>
                </a:lnTo>
                <a:lnTo>
                  <a:pt x="2336" y="523"/>
                </a:lnTo>
                <a:lnTo>
                  <a:pt x="2339" y="527"/>
                </a:lnTo>
                <a:lnTo>
                  <a:pt x="3205" y="1393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  <p:sp>
        <p:nvSpPr>
          <p:cNvPr id="710" name="CaixaDeTexto 23"/>
          <p:cNvSpPr/>
          <p:nvPr/>
        </p:nvSpPr>
        <p:spPr>
          <a:xfrm>
            <a:off x="1518840" y="2185560"/>
            <a:ext cx="11242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Sistemas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CaixaDeTexto 24"/>
          <p:cNvSpPr/>
          <p:nvPr/>
        </p:nvSpPr>
        <p:spPr>
          <a:xfrm>
            <a:off x="1125720" y="3352680"/>
            <a:ext cx="15886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Planejamento financeiro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CaixaDeTexto 25"/>
          <p:cNvSpPr/>
          <p:nvPr/>
        </p:nvSpPr>
        <p:spPr>
          <a:xfrm>
            <a:off x="1441800" y="4542840"/>
            <a:ext cx="15886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Precificação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CaixaDeTexto 26"/>
          <p:cNvSpPr/>
          <p:nvPr/>
        </p:nvSpPr>
        <p:spPr>
          <a:xfrm>
            <a:off x="2674800" y="5247720"/>
            <a:ext cx="15886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Mapeamento de riscos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CaixaDeTexto 27"/>
          <p:cNvSpPr/>
          <p:nvPr/>
        </p:nvSpPr>
        <p:spPr>
          <a:xfrm>
            <a:off x="7514280" y="5115240"/>
            <a:ext cx="15886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Logística e distribuição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CaixaDeTexto 28"/>
          <p:cNvSpPr/>
          <p:nvPr/>
        </p:nvSpPr>
        <p:spPr>
          <a:xfrm>
            <a:off x="8124480" y="3942360"/>
            <a:ext cx="15886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Revisão de contratos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Freeform 46"/>
          <p:cNvSpPr/>
          <p:nvPr/>
        </p:nvSpPr>
        <p:spPr>
          <a:xfrm>
            <a:off x="7873560" y="3949920"/>
            <a:ext cx="333000" cy="462240"/>
          </a:xfrm>
          <a:custGeom>
            <a:avLst/>
            <a:gdLst>
              <a:gd name="textAreaLeft" fmla="*/ 0 w 333000"/>
              <a:gd name="textAreaRight" fmla="*/ 333360 w 333000"/>
              <a:gd name="textAreaTop" fmla="*/ 0 h 462240"/>
              <a:gd name="textAreaBottom" fmla="*/ 462600 h 462240"/>
              <a:gd name="GluePoint1X" fmla="*/ 2147483647 w 3426"/>
              <a:gd name="GluePoint1Y" fmla="*/ 2147483647 h 4763"/>
              <a:gd name="GluePoint2X" fmla="*/ 2147483647 w 3426"/>
              <a:gd name="GluePoint2Y" fmla="*/ 2147483647 h 4763"/>
              <a:gd name="GluePoint3X" fmla="*/ 2147483647 w 3426"/>
              <a:gd name="GluePoint3Y" fmla="*/ 2147483647 h 4763"/>
              <a:gd name="GluePoint4X" fmla="*/ 2147483647 w 3426"/>
              <a:gd name="GluePoint4Y" fmla="*/ 2147483647 h 4763"/>
              <a:gd name="GluePoint5X" fmla="*/ 2147483647 w 3426"/>
              <a:gd name="GluePoint5Y" fmla="*/ 2147483647 h 4763"/>
              <a:gd name="GluePoint6X" fmla="*/ 2147483647 w 3426"/>
              <a:gd name="GluePoint6Y" fmla="*/ 2147483647 h 4763"/>
              <a:gd name="GluePoint7X" fmla="*/ 2147483647 w 3426"/>
              <a:gd name="GluePoint7Y" fmla="*/ 2147483647 h 4763"/>
              <a:gd name="GluePoint8X" fmla="*/ 2147483647 w 3426"/>
              <a:gd name="GluePoint8Y" fmla="*/ 2147483647 h 4763"/>
              <a:gd name="GluePoint9X" fmla="*/ 2147483647 w 3426"/>
              <a:gd name="GluePoint9Y" fmla="*/ 2147483647 h 4763"/>
              <a:gd name="GluePoint10X" fmla="*/ 2147483647 w 3426"/>
              <a:gd name="GluePoint10Y" fmla="*/ 2147483647 h 4763"/>
              <a:gd name="GluePoint11X" fmla="*/ 2147483647 w 3426"/>
              <a:gd name="GluePoint11Y" fmla="*/ 2147483647 h 4763"/>
              <a:gd name="GluePoint12X" fmla="*/ 2147483647 w 3426"/>
              <a:gd name="GluePoint12Y" fmla="*/ 2147483647 h 4763"/>
              <a:gd name="GluePoint13X" fmla="*/ 2147483647 w 3426"/>
              <a:gd name="GluePoint13Y" fmla="*/ 2147483647 h 4763"/>
              <a:gd name="GluePoint14X" fmla="*/ 2147483647 w 3426"/>
              <a:gd name="GluePoint14Y" fmla="*/ 2147483647 h 4763"/>
              <a:gd name="GluePoint15X" fmla="*/ 2147483647 w 3426"/>
              <a:gd name="GluePoint15Y" fmla="*/ 2147483647 h 4763"/>
              <a:gd name="GluePoint16X" fmla="*/ 2147483647 w 3426"/>
              <a:gd name="GluePoint16Y" fmla="*/ 2147483647 h 4763"/>
              <a:gd name="GluePoint17X" fmla="*/ 2147483647 w 3426"/>
              <a:gd name="GluePoint17Y" fmla="*/ 2147483647 h 4763"/>
              <a:gd name="GluePoint18X" fmla="*/ 2147483647 w 3426"/>
              <a:gd name="GluePoint18Y" fmla="*/ 2147483647 h 4763"/>
              <a:gd name="GluePoint19X" fmla="*/ 2147483647 w 3426"/>
              <a:gd name="GluePoint19Y" fmla="*/ 2147483647 h 4763"/>
              <a:gd name="GluePoint20X" fmla="*/ 2147483647 w 3426"/>
              <a:gd name="GluePoint20Y" fmla="*/ 2147483647 h 4763"/>
              <a:gd name="GluePoint21X" fmla="*/ 2147483647 w 3426"/>
              <a:gd name="GluePoint21Y" fmla="*/ 2147483647 h 4763"/>
              <a:gd name="GluePoint22X" fmla="*/ 2147483647 w 3426"/>
              <a:gd name="GluePoint22Y" fmla="*/ 2147483647 h 4763"/>
              <a:gd name="GluePoint23X" fmla="*/ 2147483647 w 3426"/>
              <a:gd name="GluePoint23Y" fmla="*/ 2147483647 h 4763"/>
              <a:gd name="GluePoint24X" fmla="*/ 2147483647 w 3426"/>
              <a:gd name="GluePoint24Y" fmla="*/ 2147483647 h 4763"/>
              <a:gd name="GluePoint25X" fmla="*/ 2147483647 w 3426"/>
              <a:gd name="GluePoint25Y" fmla="*/ 2147483647 h 4763"/>
              <a:gd name="GluePoint26X" fmla="*/ 2147483647 w 3426"/>
              <a:gd name="GluePoint26Y" fmla="*/ 2147483647 h 4763"/>
              <a:gd name="GluePoint27X" fmla="*/ 2147483647 w 3426"/>
              <a:gd name="GluePoint27Y" fmla="*/ 2147483647 h 4763"/>
              <a:gd name="GluePoint28X" fmla="*/ 2147483647 w 3426"/>
              <a:gd name="GluePoint28Y" fmla="*/ 2147483647 h 4763"/>
              <a:gd name="GluePoint29X" fmla="*/ 2147483647 w 3426"/>
              <a:gd name="GluePoint29Y" fmla="*/ 2147483647 h 4763"/>
              <a:gd name="GluePoint30X" fmla="*/ 2147483647 w 3426"/>
              <a:gd name="GluePoint30Y" fmla="*/ 2147483647 h 4763"/>
              <a:gd name="GluePoint31X" fmla="*/ 2147483647 w 3426"/>
              <a:gd name="GluePoint31Y" fmla="*/ 2147483647 h 4763"/>
              <a:gd name="GluePoint32X" fmla="*/ 2147483647 w 3426"/>
              <a:gd name="GluePoint32Y" fmla="*/ 2147483647 h 4763"/>
              <a:gd name="GluePoint33X" fmla="*/ 2147483647 w 3426"/>
              <a:gd name="GluePoint33Y" fmla="*/ 2147483647 h 4763"/>
              <a:gd name="GluePoint34X" fmla="*/ 2147483647 w 3426"/>
              <a:gd name="GluePoint34Y" fmla="*/ 2147483647 h 4763"/>
              <a:gd name="GluePoint35X" fmla="*/ 2147483647 w 3426"/>
              <a:gd name="GluePoint35Y" fmla="*/ 2147483647 h 4763"/>
              <a:gd name="GluePoint36X" fmla="*/ 2147483647 w 3426"/>
              <a:gd name="GluePoint36Y" fmla="*/ 2147483647 h 4763"/>
              <a:gd name="GluePoint37X" fmla="*/ 2147483647 w 3426"/>
              <a:gd name="GluePoint37Y" fmla="*/ 2147483647 h 4763"/>
              <a:gd name="GluePoint38X" fmla="*/ 2147483647 w 3426"/>
              <a:gd name="GluePoint38Y" fmla="*/ 2147483647 h 4763"/>
              <a:gd name="GluePoint39X" fmla="*/ 2147483647 w 3426"/>
              <a:gd name="GluePoint39Y" fmla="*/ 2147483647 h 4763"/>
              <a:gd name="GluePoint40X" fmla="*/ 2147483647 w 3426"/>
              <a:gd name="GluePoint40Y" fmla="*/ 2147483647 h 4763"/>
              <a:gd name="GluePoint41X" fmla="*/ 2147483647 w 3426"/>
              <a:gd name="GluePoint41Y" fmla="*/ 2147483647 h 4763"/>
              <a:gd name="GluePoint42X" fmla="*/ 2147483647 w 3426"/>
              <a:gd name="GluePoint42Y" fmla="*/ 2147483647 h 4763"/>
              <a:gd name="GluePoint43X" fmla="*/ 2147483647 w 3426"/>
              <a:gd name="GluePoint43Y" fmla="*/ 2147483647 h 4763"/>
              <a:gd name="GluePoint44X" fmla="*/ 2147483647 w 3426"/>
              <a:gd name="GluePoint44Y" fmla="*/ 2147483647 h 4763"/>
              <a:gd name="GluePoint45X" fmla="*/ 2147483647 w 3426"/>
              <a:gd name="GluePoint45Y" fmla="*/ 2147483647 h 4763"/>
              <a:gd name="GluePoint46X" fmla="*/ 2147483647 w 3426"/>
              <a:gd name="GluePoint46Y" fmla="*/ 2147483647 h 4763"/>
              <a:gd name="GluePoint47X" fmla="*/ 2147483647 w 3426"/>
              <a:gd name="GluePoint47Y" fmla="*/ 2147483647 h 4763"/>
              <a:gd name="GluePoint48X" fmla="*/ 2147483647 w 3426"/>
              <a:gd name="GluePoint48Y" fmla="*/ 2147483647 h 4763"/>
              <a:gd name="GluePoint49X" fmla="*/ 2147483647 w 3426"/>
              <a:gd name="GluePoint49Y" fmla="*/ 2147483647 h 4763"/>
              <a:gd name="GluePoint50X" fmla="*/ 2147483647 w 3426"/>
              <a:gd name="GluePoint50Y" fmla="*/ 2147483647 h 4763"/>
              <a:gd name="GluePoint51X" fmla="*/ 2147483647 w 3426"/>
              <a:gd name="GluePoint51Y" fmla="*/ 2147483647 h 4763"/>
              <a:gd name="GluePoint52X" fmla="*/ 2147483647 w 3426"/>
              <a:gd name="GluePoint52Y" fmla="*/ 2147483647 h 4763"/>
              <a:gd name="GluePoint53X" fmla="*/ 2147483647 w 3426"/>
              <a:gd name="GluePoint53Y" fmla="*/ 2147483647 h 4763"/>
              <a:gd name="GluePoint54X" fmla="*/ 2147483647 w 3426"/>
              <a:gd name="GluePoint54Y" fmla="*/ 2147483647 h 4763"/>
              <a:gd name="GluePoint55X" fmla="*/ 2147483647 w 3426"/>
              <a:gd name="GluePoint55Y" fmla="*/ 2147483647 h 4763"/>
              <a:gd name="GluePoint56X" fmla="*/ 2147483647 w 3426"/>
              <a:gd name="GluePoint56Y" fmla="*/ 2147483647 h 4763"/>
              <a:gd name="GluePoint57X" fmla="*/ 2147483647 w 3426"/>
              <a:gd name="GluePoint57Y" fmla="*/ 2147483647 h 4763"/>
              <a:gd name="GluePoint58X" fmla="*/ 2147483647 w 3426"/>
              <a:gd name="GluePoint58Y" fmla="*/ 2147483647 h 4763"/>
              <a:gd name="GluePoint59X" fmla="*/ 2147483647 w 3426"/>
              <a:gd name="GluePoint59Y" fmla="*/ 2147483647 h 4763"/>
              <a:gd name="GluePoint60X" fmla="*/ 2147483647 w 3426"/>
              <a:gd name="GluePoint60Y" fmla="*/ 2147483647 h 4763"/>
              <a:gd name="GluePoint61X" fmla="*/ 2147483647 w 3426"/>
              <a:gd name="GluePoint61Y" fmla="*/ 2147483647 h 4763"/>
              <a:gd name="GluePoint62X" fmla="*/ 2147483647 w 3426"/>
              <a:gd name="GluePoint62Y" fmla="*/ 2147483647 h 4763"/>
              <a:gd name="GluePoint63X" fmla="*/ 2147483647 w 3426"/>
              <a:gd name="GluePoint63Y" fmla="*/ 2147483647 h 47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</a:cxnLst>
            <a:rect l="textAreaLeft" t="textAreaTop" r="textAreaRight" b="textAreaBottom"/>
            <a:pathLst>
              <a:path w="3426" h="4763">
                <a:moveTo>
                  <a:pt x="612" y="2471"/>
                </a:moveTo>
                <a:lnTo>
                  <a:pt x="612" y="2471"/>
                </a:lnTo>
                <a:lnTo>
                  <a:pt x="612" y="2455"/>
                </a:lnTo>
                <a:lnTo>
                  <a:pt x="615" y="2441"/>
                </a:lnTo>
                <a:lnTo>
                  <a:pt x="619" y="2426"/>
                </a:lnTo>
                <a:lnTo>
                  <a:pt x="625" y="2412"/>
                </a:lnTo>
                <a:lnTo>
                  <a:pt x="631" y="2398"/>
                </a:lnTo>
                <a:lnTo>
                  <a:pt x="638" y="2386"/>
                </a:lnTo>
                <a:lnTo>
                  <a:pt x="648" y="2374"/>
                </a:lnTo>
                <a:lnTo>
                  <a:pt x="657" y="2363"/>
                </a:lnTo>
                <a:lnTo>
                  <a:pt x="668" y="2354"/>
                </a:lnTo>
                <a:lnTo>
                  <a:pt x="679" y="2344"/>
                </a:lnTo>
                <a:lnTo>
                  <a:pt x="692" y="2337"/>
                </a:lnTo>
                <a:lnTo>
                  <a:pt x="705" y="2331"/>
                </a:lnTo>
                <a:lnTo>
                  <a:pt x="719" y="2325"/>
                </a:lnTo>
                <a:lnTo>
                  <a:pt x="734" y="2321"/>
                </a:lnTo>
                <a:lnTo>
                  <a:pt x="749" y="2319"/>
                </a:lnTo>
                <a:lnTo>
                  <a:pt x="765" y="2319"/>
                </a:lnTo>
                <a:lnTo>
                  <a:pt x="780" y="2319"/>
                </a:lnTo>
                <a:lnTo>
                  <a:pt x="796" y="2321"/>
                </a:lnTo>
                <a:lnTo>
                  <a:pt x="811" y="2325"/>
                </a:lnTo>
                <a:lnTo>
                  <a:pt x="824" y="2331"/>
                </a:lnTo>
                <a:lnTo>
                  <a:pt x="837" y="2337"/>
                </a:lnTo>
                <a:lnTo>
                  <a:pt x="850" y="2344"/>
                </a:lnTo>
                <a:lnTo>
                  <a:pt x="861" y="2354"/>
                </a:lnTo>
                <a:lnTo>
                  <a:pt x="872" y="2363"/>
                </a:lnTo>
                <a:lnTo>
                  <a:pt x="883" y="2374"/>
                </a:lnTo>
                <a:lnTo>
                  <a:pt x="892" y="2386"/>
                </a:lnTo>
                <a:lnTo>
                  <a:pt x="899" y="2398"/>
                </a:lnTo>
                <a:lnTo>
                  <a:pt x="905" y="2412"/>
                </a:lnTo>
                <a:lnTo>
                  <a:pt x="911" y="2426"/>
                </a:lnTo>
                <a:lnTo>
                  <a:pt x="914" y="2441"/>
                </a:lnTo>
                <a:lnTo>
                  <a:pt x="917" y="2455"/>
                </a:lnTo>
                <a:lnTo>
                  <a:pt x="917" y="2471"/>
                </a:lnTo>
                <a:lnTo>
                  <a:pt x="917" y="2487"/>
                </a:lnTo>
                <a:lnTo>
                  <a:pt x="914" y="2502"/>
                </a:lnTo>
                <a:lnTo>
                  <a:pt x="911" y="2517"/>
                </a:lnTo>
                <a:lnTo>
                  <a:pt x="905" y="2530"/>
                </a:lnTo>
                <a:lnTo>
                  <a:pt x="899" y="2543"/>
                </a:lnTo>
                <a:lnTo>
                  <a:pt x="892" y="2557"/>
                </a:lnTo>
                <a:lnTo>
                  <a:pt x="883" y="2569"/>
                </a:lnTo>
                <a:lnTo>
                  <a:pt x="872" y="2580"/>
                </a:lnTo>
                <a:lnTo>
                  <a:pt x="861" y="2589"/>
                </a:lnTo>
                <a:lnTo>
                  <a:pt x="850" y="2598"/>
                </a:lnTo>
                <a:lnTo>
                  <a:pt x="837" y="2605"/>
                </a:lnTo>
                <a:lnTo>
                  <a:pt x="824" y="2612"/>
                </a:lnTo>
                <a:lnTo>
                  <a:pt x="811" y="2617"/>
                </a:lnTo>
                <a:lnTo>
                  <a:pt x="796" y="2621"/>
                </a:lnTo>
                <a:lnTo>
                  <a:pt x="780" y="2623"/>
                </a:lnTo>
                <a:lnTo>
                  <a:pt x="765" y="2624"/>
                </a:lnTo>
                <a:lnTo>
                  <a:pt x="749" y="2623"/>
                </a:lnTo>
                <a:lnTo>
                  <a:pt x="734" y="2621"/>
                </a:lnTo>
                <a:lnTo>
                  <a:pt x="719" y="2617"/>
                </a:lnTo>
                <a:lnTo>
                  <a:pt x="705" y="2612"/>
                </a:lnTo>
                <a:lnTo>
                  <a:pt x="692" y="2605"/>
                </a:lnTo>
                <a:lnTo>
                  <a:pt x="679" y="2598"/>
                </a:lnTo>
                <a:lnTo>
                  <a:pt x="668" y="2589"/>
                </a:lnTo>
                <a:lnTo>
                  <a:pt x="657" y="2580"/>
                </a:lnTo>
                <a:lnTo>
                  <a:pt x="648" y="2569"/>
                </a:lnTo>
                <a:lnTo>
                  <a:pt x="638" y="2557"/>
                </a:lnTo>
                <a:lnTo>
                  <a:pt x="631" y="2543"/>
                </a:lnTo>
                <a:lnTo>
                  <a:pt x="625" y="2530"/>
                </a:lnTo>
                <a:lnTo>
                  <a:pt x="619" y="2517"/>
                </a:lnTo>
                <a:lnTo>
                  <a:pt x="615" y="2502"/>
                </a:lnTo>
                <a:lnTo>
                  <a:pt x="612" y="2487"/>
                </a:lnTo>
                <a:lnTo>
                  <a:pt x="612" y="2471"/>
                </a:lnTo>
                <a:close/>
                <a:moveTo>
                  <a:pt x="3160" y="901"/>
                </a:moveTo>
                <a:lnTo>
                  <a:pt x="2532" y="272"/>
                </a:lnTo>
                <a:lnTo>
                  <a:pt x="2532" y="901"/>
                </a:lnTo>
                <a:lnTo>
                  <a:pt x="3160" y="901"/>
                </a:lnTo>
                <a:close/>
                <a:moveTo>
                  <a:pt x="193" y="193"/>
                </a:moveTo>
                <a:lnTo>
                  <a:pt x="193" y="4570"/>
                </a:lnTo>
                <a:lnTo>
                  <a:pt x="3232" y="4570"/>
                </a:lnTo>
                <a:lnTo>
                  <a:pt x="3233" y="1288"/>
                </a:lnTo>
                <a:lnTo>
                  <a:pt x="3426" y="1288"/>
                </a:lnTo>
                <a:lnTo>
                  <a:pt x="3425" y="4763"/>
                </a:lnTo>
                <a:lnTo>
                  <a:pt x="0" y="4763"/>
                </a:lnTo>
                <a:lnTo>
                  <a:pt x="0" y="0"/>
                </a:lnTo>
                <a:lnTo>
                  <a:pt x="2533" y="0"/>
                </a:lnTo>
                <a:lnTo>
                  <a:pt x="3426" y="894"/>
                </a:lnTo>
                <a:lnTo>
                  <a:pt x="3426" y="1095"/>
                </a:lnTo>
                <a:lnTo>
                  <a:pt x="2339" y="1095"/>
                </a:lnTo>
                <a:lnTo>
                  <a:pt x="2339" y="193"/>
                </a:lnTo>
                <a:lnTo>
                  <a:pt x="193" y="193"/>
                </a:lnTo>
                <a:close/>
                <a:moveTo>
                  <a:pt x="1167" y="1806"/>
                </a:moveTo>
                <a:lnTo>
                  <a:pt x="2824" y="1806"/>
                </a:lnTo>
                <a:lnTo>
                  <a:pt x="2824" y="1903"/>
                </a:lnTo>
                <a:lnTo>
                  <a:pt x="1167" y="1903"/>
                </a:lnTo>
                <a:lnTo>
                  <a:pt x="1167" y="1806"/>
                </a:lnTo>
                <a:close/>
                <a:moveTo>
                  <a:pt x="1167" y="2423"/>
                </a:moveTo>
                <a:lnTo>
                  <a:pt x="2824" y="2423"/>
                </a:lnTo>
                <a:lnTo>
                  <a:pt x="2824" y="2519"/>
                </a:lnTo>
                <a:lnTo>
                  <a:pt x="1167" y="2519"/>
                </a:lnTo>
                <a:lnTo>
                  <a:pt x="1167" y="2423"/>
                </a:lnTo>
                <a:close/>
                <a:moveTo>
                  <a:pt x="1167" y="3039"/>
                </a:moveTo>
                <a:lnTo>
                  <a:pt x="2824" y="3039"/>
                </a:lnTo>
                <a:lnTo>
                  <a:pt x="2824" y="3135"/>
                </a:lnTo>
                <a:lnTo>
                  <a:pt x="1167" y="3135"/>
                </a:lnTo>
                <a:lnTo>
                  <a:pt x="1167" y="3039"/>
                </a:lnTo>
                <a:close/>
                <a:moveTo>
                  <a:pt x="1167" y="3656"/>
                </a:moveTo>
                <a:lnTo>
                  <a:pt x="2341" y="3656"/>
                </a:lnTo>
                <a:lnTo>
                  <a:pt x="2341" y="3753"/>
                </a:lnTo>
                <a:lnTo>
                  <a:pt x="1167" y="3753"/>
                </a:lnTo>
                <a:lnTo>
                  <a:pt x="1167" y="3656"/>
                </a:lnTo>
                <a:close/>
                <a:moveTo>
                  <a:pt x="612" y="1855"/>
                </a:moveTo>
                <a:lnTo>
                  <a:pt x="612" y="1855"/>
                </a:lnTo>
                <a:lnTo>
                  <a:pt x="612" y="1839"/>
                </a:lnTo>
                <a:lnTo>
                  <a:pt x="615" y="1823"/>
                </a:lnTo>
                <a:lnTo>
                  <a:pt x="619" y="1809"/>
                </a:lnTo>
                <a:lnTo>
                  <a:pt x="625" y="1794"/>
                </a:lnTo>
                <a:lnTo>
                  <a:pt x="631" y="1781"/>
                </a:lnTo>
                <a:lnTo>
                  <a:pt x="638" y="1769"/>
                </a:lnTo>
                <a:lnTo>
                  <a:pt x="648" y="1757"/>
                </a:lnTo>
                <a:lnTo>
                  <a:pt x="657" y="1746"/>
                </a:lnTo>
                <a:lnTo>
                  <a:pt x="668" y="1736"/>
                </a:lnTo>
                <a:lnTo>
                  <a:pt x="679" y="1728"/>
                </a:lnTo>
                <a:lnTo>
                  <a:pt x="692" y="1719"/>
                </a:lnTo>
                <a:lnTo>
                  <a:pt x="705" y="1713"/>
                </a:lnTo>
                <a:lnTo>
                  <a:pt x="719" y="1708"/>
                </a:lnTo>
                <a:lnTo>
                  <a:pt x="734" y="1705"/>
                </a:lnTo>
                <a:lnTo>
                  <a:pt x="749" y="1702"/>
                </a:lnTo>
                <a:lnTo>
                  <a:pt x="765" y="1701"/>
                </a:lnTo>
                <a:lnTo>
                  <a:pt x="780" y="1702"/>
                </a:lnTo>
                <a:lnTo>
                  <a:pt x="796" y="1705"/>
                </a:lnTo>
                <a:lnTo>
                  <a:pt x="811" y="1708"/>
                </a:lnTo>
                <a:lnTo>
                  <a:pt x="824" y="1713"/>
                </a:lnTo>
                <a:lnTo>
                  <a:pt x="837" y="1719"/>
                </a:lnTo>
                <a:lnTo>
                  <a:pt x="850" y="1728"/>
                </a:lnTo>
                <a:lnTo>
                  <a:pt x="861" y="1736"/>
                </a:lnTo>
                <a:lnTo>
                  <a:pt x="872" y="1746"/>
                </a:lnTo>
                <a:lnTo>
                  <a:pt x="883" y="1757"/>
                </a:lnTo>
                <a:lnTo>
                  <a:pt x="892" y="1769"/>
                </a:lnTo>
                <a:lnTo>
                  <a:pt x="899" y="1781"/>
                </a:lnTo>
                <a:lnTo>
                  <a:pt x="905" y="1794"/>
                </a:lnTo>
                <a:lnTo>
                  <a:pt x="911" y="1809"/>
                </a:lnTo>
                <a:lnTo>
                  <a:pt x="914" y="1823"/>
                </a:lnTo>
                <a:lnTo>
                  <a:pt x="917" y="1839"/>
                </a:lnTo>
                <a:lnTo>
                  <a:pt x="917" y="1855"/>
                </a:lnTo>
                <a:lnTo>
                  <a:pt x="917" y="1869"/>
                </a:lnTo>
                <a:lnTo>
                  <a:pt x="914" y="1885"/>
                </a:lnTo>
                <a:lnTo>
                  <a:pt x="911" y="1899"/>
                </a:lnTo>
                <a:lnTo>
                  <a:pt x="905" y="1914"/>
                </a:lnTo>
                <a:lnTo>
                  <a:pt x="899" y="1927"/>
                </a:lnTo>
                <a:lnTo>
                  <a:pt x="892" y="1939"/>
                </a:lnTo>
                <a:lnTo>
                  <a:pt x="883" y="1951"/>
                </a:lnTo>
                <a:lnTo>
                  <a:pt x="872" y="1962"/>
                </a:lnTo>
                <a:lnTo>
                  <a:pt x="861" y="1972"/>
                </a:lnTo>
                <a:lnTo>
                  <a:pt x="850" y="1980"/>
                </a:lnTo>
                <a:lnTo>
                  <a:pt x="837" y="1989"/>
                </a:lnTo>
                <a:lnTo>
                  <a:pt x="824" y="1995"/>
                </a:lnTo>
                <a:lnTo>
                  <a:pt x="811" y="2000"/>
                </a:lnTo>
                <a:lnTo>
                  <a:pt x="796" y="2003"/>
                </a:lnTo>
                <a:lnTo>
                  <a:pt x="780" y="2006"/>
                </a:lnTo>
                <a:lnTo>
                  <a:pt x="765" y="2007"/>
                </a:lnTo>
                <a:lnTo>
                  <a:pt x="749" y="2006"/>
                </a:lnTo>
                <a:lnTo>
                  <a:pt x="734" y="2003"/>
                </a:lnTo>
                <a:lnTo>
                  <a:pt x="719" y="2000"/>
                </a:lnTo>
                <a:lnTo>
                  <a:pt x="705" y="1995"/>
                </a:lnTo>
                <a:lnTo>
                  <a:pt x="692" y="1989"/>
                </a:lnTo>
                <a:lnTo>
                  <a:pt x="679" y="1980"/>
                </a:lnTo>
                <a:lnTo>
                  <a:pt x="668" y="1972"/>
                </a:lnTo>
                <a:lnTo>
                  <a:pt x="657" y="1962"/>
                </a:lnTo>
                <a:lnTo>
                  <a:pt x="648" y="1951"/>
                </a:lnTo>
                <a:lnTo>
                  <a:pt x="638" y="1939"/>
                </a:lnTo>
                <a:lnTo>
                  <a:pt x="631" y="1927"/>
                </a:lnTo>
                <a:lnTo>
                  <a:pt x="625" y="1914"/>
                </a:lnTo>
                <a:lnTo>
                  <a:pt x="619" y="1899"/>
                </a:lnTo>
                <a:lnTo>
                  <a:pt x="615" y="1885"/>
                </a:lnTo>
                <a:lnTo>
                  <a:pt x="612" y="1869"/>
                </a:lnTo>
                <a:lnTo>
                  <a:pt x="612" y="1855"/>
                </a:lnTo>
                <a:close/>
                <a:moveTo>
                  <a:pt x="612" y="3088"/>
                </a:moveTo>
                <a:lnTo>
                  <a:pt x="612" y="3088"/>
                </a:lnTo>
                <a:lnTo>
                  <a:pt x="612" y="3073"/>
                </a:lnTo>
                <a:lnTo>
                  <a:pt x="615" y="3057"/>
                </a:lnTo>
                <a:lnTo>
                  <a:pt x="619" y="3042"/>
                </a:lnTo>
                <a:lnTo>
                  <a:pt x="625" y="3029"/>
                </a:lnTo>
                <a:lnTo>
                  <a:pt x="631" y="3016"/>
                </a:lnTo>
                <a:lnTo>
                  <a:pt x="638" y="3003"/>
                </a:lnTo>
                <a:lnTo>
                  <a:pt x="648" y="2990"/>
                </a:lnTo>
                <a:lnTo>
                  <a:pt x="657" y="2980"/>
                </a:lnTo>
                <a:lnTo>
                  <a:pt x="668" y="2970"/>
                </a:lnTo>
                <a:lnTo>
                  <a:pt x="679" y="2961"/>
                </a:lnTo>
                <a:lnTo>
                  <a:pt x="692" y="2954"/>
                </a:lnTo>
                <a:lnTo>
                  <a:pt x="705" y="2947"/>
                </a:lnTo>
                <a:lnTo>
                  <a:pt x="719" y="2942"/>
                </a:lnTo>
                <a:lnTo>
                  <a:pt x="734" y="2939"/>
                </a:lnTo>
                <a:lnTo>
                  <a:pt x="749" y="2936"/>
                </a:lnTo>
                <a:lnTo>
                  <a:pt x="765" y="2935"/>
                </a:lnTo>
                <a:lnTo>
                  <a:pt x="780" y="2936"/>
                </a:lnTo>
                <a:lnTo>
                  <a:pt x="796" y="2939"/>
                </a:lnTo>
                <a:lnTo>
                  <a:pt x="811" y="2942"/>
                </a:lnTo>
                <a:lnTo>
                  <a:pt x="824" y="2947"/>
                </a:lnTo>
                <a:lnTo>
                  <a:pt x="837" y="2954"/>
                </a:lnTo>
                <a:lnTo>
                  <a:pt x="850" y="2961"/>
                </a:lnTo>
                <a:lnTo>
                  <a:pt x="861" y="2970"/>
                </a:lnTo>
                <a:lnTo>
                  <a:pt x="872" y="2980"/>
                </a:lnTo>
                <a:lnTo>
                  <a:pt x="883" y="2990"/>
                </a:lnTo>
                <a:lnTo>
                  <a:pt x="892" y="3003"/>
                </a:lnTo>
                <a:lnTo>
                  <a:pt x="899" y="3016"/>
                </a:lnTo>
                <a:lnTo>
                  <a:pt x="905" y="3029"/>
                </a:lnTo>
                <a:lnTo>
                  <a:pt x="911" y="3042"/>
                </a:lnTo>
                <a:lnTo>
                  <a:pt x="914" y="3057"/>
                </a:lnTo>
                <a:lnTo>
                  <a:pt x="917" y="3073"/>
                </a:lnTo>
                <a:lnTo>
                  <a:pt x="917" y="3088"/>
                </a:lnTo>
                <a:lnTo>
                  <a:pt x="917" y="3104"/>
                </a:lnTo>
                <a:lnTo>
                  <a:pt x="914" y="3119"/>
                </a:lnTo>
                <a:lnTo>
                  <a:pt x="911" y="3133"/>
                </a:lnTo>
                <a:lnTo>
                  <a:pt x="905" y="3148"/>
                </a:lnTo>
                <a:lnTo>
                  <a:pt x="899" y="3161"/>
                </a:lnTo>
                <a:lnTo>
                  <a:pt x="892" y="3173"/>
                </a:lnTo>
                <a:lnTo>
                  <a:pt x="883" y="3185"/>
                </a:lnTo>
                <a:lnTo>
                  <a:pt x="872" y="3196"/>
                </a:lnTo>
                <a:lnTo>
                  <a:pt x="861" y="3206"/>
                </a:lnTo>
                <a:lnTo>
                  <a:pt x="850" y="3215"/>
                </a:lnTo>
                <a:lnTo>
                  <a:pt x="837" y="3222"/>
                </a:lnTo>
                <a:lnTo>
                  <a:pt x="824" y="3228"/>
                </a:lnTo>
                <a:lnTo>
                  <a:pt x="811" y="3233"/>
                </a:lnTo>
                <a:lnTo>
                  <a:pt x="796" y="3238"/>
                </a:lnTo>
                <a:lnTo>
                  <a:pt x="780" y="3239"/>
                </a:lnTo>
                <a:lnTo>
                  <a:pt x="765" y="3241"/>
                </a:lnTo>
                <a:lnTo>
                  <a:pt x="749" y="3239"/>
                </a:lnTo>
                <a:lnTo>
                  <a:pt x="734" y="3238"/>
                </a:lnTo>
                <a:lnTo>
                  <a:pt x="719" y="3233"/>
                </a:lnTo>
                <a:lnTo>
                  <a:pt x="705" y="3228"/>
                </a:lnTo>
                <a:lnTo>
                  <a:pt x="692" y="3222"/>
                </a:lnTo>
                <a:lnTo>
                  <a:pt x="679" y="3215"/>
                </a:lnTo>
                <a:lnTo>
                  <a:pt x="668" y="3206"/>
                </a:lnTo>
                <a:lnTo>
                  <a:pt x="657" y="3196"/>
                </a:lnTo>
                <a:lnTo>
                  <a:pt x="648" y="3185"/>
                </a:lnTo>
                <a:lnTo>
                  <a:pt x="638" y="3173"/>
                </a:lnTo>
                <a:lnTo>
                  <a:pt x="631" y="3161"/>
                </a:lnTo>
                <a:lnTo>
                  <a:pt x="625" y="3148"/>
                </a:lnTo>
                <a:lnTo>
                  <a:pt x="619" y="3133"/>
                </a:lnTo>
                <a:lnTo>
                  <a:pt x="615" y="3119"/>
                </a:lnTo>
                <a:lnTo>
                  <a:pt x="612" y="3104"/>
                </a:lnTo>
                <a:lnTo>
                  <a:pt x="612" y="3088"/>
                </a:lnTo>
                <a:close/>
                <a:moveTo>
                  <a:pt x="612" y="3705"/>
                </a:moveTo>
                <a:lnTo>
                  <a:pt x="612" y="3705"/>
                </a:lnTo>
                <a:lnTo>
                  <a:pt x="612" y="3689"/>
                </a:lnTo>
                <a:lnTo>
                  <a:pt x="615" y="3674"/>
                </a:lnTo>
                <a:lnTo>
                  <a:pt x="619" y="3660"/>
                </a:lnTo>
                <a:lnTo>
                  <a:pt x="625" y="3645"/>
                </a:lnTo>
                <a:lnTo>
                  <a:pt x="631" y="3632"/>
                </a:lnTo>
                <a:lnTo>
                  <a:pt x="638" y="3620"/>
                </a:lnTo>
                <a:lnTo>
                  <a:pt x="648" y="3608"/>
                </a:lnTo>
                <a:lnTo>
                  <a:pt x="657" y="3597"/>
                </a:lnTo>
                <a:lnTo>
                  <a:pt x="668" y="3587"/>
                </a:lnTo>
                <a:lnTo>
                  <a:pt x="679" y="3579"/>
                </a:lnTo>
                <a:lnTo>
                  <a:pt x="692" y="3570"/>
                </a:lnTo>
                <a:lnTo>
                  <a:pt x="705" y="3564"/>
                </a:lnTo>
                <a:lnTo>
                  <a:pt x="719" y="3560"/>
                </a:lnTo>
                <a:lnTo>
                  <a:pt x="734" y="3556"/>
                </a:lnTo>
                <a:lnTo>
                  <a:pt x="749" y="3554"/>
                </a:lnTo>
                <a:lnTo>
                  <a:pt x="765" y="3552"/>
                </a:lnTo>
                <a:lnTo>
                  <a:pt x="780" y="3554"/>
                </a:lnTo>
                <a:lnTo>
                  <a:pt x="796" y="3556"/>
                </a:lnTo>
                <a:lnTo>
                  <a:pt x="811" y="3560"/>
                </a:lnTo>
                <a:lnTo>
                  <a:pt x="824" y="3564"/>
                </a:lnTo>
                <a:lnTo>
                  <a:pt x="837" y="3570"/>
                </a:lnTo>
                <a:lnTo>
                  <a:pt x="850" y="3579"/>
                </a:lnTo>
                <a:lnTo>
                  <a:pt x="861" y="3587"/>
                </a:lnTo>
                <a:lnTo>
                  <a:pt x="872" y="3597"/>
                </a:lnTo>
                <a:lnTo>
                  <a:pt x="883" y="3608"/>
                </a:lnTo>
                <a:lnTo>
                  <a:pt x="892" y="3620"/>
                </a:lnTo>
                <a:lnTo>
                  <a:pt x="899" y="3632"/>
                </a:lnTo>
                <a:lnTo>
                  <a:pt x="905" y="3645"/>
                </a:lnTo>
                <a:lnTo>
                  <a:pt x="911" y="3660"/>
                </a:lnTo>
                <a:lnTo>
                  <a:pt x="914" y="3674"/>
                </a:lnTo>
                <a:lnTo>
                  <a:pt x="917" y="3689"/>
                </a:lnTo>
                <a:lnTo>
                  <a:pt x="917" y="3705"/>
                </a:lnTo>
                <a:lnTo>
                  <a:pt x="917" y="3720"/>
                </a:lnTo>
                <a:lnTo>
                  <a:pt x="914" y="3736"/>
                </a:lnTo>
                <a:lnTo>
                  <a:pt x="911" y="3750"/>
                </a:lnTo>
                <a:lnTo>
                  <a:pt x="905" y="3765"/>
                </a:lnTo>
                <a:lnTo>
                  <a:pt x="899" y="3778"/>
                </a:lnTo>
                <a:lnTo>
                  <a:pt x="892" y="3790"/>
                </a:lnTo>
                <a:lnTo>
                  <a:pt x="883" y="3802"/>
                </a:lnTo>
                <a:lnTo>
                  <a:pt x="872" y="3813"/>
                </a:lnTo>
                <a:lnTo>
                  <a:pt x="861" y="3823"/>
                </a:lnTo>
                <a:lnTo>
                  <a:pt x="850" y="3831"/>
                </a:lnTo>
                <a:lnTo>
                  <a:pt x="837" y="3839"/>
                </a:lnTo>
                <a:lnTo>
                  <a:pt x="824" y="3846"/>
                </a:lnTo>
                <a:lnTo>
                  <a:pt x="811" y="3851"/>
                </a:lnTo>
                <a:lnTo>
                  <a:pt x="796" y="3854"/>
                </a:lnTo>
                <a:lnTo>
                  <a:pt x="780" y="3857"/>
                </a:lnTo>
                <a:lnTo>
                  <a:pt x="765" y="3858"/>
                </a:lnTo>
                <a:lnTo>
                  <a:pt x="749" y="3857"/>
                </a:lnTo>
                <a:lnTo>
                  <a:pt x="734" y="3854"/>
                </a:lnTo>
                <a:lnTo>
                  <a:pt x="719" y="3851"/>
                </a:lnTo>
                <a:lnTo>
                  <a:pt x="705" y="3846"/>
                </a:lnTo>
                <a:lnTo>
                  <a:pt x="692" y="3839"/>
                </a:lnTo>
                <a:lnTo>
                  <a:pt x="679" y="3831"/>
                </a:lnTo>
                <a:lnTo>
                  <a:pt x="668" y="3823"/>
                </a:lnTo>
                <a:lnTo>
                  <a:pt x="657" y="3813"/>
                </a:lnTo>
                <a:lnTo>
                  <a:pt x="648" y="3802"/>
                </a:lnTo>
                <a:lnTo>
                  <a:pt x="638" y="3790"/>
                </a:lnTo>
                <a:lnTo>
                  <a:pt x="631" y="3778"/>
                </a:lnTo>
                <a:lnTo>
                  <a:pt x="625" y="3765"/>
                </a:lnTo>
                <a:lnTo>
                  <a:pt x="619" y="3750"/>
                </a:lnTo>
                <a:lnTo>
                  <a:pt x="615" y="3736"/>
                </a:lnTo>
                <a:lnTo>
                  <a:pt x="612" y="3720"/>
                </a:lnTo>
                <a:lnTo>
                  <a:pt x="612" y="3705"/>
                </a:lnTo>
                <a:close/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1a341b"/>
              </a:solidFill>
              <a:effectLst/>
              <a:uFillTx/>
              <a:latin typeface="Aptos"/>
            </a:endParaRPr>
          </a:p>
        </p:txBody>
      </p:sp>
      <p:sp>
        <p:nvSpPr>
          <p:cNvPr id="717" name="CaixaDeTexto 31"/>
          <p:cNvSpPr/>
          <p:nvPr/>
        </p:nvSpPr>
        <p:spPr>
          <a:xfrm>
            <a:off x="8542080" y="2514960"/>
            <a:ext cx="15886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Planejamento tributário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CaixaDeTexto 32"/>
          <p:cNvSpPr/>
          <p:nvPr/>
        </p:nvSpPr>
        <p:spPr>
          <a:xfrm>
            <a:off x="7909200" y="1190520"/>
            <a:ext cx="15886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Decisões de investimentos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CaixaDeTexto 33"/>
          <p:cNvSpPr/>
          <p:nvPr/>
        </p:nvSpPr>
        <p:spPr>
          <a:xfrm>
            <a:off x="2195280" y="956160"/>
            <a:ext cx="15886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a341b"/>
                </a:solidFill>
                <a:effectLst/>
                <a:uFillTx/>
                <a:latin typeface="Segoe UI Semilight"/>
              </a:rPr>
              <a:t>Estrutura societária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16" dur="indefinite" restart="never" nodeType="tmRoot">
          <p:childTnLst>
            <p:seq>
              <p:cTn id="517" dur="indefinite" nodeType="mainSeq">
                <p:childTnLst>
                  <p:par>
                    <p:cTn id="518" fill="hold">
                      <p:stCondLst>
                        <p:cond delay="indefinite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22" dur="500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3" dur="500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>
                      <p:stCondLst>
                        <p:cond delay="indefinite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id="526" presetID="16" presetClass="entr" fill="hold" nodeType="click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28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9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31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indefinite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presetID="16" presetClass="entr" fill="hold" nodeType="click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36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7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39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0" fill="hold">
                      <p:stCondLst>
                        <p:cond delay="indefinite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16" presetClass="entr" fill="hold" nodeType="click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44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5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47"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8" fill="hold">
                      <p:stCondLst>
                        <p:cond delay="indefinite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id="550" presetID="16" presetClass="entr" fill="hold" nodeType="click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52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3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55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6" fill="hold">
                      <p:stCondLst>
                        <p:cond delay="indefinite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id="558" presetID="16" presetClass="entr" fill="hold" nodeType="click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60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1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63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4" fill="hold">
                      <p:stCondLst>
                        <p:cond delay="indefinite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id="566" presetID="16" presetClass="entr" fill="hold" nodeType="click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68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9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71"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2" fill="hold">
                      <p:stCondLst>
                        <p:cond delay="indefinite"/>
                      </p:stCondLst>
                      <p:childTnLst>
                        <p:par>
                          <p:cTn id="573" fill="hold">
                            <p:stCondLst>
                              <p:cond delay="0"/>
                            </p:stCondLst>
                            <p:childTnLst>
                              <p:par>
                                <p:cTn id="574" presetID="16" presetClass="entr" fill="hold" nodeType="click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76"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7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79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0" fill="hold">
                      <p:stCondLst>
                        <p:cond delay="indefinite"/>
                      </p:stCondLst>
                      <p:childTnLst>
                        <p:par>
                          <p:cTn id="581" fill="hold">
                            <p:stCondLst>
                              <p:cond delay="0"/>
                            </p:stCondLst>
                            <p:childTnLst>
                              <p:par>
                                <p:cTn id="582" presetID="16" presetClass="entr" fill="hold" nodeType="click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84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5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87"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8" fill="hold">
                      <p:stCondLst>
                        <p:cond delay="indefinite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16" presetClass="entr" fill="hold" nodeType="click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92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95"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6" fill="hold">
                      <p:stCondLst>
                        <p:cond delay="indefinite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id="598" presetID="16" presetClass="entr" fill="hold" nodeType="click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600"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603"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subTitle"/>
          </p:nvPr>
        </p:nvSpPr>
        <p:spPr>
          <a:xfrm>
            <a:off x="324720" y="364680"/>
            <a:ext cx="11627640" cy="42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a341b"/>
                </a:solidFill>
                <a:effectLst/>
                <a:uFillTx/>
                <a:latin typeface="Segoe UI Light"/>
              </a:rPr>
              <a:t>Fim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1" name="Conector reto 7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a341b"/>
            </a:solidFill>
          </a:ln>
        </p:spPr>
      </p:cxnSp>
      <p:pic>
        <p:nvPicPr>
          <p:cNvPr id="722" name="Imagem 8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3" name="CaixaDeTexto 205"/>
          <p:cNvSpPr/>
          <p:nvPr/>
        </p:nvSpPr>
        <p:spPr>
          <a:xfrm>
            <a:off x="1694880" y="2473560"/>
            <a:ext cx="855360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2400" b="0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A reforma tributária chegou.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rgbClr val="1a341b"/>
                </a:solidFill>
                <a:effectLst/>
                <a:uFillTx/>
                <a:latin typeface="Aptos"/>
              </a:rPr>
              <a:t>O que você está fazendo para lidar com essa nova realidade?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subTitle"/>
          </p:nvPr>
        </p:nvSpPr>
        <p:spPr>
          <a:xfrm>
            <a:off x="324720" y="364680"/>
            <a:ext cx="11627640" cy="42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pt-BR" sz="2800" b="1" u="none" strike="noStrike">
                <a:solidFill>
                  <a:srgbClr val="143351"/>
                </a:solidFill>
                <a:effectLst/>
                <a:uFillTx/>
                <a:latin typeface="Segoe UI Light"/>
              </a:rPr>
              <a:t>Fim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5" name="Conector reto 7"/>
          <p:cNvCxnSpPr/>
          <p:nvPr/>
        </p:nvCxnSpPr>
        <p:spPr>
          <a:xfrm>
            <a:off x="324720" y="878040"/>
            <a:ext cx="11628360" cy="360"/>
          </a:xfrm>
          <a:prstGeom prst="straightConnector1">
            <a:avLst/>
          </a:prstGeom>
          <a:ln>
            <a:solidFill>
              <a:srgbClr val="143351"/>
            </a:solidFill>
          </a:ln>
        </p:spPr>
      </p:cxnSp>
      <p:pic>
        <p:nvPicPr>
          <p:cNvPr id="726" name="Imagem 8"/>
          <p:cNvPicPr/>
          <p:nvPr/>
        </p:nvPicPr>
        <p:blipFill>
          <a:blip r:embed="rId1"/>
          <a:srcRect l="0" t="66859" r="0" b="0"/>
          <a:stretch/>
        </p:blipFill>
        <p:spPr>
          <a:xfrm>
            <a:off x="0" y="5808600"/>
            <a:ext cx="12191760" cy="105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7" name="Picture 2" descr="http://deltacultura.org/pt/wp-content/uploads/2014/07/obrigado1.jpg"/>
          <p:cNvPicPr/>
          <p:nvPr/>
        </p:nvPicPr>
        <p:blipFill>
          <a:blip r:embed="rId2"/>
          <a:stretch/>
        </p:blipFill>
        <p:spPr>
          <a:xfrm>
            <a:off x="3683880" y="1577880"/>
            <a:ext cx="4214520" cy="166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8" name="CaixaDeTexto 5"/>
          <p:cNvSpPr/>
          <p:nvPr/>
        </p:nvSpPr>
        <p:spPr>
          <a:xfrm>
            <a:off x="2362320" y="3242880"/>
            <a:ext cx="6857640" cy="23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rgbClr val="000000"/>
                </a:solidFill>
                <a:effectLst/>
                <a:uFillTx/>
                <a:latin typeface="Aptos Display"/>
              </a:rPr>
              <a:t>Eduardo Oliveira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rgbClr val="000000"/>
                </a:solidFill>
                <a:effectLst/>
                <a:uFillTx/>
                <a:latin typeface="Aptos Display"/>
              </a:rPr>
              <a:t>Consultor Tributário 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ptos Display"/>
              </a:rPr>
              <a:t>eduardo@</a:t>
            </a:r>
            <a:r>
              <a:rPr lang="pt-BR" sz="2400" b="0" u="none" strike="noStrike">
                <a:solidFill>
                  <a:srgbClr val="ed8e2b"/>
                </a:solidFill>
                <a:effectLst/>
                <a:uFillTx/>
                <a:latin typeface="Aptos Display"/>
              </a:rPr>
              <a:t>ceotax</a:t>
            </a: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ptos Display"/>
              </a:rPr>
              <a:t>.com.br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rgbClr val="000000"/>
                </a:solidFill>
                <a:effectLst/>
                <a:uFillTx/>
                <a:latin typeface="Aptos Display"/>
              </a:rPr>
              <a:t>Linkedin:</a:t>
            </a: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ptos Display"/>
              </a:rPr>
              <a:t> Eduardo Oliveira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rgbClr val="000000"/>
                </a:solidFill>
                <a:effectLst/>
                <a:uFillTx/>
                <a:latin typeface="Aptos Display"/>
              </a:rPr>
              <a:t>Contato:</a:t>
            </a: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ptos Display"/>
              </a:rPr>
              <a:t> (85) 99938-0443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9" name="Imagem 1"/>
          <p:cNvPicPr/>
          <p:nvPr/>
        </p:nvPicPr>
        <p:blipFill>
          <a:blip r:embed="rId3"/>
          <a:stretch/>
        </p:blipFill>
        <p:spPr>
          <a:xfrm>
            <a:off x="4739040" y="5051160"/>
            <a:ext cx="2103840" cy="757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5762</TotalTime>
  <Application>LibreOffice/25.8.5.2$Windows_X86_64 LibreOffice_project/9c8b85f387cc00a89945a79c9e6239f32e450ac2</Application>
  <AppVersion>15.0000</AppVersion>
  <Words>4545</Words>
  <Paragraphs>1017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2025-01-06T18:23:56Z</dcterms:created>
  <dc:creator>SL Produção 4</dc:creator>
  <dc:description/>
  <dc:language>pt-BR</dc:language>
  <cp:lastModifiedBy/>
  <cp:lastPrinted>2025-11-24T13:43:41Z</cp:lastPrinted>
  <dcterms:modified xsi:type="dcterms:W3CDTF">2026-04-01T13:50:50Z</dcterms:modified>
  <cp:revision>176</cp:revision>
  <dc:subject/>
  <dc:title>Apresentação do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2</vt:r8>
  </property>
  <property fmtid="{D5CDD505-2E9C-101B-9397-08002B2CF9AE}" pid="3" name="Notes">
    <vt:r8>27</vt:r8>
  </property>
  <property fmtid="{D5CDD505-2E9C-101B-9397-08002B2CF9AE}" pid="4" name="PresentationFormat">
    <vt:lpwstr>Widescreen</vt:lpwstr>
  </property>
  <property fmtid="{D5CDD505-2E9C-101B-9397-08002B2CF9AE}" pid="5" name="Slides">
    <vt:r8>41</vt:r8>
  </property>
</Properties>
</file>